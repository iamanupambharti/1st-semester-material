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85" r:id="rId2"/>
    <p:sldId id="486" r:id="rId3"/>
    <p:sldId id="487" r:id="rId4"/>
    <p:sldId id="488" r:id="rId5"/>
    <p:sldId id="489" r:id="rId6"/>
    <p:sldId id="490" r:id="rId7"/>
    <p:sldId id="491" r:id="rId8"/>
    <p:sldId id="492" r:id="rId9"/>
    <p:sldId id="493" r:id="rId10"/>
    <p:sldId id="494" r:id="rId11"/>
    <p:sldId id="495" r:id="rId12"/>
    <p:sldId id="496" r:id="rId13"/>
    <p:sldId id="497" r:id="rId14"/>
    <p:sldId id="498" r:id="rId15"/>
    <p:sldId id="499" r:id="rId16"/>
    <p:sldId id="500" r:id="rId17"/>
    <p:sldId id="501" r:id="rId18"/>
    <p:sldId id="502" r:id="rId19"/>
    <p:sldId id="503" r:id="rId20"/>
    <p:sldId id="504" r:id="rId21"/>
    <p:sldId id="505" r:id="rId22"/>
    <p:sldId id="506" r:id="rId23"/>
    <p:sldId id="50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E8E43E-D2A2-4964-9122-53088CAA4E7C}" type="doc">
      <dgm:prSet loTypeId="urn:microsoft.com/office/officeart/2005/8/layout/vList3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E7D8E31-3DA5-445E-B64A-A8585A554507}">
      <dgm:prSet/>
      <dgm:spPr/>
      <dgm:t>
        <a:bodyPr/>
        <a:lstStyle/>
        <a:p>
          <a:r>
            <a:rPr lang="en-US" dirty="0"/>
            <a:t>Arithmetic Operators</a:t>
          </a:r>
        </a:p>
      </dgm:t>
    </dgm:pt>
    <dgm:pt modelId="{EA028B0B-9AFE-4680-9471-34EACD05A1D5}" type="parTrans" cxnId="{19AE1B39-C1E9-48C3-8CD3-F3FE067DD6F6}">
      <dgm:prSet/>
      <dgm:spPr/>
      <dgm:t>
        <a:bodyPr/>
        <a:lstStyle/>
        <a:p>
          <a:endParaRPr lang="en-US"/>
        </a:p>
      </dgm:t>
    </dgm:pt>
    <dgm:pt modelId="{B286CC74-1B5C-45D4-AD4C-A9F3006A1A96}" type="sibTrans" cxnId="{19AE1B39-C1E9-48C3-8CD3-F3FE067DD6F6}">
      <dgm:prSet/>
      <dgm:spPr/>
      <dgm:t>
        <a:bodyPr/>
        <a:lstStyle/>
        <a:p>
          <a:endParaRPr lang="en-US"/>
        </a:p>
      </dgm:t>
    </dgm:pt>
    <dgm:pt modelId="{806043C3-7F91-4DA8-93B5-F6F58C0D194D}">
      <dgm:prSet/>
      <dgm:spPr/>
      <dgm:t>
        <a:bodyPr/>
        <a:lstStyle/>
        <a:p>
          <a:r>
            <a:rPr lang="en-US" dirty="0"/>
            <a:t>Comparison (Relational) Operators</a:t>
          </a:r>
        </a:p>
      </dgm:t>
    </dgm:pt>
    <dgm:pt modelId="{FBC64B15-E06A-4A79-8FE3-EF48CEFBE440}" type="parTrans" cxnId="{05E446F6-87BB-4ED9-8591-C44D0A2FB2DD}">
      <dgm:prSet/>
      <dgm:spPr/>
      <dgm:t>
        <a:bodyPr/>
        <a:lstStyle/>
        <a:p>
          <a:endParaRPr lang="en-US"/>
        </a:p>
      </dgm:t>
    </dgm:pt>
    <dgm:pt modelId="{14CF95D7-439A-48D5-BCA1-61D25D68DB59}" type="sibTrans" cxnId="{05E446F6-87BB-4ED9-8591-C44D0A2FB2DD}">
      <dgm:prSet/>
      <dgm:spPr/>
      <dgm:t>
        <a:bodyPr/>
        <a:lstStyle/>
        <a:p>
          <a:endParaRPr lang="en-US"/>
        </a:p>
      </dgm:t>
    </dgm:pt>
    <dgm:pt modelId="{C2A77474-6393-4088-92DF-6836BF184BBA}">
      <dgm:prSet/>
      <dgm:spPr/>
      <dgm:t>
        <a:bodyPr/>
        <a:lstStyle/>
        <a:p>
          <a:r>
            <a:rPr lang="en-US"/>
            <a:t>Assignment Operators</a:t>
          </a:r>
        </a:p>
      </dgm:t>
    </dgm:pt>
    <dgm:pt modelId="{12245CE7-E308-43A4-9E2B-3012C6AF780A}" type="parTrans" cxnId="{7E460855-E9F3-45F5-BD48-C689545A2806}">
      <dgm:prSet/>
      <dgm:spPr/>
      <dgm:t>
        <a:bodyPr/>
        <a:lstStyle/>
        <a:p>
          <a:endParaRPr lang="en-US"/>
        </a:p>
      </dgm:t>
    </dgm:pt>
    <dgm:pt modelId="{40015AA2-A8C7-434C-A282-9B4D973889EF}" type="sibTrans" cxnId="{7E460855-E9F3-45F5-BD48-C689545A2806}">
      <dgm:prSet/>
      <dgm:spPr/>
      <dgm:t>
        <a:bodyPr/>
        <a:lstStyle/>
        <a:p>
          <a:endParaRPr lang="en-US"/>
        </a:p>
      </dgm:t>
    </dgm:pt>
    <dgm:pt modelId="{2FDE02FF-D0AA-494F-B30B-7FB080C34854}">
      <dgm:prSet/>
      <dgm:spPr/>
      <dgm:t>
        <a:bodyPr/>
        <a:lstStyle/>
        <a:p>
          <a:r>
            <a:rPr lang="en-US"/>
            <a:t>Logical Operators</a:t>
          </a:r>
        </a:p>
      </dgm:t>
    </dgm:pt>
    <dgm:pt modelId="{62D119E6-AB37-47F3-A3C9-46B72B81DA71}" type="parTrans" cxnId="{6766EB47-7008-443E-8C23-8DAE7E5CC33F}">
      <dgm:prSet/>
      <dgm:spPr/>
      <dgm:t>
        <a:bodyPr/>
        <a:lstStyle/>
        <a:p>
          <a:endParaRPr lang="en-US"/>
        </a:p>
      </dgm:t>
    </dgm:pt>
    <dgm:pt modelId="{D0645108-E948-49BF-8311-9B3723A79F96}" type="sibTrans" cxnId="{6766EB47-7008-443E-8C23-8DAE7E5CC33F}">
      <dgm:prSet/>
      <dgm:spPr/>
      <dgm:t>
        <a:bodyPr/>
        <a:lstStyle/>
        <a:p>
          <a:endParaRPr lang="en-US"/>
        </a:p>
      </dgm:t>
    </dgm:pt>
    <dgm:pt modelId="{E5E36570-8970-4D83-99AD-909BEB9E4926}">
      <dgm:prSet/>
      <dgm:spPr/>
      <dgm:t>
        <a:bodyPr/>
        <a:lstStyle/>
        <a:p>
          <a:r>
            <a:rPr lang="en-US"/>
            <a:t>Bitwise Operators</a:t>
          </a:r>
        </a:p>
      </dgm:t>
    </dgm:pt>
    <dgm:pt modelId="{75F63216-ADC5-43EC-8BAA-4D397F86EAFD}" type="parTrans" cxnId="{8DB7EC9E-51BB-4E25-870B-00120E018CFF}">
      <dgm:prSet/>
      <dgm:spPr/>
      <dgm:t>
        <a:bodyPr/>
        <a:lstStyle/>
        <a:p>
          <a:endParaRPr lang="en-US"/>
        </a:p>
      </dgm:t>
    </dgm:pt>
    <dgm:pt modelId="{AB72B562-A2E8-4F64-9711-9CB7F5AC2B96}" type="sibTrans" cxnId="{8DB7EC9E-51BB-4E25-870B-00120E018CFF}">
      <dgm:prSet/>
      <dgm:spPr/>
      <dgm:t>
        <a:bodyPr/>
        <a:lstStyle/>
        <a:p>
          <a:endParaRPr lang="en-US"/>
        </a:p>
      </dgm:t>
    </dgm:pt>
    <dgm:pt modelId="{F61CF7CD-00B7-4D81-B0CD-DDA959E69F09}">
      <dgm:prSet/>
      <dgm:spPr/>
      <dgm:t>
        <a:bodyPr/>
        <a:lstStyle/>
        <a:p>
          <a:r>
            <a:rPr lang="en-US"/>
            <a:t>Membership Operators</a:t>
          </a:r>
        </a:p>
      </dgm:t>
    </dgm:pt>
    <dgm:pt modelId="{179E0CCA-3ABB-40BC-8022-92A64E3C9101}" type="parTrans" cxnId="{5E9EF274-6190-4877-9BB8-C921887A5B0D}">
      <dgm:prSet/>
      <dgm:spPr/>
      <dgm:t>
        <a:bodyPr/>
        <a:lstStyle/>
        <a:p>
          <a:endParaRPr lang="en-US"/>
        </a:p>
      </dgm:t>
    </dgm:pt>
    <dgm:pt modelId="{CBC3647D-32EC-4FD8-95FE-342728155A1A}" type="sibTrans" cxnId="{5E9EF274-6190-4877-9BB8-C921887A5B0D}">
      <dgm:prSet/>
      <dgm:spPr/>
      <dgm:t>
        <a:bodyPr/>
        <a:lstStyle/>
        <a:p>
          <a:endParaRPr lang="en-US"/>
        </a:p>
      </dgm:t>
    </dgm:pt>
    <dgm:pt modelId="{B7683622-7176-4936-96FD-F9DE90259C94}">
      <dgm:prSet/>
      <dgm:spPr/>
      <dgm:t>
        <a:bodyPr/>
        <a:lstStyle/>
        <a:p>
          <a:r>
            <a:rPr lang="en-US"/>
            <a:t>Identity Operators</a:t>
          </a:r>
        </a:p>
      </dgm:t>
    </dgm:pt>
    <dgm:pt modelId="{66683306-F45E-4328-8A16-BB3A2DEDCA1C}" type="parTrans" cxnId="{2B9DE85E-05BE-4BFC-A5CC-F176EAC5C72E}">
      <dgm:prSet/>
      <dgm:spPr/>
      <dgm:t>
        <a:bodyPr/>
        <a:lstStyle/>
        <a:p>
          <a:endParaRPr lang="en-US"/>
        </a:p>
      </dgm:t>
    </dgm:pt>
    <dgm:pt modelId="{395988FA-2D85-45C8-A6DC-4A9EC8263CBB}" type="sibTrans" cxnId="{2B9DE85E-05BE-4BFC-A5CC-F176EAC5C72E}">
      <dgm:prSet/>
      <dgm:spPr/>
      <dgm:t>
        <a:bodyPr/>
        <a:lstStyle/>
        <a:p>
          <a:endParaRPr lang="en-US"/>
        </a:p>
      </dgm:t>
    </dgm:pt>
    <dgm:pt modelId="{C719B3F2-816F-40F5-806B-19F52BD34732}" type="pres">
      <dgm:prSet presAssocID="{49E8E43E-D2A2-4964-9122-53088CAA4E7C}" presName="linearFlow" presStyleCnt="0">
        <dgm:presLayoutVars>
          <dgm:dir/>
          <dgm:resizeHandles val="exact"/>
        </dgm:presLayoutVars>
      </dgm:prSet>
      <dgm:spPr/>
    </dgm:pt>
    <dgm:pt modelId="{80DE1591-0749-408F-819F-3DDE00FEE555}" type="pres">
      <dgm:prSet presAssocID="{4E7D8E31-3DA5-445E-B64A-A8585A554507}" presName="composite" presStyleCnt="0"/>
      <dgm:spPr/>
    </dgm:pt>
    <dgm:pt modelId="{9D970DA0-DEBC-4740-B550-AB01C75B8DC4}" type="pres">
      <dgm:prSet presAssocID="{4E7D8E31-3DA5-445E-B64A-A8585A554507}" presName="imgShp" presStyleLbl="fgImgPlace1" presStyleIdx="0" presStyleCnt="7"/>
      <dgm:spPr/>
    </dgm:pt>
    <dgm:pt modelId="{E4D71D01-9901-45A7-A353-B9D35F560DEF}" type="pres">
      <dgm:prSet presAssocID="{4E7D8E31-3DA5-445E-B64A-A8585A554507}" presName="txShp" presStyleLbl="node1" presStyleIdx="0" presStyleCnt="7">
        <dgm:presLayoutVars>
          <dgm:bulletEnabled val="1"/>
        </dgm:presLayoutVars>
      </dgm:prSet>
      <dgm:spPr/>
    </dgm:pt>
    <dgm:pt modelId="{3D0181A7-ABE8-44E2-B483-2F508124AB18}" type="pres">
      <dgm:prSet presAssocID="{B286CC74-1B5C-45D4-AD4C-A9F3006A1A96}" presName="spacing" presStyleCnt="0"/>
      <dgm:spPr/>
    </dgm:pt>
    <dgm:pt modelId="{9A38A57B-D20F-4A09-B730-048DB7AF76CA}" type="pres">
      <dgm:prSet presAssocID="{806043C3-7F91-4DA8-93B5-F6F58C0D194D}" presName="composite" presStyleCnt="0"/>
      <dgm:spPr/>
    </dgm:pt>
    <dgm:pt modelId="{CD1CD1D5-338F-48A0-BADC-D84B8228C332}" type="pres">
      <dgm:prSet presAssocID="{806043C3-7F91-4DA8-93B5-F6F58C0D194D}" presName="imgShp" presStyleLbl="fgImgPlace1" presStyleIdx="1" presStyleCnt="7"/>
      <dgm:spPr/>
    </dgm:pt>
    <dgm:pt modelId="{DE189C88-8019-42D2-8F60-CD09D90558C7}" type="pres">
      <dgm:prSet presAssocID="{806043C3-7F91-4DA8-93B5-F6F58C0D194D}" presName="txShp" presStyleLbl="node1" presStyleIdx="1" presStyleCnt="7">
        <dgm:presLayoutVars>
          <dgm:bulletEnabled val="1"/>
        </dgm:presLayoutVars>
      </dgm:prSet>
      <dgm:spPr/>
    </dgm:pt>
    <dgm:pt modelId="{ED3F9F8D-74AC-475B-8628-42CC7AE4AC99}" type="pres">
      <dgm:prSet presAssocID="{14CF95D7-439A-48D5-BCA1-61D25D68DB59}" presName="spacing" presStyleCnt="0"/>
      <dgm:spPr/>
    </dgm:pt>
    <dgm:pt modelId="{4BB0779C-374B-4931-89B7-5304630BE101}" type="pres">
      <dgm:prSet presAssocID="{C2A77474-6393-4088-92DF-6836BF184BBA}" presName="composite" presStyleCnt="0"/>
      <dgm:spPr/>
    </dgm:pt>
    <dgm:pt modelId="{8C275B53-FF38-48E6-BD8F-084D2F01D753}" type="pres">
      <dgm:prSet presAssocID="{C2A77474-6393-4088-92DF-6836BF184BBA}" presName="imgShp" presStyleLbl="fgImgPlace1" presStyleIdx="2" presStyleCnt="7"/>
      <dgm:spPr/>
    </dgm:pt>
    <dgm:pt modelId="{02096A37-A621-4EFF-BF03-BF83078F04A9}" type="pres">
      <dgm:prSet presAssocID="{C2A77474-6393-4088-92DF-6836BF184BBA}" presName="txShp" presStyleLbl="node1" presStyleIdx="2" presStyleCnt="7">
        <dgm:presLayoutVars>
          <dgm:bulletEnabled val="1"/>
        </dgm:presLayoutVars>
      </dgm:prSet>
      <dgm:spPr/>
    </dgm:pt>
    <dgm:pt modelId="{F4995CE2-765E-4A92-B792-7C7BC2EAD3CC}" type="pres">
      <dgm:prSet presAssocID="{40015AA2-A8C7-434C-A282-9B4D973889EF}" presName="spacing" presStyleCnt="0"/>
      <dgm:spPr/>
    </dgm:pt>
    <dgm:pt modelId="{911E5714-A564-4249-A98A-7D0884F4C9FF}" type="pres">
      <dgm:prSet presAssocID="{2FDE02FF-D0AA-494F-B30B-7FB080C34854}" presName="composite" presStyleCnt="0"/>
      <dgm:spPr/>
    </dgm:pt>
    <dgm:pt modelId="{DBAE75D0-F572-42C8-8070-59731CDA2399}" type="pres">
      <dgm:prSet presAssocID="{2FDE02FF-D0AA-494F-B30B-7FB080C34854}" presName="imgShp" presStyleLbl="fgImgPlace1" presStyleIdx="3" presStyleCnt="7"/>
      <dgm:spPr/>
    </dgm:pt>
    <dgm:pt modelId="{152B3C68-1614-47A3-9005-2A52A41EA045}" type="pres">
      <dgm:prSet presAssocID="{2FDE02FF-D0AA-494F-B30B-7FB080C34854}" presName="txShp" presStyleLbl="node1" presStyleIdx="3" presStyleCnt="7">
        <dgm:presLayoutVars>
          <dgm:bulletEnabled val="1"/>
        </dgm:presLayoutVars>
      </dgm:prSet>
      <dgm:spPr/>
    </dgm:pt>
    <dgm:pt modelId="{791C1CE4-01B4-4473-9048-FDC6CF706715}" type="pres">
      <dgm:prSet presAssocID="{D0645108-E948-49BF-8311-9B3723A79F96}" presName="spacing" presStyleCnt="0"/>
      <dgm:spPr/>
    </dgm:pt>
    <dgm:pt modelId="{5202D751-07C6-461A-96D3-95570548FCB9}" type="pres">
      <dgm:prSet presAssocID="{E5E36570-8970-4D83-99AD-909BEB9E4926}" presName="composite" presStyleCnt="0"/>
      <dgm:spPr/>
    </dgm:pt>
    <dgm:pt modelId="{05991333-41AA-4E52-B568-9BE543A12944}" type="pres">
      <dgm:prSet presAssocID="{E5E36570-8970-4D83-99AD-909BEB9E4926}" presName="imgShp" presStyleLbl="fgImgPlace1" presStyleIdx="4" presStyleCnt="7"/>
      <dgm:spPr/>
    </dgm:pt>
    <dgm:pt modelId="{BEEF9E02-0470-45D5-8E0E-8D0D94DC3EB5}" type="pres">
      <dgm:prSet presAssocID="{E5E36570-8970-4D83-99AD-909BEB9E4926}" presName="txShp" presStyleLbl="node1" presStyleIdx="4" presStyleCnt="7" custLinFactNeighborY="3496">
        <dgm:presLayoutVars>
          <dgm:bulletEnabled val="1"/>
        </dgm:presLayoutVars>
      </dgm:prSet>
      <dgm:spPr/>
    </dgm:pt>
    <dgm:pt modelId="{12FB3689-1474-4E66-B349-D3B8C4F867AB}" type="pres">
      <dgm:prSet presAssocID="{AB72B562-A2E8-4F64-9711-9CB7F5AC2B96}" presName="spacing" presStyleCnt="0"/>
      <dgm:spPr/>
    </dgm:pt>
    <dgm:pt modelId="{BB50E743-CA03-429C-8FD4-7671C3A20B12}" type="pres">
      <dgm:prSet presAssocID="{F61CF7CD-00B7-4D81-B0CD-DDA959E69F09}" presName="composite" presStyleCnt="0"/>
      <dgm:spPr/>
    </dgm:pt>
    <dgm:pt modelId="{7A6F7F15-A34F-49B9-8D15-956A70AC1885}" type="pres">
      <dgm:prSet presAssocID="{F61CF7CD-00B7-4D81-B0CD-DDA959E69F09}" presName="imgShp" presStyleLbl="fgImgPlace1" presStyleIdx="5" presStyleCnt="7"/>
      <dgm:spPr/>
    </dgm:pt>
    <dgm:pt modelId="{B18664B0-7D78-4A16-A70D-48DBE318166F}" type="pres">
      <dgm:prSet presAssocID="{F61CF7CD-00B7-4D81-B0CD-DDA959E69F09}" presName="txShp" presStyleLbl="node1" presStyleIdx="5" presStyleCnt="7">
        <dgm:presLayoutVars>
          <dgm:bulletEnabled val="1"/>
        </dgm:presLayoutVars>
      </dgm:prSet>
      <dgm:spPr/>
    </dgm:pt>
    <dgm:pt modelId="{16C366D2-7D58-4D54-AEC3-804C60E5F3D1}" type="pres">
      <dgm:prSet presAssocID="{CBC3647D-32EC-4FD8-95FE-342728155A1A}" presName="spacing" presStyleCnt="0"/>
      <dgm:spPr/>
    </dgm:pt>
    <dgm:pt modelId="{9B0B7C2C-3987-4D9B-9CDE-611C149A79B2}" type="pres">
      <dgm:prSet presAssocID="{B7683622-7176-4936-96FD-F9DE90259C94}" presName="composite" presStyleCnt="0"/>
      <dgm:spPr/>
    </dgm:pt>
    <dgm:pt modelId="{A2937A92-1174-4186-B4A0-F078F34B256C}" type="pres">
      <dgm:prSet presAssocID="{B7683622-7176-4936-96FD-F9DE90259C94}" presName="imgShp" presStyleLbl="fgImgPlace1" presStyleIdx="6" presStyleCnt="7"/>
      <dgm:spPr/>
    </dgm:pt>
    <dgm:pt modelId="{49CA9035-9E34-49F8-B26A-0169AA4DD4CF}" type="pres">
      <dgm:prSet presAssocID="{B7683622-7176-4936-96FD-F9DE90259C94}" presName="txShp" presStyleLbl="node1" presStyleIdx="6" presStyleCnt="7">
        <dgm:presLayoutVars>
          <dgm:bulletEnabled val="1"/>
        </dgm:presLayoutVars>
      </dgm:prSet>
      <dgm:spPr/>
    </dgm:pt>
  </dgm:ptLst>
  <dgm:cxnLst>
    <dgm:cxn modelId="{10957E06-E201-439B-A7BD-C0D122E26969}" type="presOf" srcId="{B7683622-7176-4936-96FD-F9DE90259C94}" destId="{49CA9035-9E34-49F8-B26A-0169AA4DD4CF}" srcOrd="0" destOrd="0" presId="urn:microsoft.com/office/officeart/2005/8/layout/vList3"/>
    <dgm:cxn modelId="{19AE1B39-C1E9-48C3-8CD3-F3FE067DD6F6}" srcId="{49E8E43E-D2A2-4964-9122-53088CAA4E7C}" destId="{4E7D8E31-3DA5-445E-B64A-A8585A554507}" srcOrd="0" destOrd="0" parTransId="{EA028B0B-9AFE-4680-9471-34EACD05A1D5}" sibTransId="{B286CC74-1B5C-45D4-AD4C-A9F3006A1A96}"/>
    <dgm:cxn modelId="{2B9DE85E-05BE-4BFC-A5CC-F176EAC5C72E}" srcId="{49E8E43E-D2A2-4964-9122-53088CAA4E7C}" destId="{B7683622-7176-4936-96FD-F9DE90259C94}" srcOrd="6" destOrd="0" parTransId="{66683306-F45E-4328-8A16-BB3A2DEDCA1C}" sibTransId="{395988FA-2D85-45C8-A6DC-4A9EC8263CBB}"/>
    <dgm:cxn modelId="{1B3AA546-D28D-4831-AFB2-220A29DC94A7}" type="presOf" srcId="{E5E36570-8970-4D83-99AD-909BEB9E4926}" destId="{BEEF9E02-0470-45D5-8E0E-8D0D94DC3EB5}" srcOrd="0" destOrd="0" presId="urn:microsoft.com/office/officeart/2005/8/layout/vList3"/>
    <dgm:cxn modelId="{EDEE2167-CEB4-4C31-9626-A496977E1767}" type="presOf" srcId="{F61CF7CD-00B7-4D81-B0CD-DDA959E69F09}" destId="{B18664B0-7D78-4A16-A70D-48DBE318166F}" srcOrd="0" destOrd="0" presId="urn:microsoft.com/office/officeart/2005/8/layout/vList3"/>
    <dgm:cxn modelId="{6766EB47-7008-443E-8C23-8DAE7E5CC33F}" srcId="{49E8E43E-D2A2-4964-9122-53088CAA4E7C}" destId="{2FDE02FF-D0AA-494F-B30B-7FB080C34854}" srcOrd="3" destOrd="0" parTransId="{62D119E6-AB37-47F3-A3C9-46B72B81DA71}" sibTransId="{D0645108-E948-49BF-8311-9B3723A79F96}"/>
    <dgm:cxn modelId="{CBE6844C-0193-4923-A1A2-55638F80DF15}" type="presOf" srcId="{806043C3-7F91-4DA8-93B5-F6F58C0D194D}" destId="{DE189C88-8019-42D2-8F60-CD09D90558C7}" srcOrd="0" destOrd="0" presId="urn:microsoft.com/office/officeart/2005/8/layout/vList3"/>
    <dgm:cxn modelId="{5E9EF274-6190-4877-9BB8-C921887A5B0D}" srcId="{49E8E43E-D2A2-4964-9122-53088CAA4E7C}" destId="{F61CF7CD-00B7-4D81-B0CD-DDA959E69F09}" srcOrd="5" destOrd="0" parTransId="{179E0CCA-3ABB-40BC-8022-92A64E3C9101}" sibTransId="{CBC3647D-32EC-4FD8-95FE-342728155A1A}"/>
    <dgm:cxn modelId="{7E460855-E9F3-45F5-BD48-C689545A2806}" srcId="{49E8E43E-D2A2-4964-9122-53088CAA4E7C}" destId="{C2A77474-6393-4088-92DF-6836BF184BBA}" srcOrd="2" destOrd="0" parTransId="{12245CE7-E308-43A4-9E2B-3012C6AF780A}" sibTransId="{40015AA2-A8C7-434C-A282-9B4D973889EF}"/>
    <dgm:cxn modelId="{05DF0078-4D4B-479F-BA93-B336613DC1A0}" type="presOf" srcId="{4E7D8E31-3DA5-445E-B64A-A8585A554507}" destId="{E4D71D01-9901-45A7-A353-B9D35F560DEF}" srcOrd="0" destOrd="0" presId="urn:microsoft.com/office/officeart/2005/8/layout/vList3"/>
    <dgm:cxn modelId="{2D2AC794-A632-4879-8641-84643520C792}" type="presOf" srcId="{2FDE02FF-D0AA-494F-B30B-7FB080C34854}" destId="{152B3C68-1614-47A3-9005-2A52A41EA045}" srcOrd="0" destOrd="0" presId="urn:microsoft.com/office/officeart/2005/8/layout/vList3"/>
    <dgm:cxn modelId="{8DB7EC9E-51BB-4E25-870B-00120E018CFF}" srcId="{49E8E43E-D2A2-4964-9122-53088CAA4E7C}" destId="{E5E36570-8970-4D83-99AD-909BEB9E4926}" srcOrd="4" destOrd="0" parTransId="{75F63216-ADC5-43EC-8BAA-4D397F86EAFD}" sibTransId="{AB72B562-A2E8-4F64-9711-9CB7F5AC2B96}"/>
    <dgm:cxn modelId="{6201E4B5-83A0-4EB1-B3B8-521A430769C1}" type="presOf" srcId="{C2A77474-6393-4088-92DF-6836BF184BBA}" destId="{02096A37-A621-4EFF-BF03-BF83078F04A9}" srcOrd="0" destOrd="0" presId="urn:microsoft.com/office/officeart/2005/8/layout/vList3"/>
    <dgm:cxn modelId="{E93E9AE0-486E-43CA-BF70-0187BB8A9CD4}" type="presOf" srcId="{49E8E43E-D2A2-4964-9122-53088CAA4E7C}" destId="{C719B3F2-816F-40F5-806B-19F52BD34732}" srcOrd="0" destOrd="0" presId="urn:microsoft.com/office/officeart/2005/8/layout/vList3"/>
    <dgm:cxn modelId="{05E446F6-87BB-4ED9-8591-C44D0A2FB2DD}" srcId="{49E8E43E-D2A2-4964-9122-53088CAA4E7C}" destId="{806043C3-7F91-4DA8-93B5-F6F58C0D194D}" srcOrd="1" destOrd="0" parTransId="{FBC64B15-E06A-4A79-8FE3-EF48CEFBE440}" sibTransId="{14CF95D7-439A-48D5-BCA1-61D25D68DB59}"/>
    <dgm:cxn modelId="{8DEBA2CA-5CB8-4A86-ADAA-4F6A4EADDB47}" type="presParOf" srcId="{C719B3F2-816F-40F5-806B-19F52BD34732}" destId="{80DE1591-0749-408F-819F-3DDE00FEE555}" srcOrd="0" destOrd="0" presId="urn:microsoft.com/office/officeart/2005/8/layout/vList3"/>
    <dgm:cxn modelId="{F023A4E7-376D-40E8-8D41-E677A5E2C383}" type="presParOf" srcId="{80DE1591-0749-408F-819F-3DDE00FEE555}" destId="{9D970DA0-DEBC-4740-B550-AB01C75B8DC4}" srcOrd="0" destOrd="0" presId="urn:microsoft.com/office/officeart/2005/8/layout/vList3"/>
    <dgm:cxn modelId="{F61A680A-BFFB-4689-A62A-7B965755B963}" type="presParOf" srcId="{80DE1591-0749-408F-819F-3DDE00FEE555}" destId="{E4D71D01-9901-45A7-A353-B9D35F560DEF}" srcOrd="1" destOrd="0" presId="urn:microsoft.com/office/officeart/2005/8/layout/vList3"/>
    <dgm:cxn modelId="{5AAA96E3-270A-469A-AB29-922E760686ED}" type="presParOf" srcId="{C719B3F2-816F-40F5-806B-19F52BD34732}" destId="{3D0181A7-ABE8-44E2-B483-2F508124AB18}" srcOrd="1" destOrd="0" presId="urn:microsoft.com/office/officeart/2005/8/layout/vList3"/>
    <dgm:cxn modelId="{42ABB0FC-86D9-442B-8013-1616D818AA74}" type="presParOf" srcId="{C719B3F2-816F-40F5-806B-19F52BD34732}" destId="{9A38A57B-D20F-4A09-B730-048DB7AF76CA}" srcOrd="2" destOrd="0" presId="urn:microsoft.com/office/officeart/2005/8/layout/vList3"/>
    <dgm:cxn modelId="{CC3C2D8F-A7C7-41C4-B15D-8ED794D4E8B9}" type="presParOf" srcId="{9A38A57B-D20F-4A09-B730-048DB7AF76CA}" destId="{CD1CD1D5-338F-48A0-BADC-D84B8228C332}" srcOrd="0" destOrd="0" presId="urn:microsoft.com/office/officeart/2005/8/layout/vList3"/>
    <dgm:cxn modelId="{A299239F-B494-4C83-9927-C15199B28354}" type="presParOf" srcId="{9A38A57B-D20F-4A09-B730-048DB7AF76CA}" destId="{DE189C88-8019-42D2-8F60-CD09D90558C7}" srcOrd="1" destOrd="0" presId="urn:microsoft.com/office/officeart/2005/8/layout/vList3"/>
    <dgm:cxn modelId="{5E0017B2-D340-40A6-AABF-67E655B77F44}" type="presParOf" srcId="{C719B3F2-816F-40F5-806B-19F52BD34732}" destId="{ED3F9F8D-74AC-475B-8628-42CC7AE4AC99}" srcOrd="3" destOrd="0" presId="urn:microsoft.com/office/officeart/2005/8/layout/vList3"/>
    <dgm:cxn modelId="{6DDE80CC-5603-4E96-A202-6C48D109FD40}" type="presParOf" srcId="{C719B3F2-816F-40F5-806B-19F52BD34732}" destId="{4BB0779C-374B-4931-89B7-5304630BE101}" srcOrd="4" destOrd="0" presId="urn:microsoft.com/office/officeart/2005/8/layout/vList3"/>
    <dgm:cxn modelId="{E375A195-309E-4EB8-8B94-3E0AA3264BD8}" type="presParOf" srcId="{4BB0779C-374B-4931-89B7-5304630BE101}" destId="{8C275B53-FF38-48E6-BD8F-084D2F01D753}" srcOrd="0" destOrd="0" presId="urn:microsoft.com/office/officeart/2005/8/layout/vList3"/>
    <dgm:cxn modelId="{2208F68A-8412-47CC-80CF-08B0B8A36C5E}" type="presParOf" srcId="{4BB0779C-374B-4931-89B7-5304630BE101}" destId="{02096A37-A621-4EFF-BF03-BF83078F04A9}" srcOrd="1" destOrd="0" presId="urn:microsoft.com/office/officeart/2005/8/layout/vList3"/>
    <dgm:cxn modelId="{C6CDF2D5-431A-4D79-8E8D-C1E3B6F95584}" type="presParOf" srcId="{C719B3F2-816F-40F5-806B-19F52BD34732}" destId="{F4995CE2-765E-4A92-B792-7C7BC2EAD3CC}" srcOrd="5" destOrd="0" presId="urn:microsoft.com/office/officeart/2005/8/layout/vList3"/>
    <dgm:cxn modelId="{8DC4E932-8317-487F-AF94-996AA17DFB45}" type="presParOf" srcId="{C719B3F2-816F-40F5-806B-19F52BD34732}" destId="{911E5714-A564-4249-A98A-7D0884F4C9FF}" srcOrd="6" destOrd="0" presId="urn:microsoft.com/office/officeart/2005/8/layout/vList3"/>
    <dgm:cxn modelId="{1D711050-3786-48B7-8064-12D2450CC52A}" type="presParOf" srcId="{911E5714-A564-4249-A98A-7D0884F4C9FF}" destId="{DBAE75D0-F572-42C8-8070-59731CDA2399}" srcOrd="0" destOrd="0" presId="urn:microsoft.com/office/officeart/2005/8/layout/vList3"/>
    <dgm:cxn modelId="{5CB8BB06-7FA7-44C7-88B0-96910728D1DE}" type="presParOf" srcId="{911E5714-A564-4249-A98A-7D0884F4C9FF}" destId="{152B3C68-1614-47A3-9005-2A52A41EA045}" srcOrd="1" destOrd="0" presId="urn:microsoft.com/office/officeart/2005/8/layout/vList3"/>
    <dgm:cxn modelId="{A1A5AFC9-A76A-4AEC-9760-A932BE59955B}" type="presParOf" srcId="{C719B3F2-816F-40F5-806B-19F52BD34732}" destId="{791C1CE4-01B4-4473-9048-FDC6CF706715}" srcOrd="7" destOrd="0" presId="urn:microsoft.com/office/officeart/2005/8/layout/vList3"/>
    <dgm:cxn modelId="{BEC89425-FD73-450D-9FF4-2256C01B0E7F}" type="presParOf" srcId="{C719B3F2-816F-40F5-806B-19F52BD34732}" destId="{5202D751-07C6-461A-96D3-95570548FCB9}" srcOrd="8" destOrd="0" presId="urn:microsoft.com/office/officeart/2005/8/layout/vList3"/>
    <dgm:cxn modelId="{1838B552-BAB9-45E7-8E5C-3BC28FA313E5}" type="presParOf" srcId="{5202D751-07C6-461A-96D3-95570548FCB9}" destId="{05991333-41AA-4E52-B568-9BE543A12944}" srcOrd="0" destOrd="0" presId="urn:microsoft.com/office/officeart/2005/8/layout/vList3"/>
    <dgm:cxn modelId="{09AA66BC-4B92-471F-9C5A-A6F0A5958792}" type="presParOf" srcId="{5202D751-07C6-461A-96D3-95570548FCB9}" destId="{BEEF9E02-0470-45D5-8E0E-8D0D94DC3EB5}" srcOrd="1" destOrd="0" presId="urn:microsoft.com/office/officeart/2005/8/layout/vList3"/>
    <dgm:cxn modelId="{7303ED39-566E-4FA4-982B-626FE89A3D16}" type="presParOf" srcId="{C719B3F2-816F-40F5-806B-19F52BD34732}" destId="{12FB3689-1474-4E66-B349-D3B8C4F867AB}" srcOrd="9" destOrd="0" presId="urn:microsoft.com/office/officeart/2005/8/layout/vList3"/>
    <dgm:cxn modelId="{4D20D2F9-865C-404F-98D7-75A688029E6F}" type="presParOf" srcId="{C719B3F2-816F-40F5-806B-19F52BD34732}" destId="{BB50E743-CA03-429C-8FD4-7671C3A20B12}" srcOrd="10" destOrd="0" presId="urn:microsoft.com/office/officeart/2005/8/layout/vList3"/>
    <dgm:cxn modelId="{95D1A6AA-ABEC-4FB5-8922-B07E1A408729}" type="presParOf" srcId="{BB50E743-CA03-429C-8FD4-7671C3A20B12}" destId="{7A6F7F15-A34F-49B9-8D15-956A70AC1885}" srcOrd="0" destOrd="0" presId="urn:microsoft.com/office/officeart/2005/8/layout/vList3"/>
    <dgm:cxn modelId="{B1CCC01C-C7B0-4E17-8FBA-FADCEBA89E3F}" type="presParOf" srcId="{BB50E743-CA03-429C-8FD4-7671C3A20B12}" destId="{B18664B0-7D78-4A16-A70D-48DBE318166F}" srcOrd="1" destOrd="0" presId="urn:microsoft.com/office/officeart/2005/8/layout/vList3"/>
    <dgm:cxn modelId="{41198A63-2421-4C1B-8A51-2972607E05D4}" type="presParOf" srcId="{C719B3F2-816F-40F5-806B-19F52BD34732}" destId="{16C366D2-7D58-4D54-AEC3-804C60E5F3D1}" srcOrd="11" destOrd="0" presId="urn:microsoft.com/office/officeart/2005/8/layout/vList3"/>
    <dgm:cxn modelId="{791EFA04-3DA1-4297-8CAB-556C8BB55C61}" type="presParOf" srcId="{C719B3F2-816F-40F5-806B-19F52BD34732}" destId="{9B0B7C2C-3987-4D9B-9CDE-611C149A79B2}" srcOrd="12" destOrd="0" presId="urn:microsoft.com/office/officeart/2005/8/layout/vList3"/>
    <dgm:cxn modelId="{8C647836-D27D-4323-B9A8-C965BC43032E}" type="presParOf" srcId="{9B0B7C2C-3987-4D9B-9CDE-611C149A79B2}" destId="{A2937A92-1174-4186-B4A0-F078F34B256C}" srcOrd="0" destOrd="0" presId="urn:microsoft.com/office/officeart/2005/8/layout/vList3"/>
    <dgm:cxn modelId="{A545FBB1-2234-4C98-BC3C-763411BDC201}" type="presParOf" srcId="{9B0B7C2C-3987-4D9B-9CDE-611C149A79B2}" destId="{49CA9035-9E34-49F8-B26A-0169AA4DD4C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71D01-9901-45A7-A353-B9D35F560DEF}">
      <dsp:nvSpPr>
        <dsp:cNvPr id="0" name=""/>
        <dsp:cNvSpPr/>
      </dsp:nvSpPr>
      <dsp:spPr>
        <a:xfrm rot="10800000">
          <a:off x="1629846" y="739"/>
          <a:ext cx="6099912" cy="373608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7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Arithmetic Operators</a:t>
          </a:r>
        </a:p>
      </dsp:txBody>
      <dsp:txXfrm rot="10800000">
        <a:off x="1723248" y="739"/>
        <a:ext cx="6006510" cy="373608"/>
      </dsp:txXfrm>
    </dsp:sp>
    <dsp:sp modelId="{9D970DA0-DEBC-4740-B550-AB01C75B8DC4}">
      <dsp:nvSpPr>
        <dsp:cNvPr id="0" name=""/>
        <dsp:cNvSpPr/>
      </dsp:nvSpPr>
      <dsp:spPr>
        <a:xfrm>
          <a:off x="1443042" y="739"/>
          <a:ext cx="373608" cy="373608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189C88-8019-42D2-8F60-CD09D90558C7}">
      <dsp:nvSpPr>
        <dsp:cNvPr id="0" name=""/>
        <dsp:cNvSpPr/>
      </dsp:nvSpPr>
      <dsp:spPr>
        <a:xfrm rot="10800000">
          <a:off x="1629846" y="471624"/>
          <a:ext cx="6099912" cy="373608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7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Comparison (Relational) Operators</a:t>
          </a:r>
        </a:p>
      </dsp:txBody>
      <dsp:txXfrm rot="10800000">
        <a:off x="1723248" y="471624"/>
        <a:ext cx="6006510" cy="373608"/>
      </dsp:txXfrm>
    </dsp:sp>
    <dsp:sp modelId="{CD1CD1D5-338F-48A0-BADC-D84B8228C332}">
      <dsp:nvSpPr>
        <dsp:cNvPr id="0" name=""/>
        <dsp:cNvSpPr/>
      </dsp:nvSpPr>
      <dsp:spPr>
        <a:xfrm>
          <a:off x="1443042" y="471624"/>
          <a:ext cx="373608" cy="373608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096A37-A621-4EFF-BF03-BF83078F04A9}">
      <dsp:nvSpPr>
        <dsp:cNvPr id="0" name=""/>
        <dsp:cNvSpPr/>
      </dsp:nvSpPr>
      <dsp:spPr>
        <a:xfrm rot="10800000">
          <a:off x="1629846" y="942510"/>
          <a:ext cx="6099912" cy="373608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7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Assignment Operators</a:t>
          </a:r>
        </a:p>
      </dsp:txBody>
      <dsp:txXfrm rot="10800000">
        <a:off x="1723248" y="942510"/>
        <a:ext cx="6006510" cy="373608"/>
      </dsp:txXfrm>
    </dsp:sp>
    <dsp:sp modelId="{8C275B53-FF38-48E6-BD8F-084D2F01D753}">
      <dsp:nvSpPr>
        <dsp:cNvPr id="0" name=""/>
        <dsp:cNvSpPr/>
      </dsp:nvSpPr>
      <dsp:spPr>
        <a:xfrm>
          <a:off x="1443042" y="942510"/>
          <a:ext cx="373608" cy="373608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B3C68-1614-47A3-9005-2A52A41EA045}">
      <dsp:nvSpPr>
        <dsp:cNvPr id="0" name=""/>
        <dsp:cNvSpPr/>
      </dsp:nvSpPr>
      <dsp:spPr>
        <a:xfrm rot="10800000">
          <a:off x="1629846" y="1413396"/>
          <a:ext cx="6099912" cy="373608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7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Logical Operators</a:t>
          </a:r>
        </a:p>
      </dsp:txBody>
      <dsp:txXfrm rot="10800000">
        <a:off x="1723248" y="1413396"/>
        <a:ext cx="6006510" cy="373608"/>
      </dsp:txXfrm>
    </dsp:sp>
    <dsp:sp modelId="{DBAE75D0-F572-42C8-8070-59731CDA2399}">
      <dsp:nvSpPr>
        <dsp:cNvPr id="0" name=""/>
        <dsp:cNvSpPr/>
      </dsp:nvSpPr>
      <dsp:spPr>
        <a:xfrm>
          <a:off x="1443042" y="1413396"/>
          <a:ext cx="373608" cy="373608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F9E02-0470-45D5-8E0E-8D0D94DC3EB5}">
      <dsp:nvSpPr>
        <dsp:cNvPr id="0" name=""/>
        <dsp:cNvSpPr/>
      </dsp:nvSpPr>
      <dsp:spPr>
        <a:xfrm rot="10800000">
          <a:off x="1629846" y="1897343"/>
          <a:ext cx="6099912" cy="373608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7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Bitwise Operators</a:t>
          </a:r>
        </a:p>
      </dsp:txBody>
      <dsp:txXfrm rot="10800000">
        <a:off x="1723248" y="1897343"/>
        <a:ext cx="6006510" cy="373608"/>
      </dsp:txXfrm>
    </dsp:sp>
    <dsp:sp modelId="{05991333-41AA-4E52-B568-9BE543A12944}">
      <dsp:nvSpPr>
        <dsp:cNvPr id="0" name=""/>
        <dsp:cNvSpPr/>
      </dsp:nvSpPr>
      <dsp:spPr>
        <a:xfrm>
          <a:off x="1443042" y="1884282"/>
          <a:ext cx="373608" cy="373608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664B0-7D78-4A16-A70D-48DBE318166F}">
      <dsp:nvSpPr>
        <dsp:cNvPr id="0" name=""/>
        <dsp:cNvSpPr/>
      </dsp:nvSpPr>
      <dsp:spPr>
        <a:xfrm rot="10800000">
          <a:off x="1629846" y="2355168"/>
          <a:ext cx="6099912" cy="373608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7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Membership Operators</a:t>
          </a:r>
        </a:p>
      </dsp:txBody>
      <dsp:txXfrm rot="10800000">
        <a:off x="1723248" y="2355168"/>
        <a:ext cx="6006510" cy="373608"/>
      </dsp:txXfrm>
    </dsp:sp>
    <dsp:sp modelId="{7A6F7F15-A34F-49B9-8D15-956A70AC1885}">
      <dsp:nvSpPr>
        <dsp:cNvPr id="0" name=""/>
        <dsp:cNvSpPr/>
      </dsp:nvSpPr>
      <dsp:spPr>
        <a:xfrm>
          <a:off x="1443042" y="2355168"/>
          <a:ext cx="373608" cy="373608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A9035-9E34-49F8-B26A-0169AA4DD4CF}">
      <dsp:nvSpPr>
        <dsp:cNvPr id="0" name=""/>
        <dsp:cNvSpPr/>
      </dsp:nvSpPr>
      <dsp:spPr>
        <a:xfrm rot="10800000">
          <a:off x="1629846" y="2826053"/>
          <a:ext cx="6099912" cy="373608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751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Identity Operators</a:t>
          </a:r>
        </a:p>
      </dsp:txBody>
      <dsp:txXfrm rot="10800000">
        <a:off x="1723248" y="2826053"/>
        <a:ext cx="6006510" cy="373608"/>
      </dsp:txXfrm>
    </dsp:sp>
    <dsp:sp modelId="{A2937A92-1174-4186-B4A0-F078F34B256C}">
      <dsp:nvSpPr>
        <dsp:cNvPr id="0" name=""/>
        <dsp:cNvSpPr/>
      </dsp:nvSpPr>
      <dsp:spPr>
        <a:xfrm>
          <a:off x="1443042" y="2826053"/>
          <a:ext cx="373608" cy="373608"/>
        </a:xfrm>
        <a:prstGeom prst="ellipse">
          <a:avLst/>
        </a:prstGeom>
        <a:solidFill>
          <a:schemeClr val="dk2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74BBF-666B-F1C8-14F8-C5B951EB9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B1383-F314-4B8B-4252-F55CCDD67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DBBB7-EC6F-A1EB-6596-81DF287C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72C91-1F1D-B660-F3B5-2B3F2782F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2F42D-02B2-7DAF-7D9B-855905AC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06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0726-9FB1-8FA6-5711-2BB5D255A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45285-3CD9-D00A-4DB5-2BCC53BD3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D1139-1224-ACF4-7938-1015A9E7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0EE58-6E21-30B6-57E4-6E0DFC6C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7CC7E-C71D-5DEE-CA98-4E13B5BF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39C5-8A47-CA60-F4E8-8279C800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FDA43-5A3F-6896-B8F0-11CB9409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79A2-7030-B4BE-4DDD-E6821D79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C7FEA-C8D8-CD23-CD80-BF2AD0822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17B19-1905-6DF6-92D5-DF1CB315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428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35EF2-DA33-3D84-2ACD-45BD72CA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3813-80D1-D382-B337-D079CF477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CB755-7717-ED88-BDF0-ADF57770A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B986-F45C-3CB6-A299-4AFA84E3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53610-C508-1C8B-D61E-5F8AD55D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57316-575F-9CD7-8436-D43E487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834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C3D8C-854E-81DA-6188-EAAFFC8C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19822-2A5E-8A67-28FD-14CCE6958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21CAA-31EF-2E2E-79F7-BE733C086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6725C-19E9-2130-159A-A91AEAA11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A3983-46CC-8457-A26F-84001174A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AF0103-94B8-6AF5-3DEC-E684AA85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87B63-B7CB-5404-F4CB-E1E3DF51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ECB27-E542-976E-FC41-8A25ED10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3AB-B747-BDCA-A188-64E8DC59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44F0D5-E35D-891F-94FA-F1D8D311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D9AD2-D2F3-6931-7A26-41E5D3811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1DC34-9CFB-47F0-EA53-324B12FFD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78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5B0386-594D-9B8B-1C4F-29DB50E0D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8B2D4-5065-3CFD-1B6C-058F35AB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2B2CB-349E-7526-23AE-45040D5D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034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3FAA9-BD32-AC06-4EA8-BECE62EBF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CDA83-EAB6-E385-5AD0-A20D0C305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5D08B-3CB1-14C0-568F-7FC4EE582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EF3D4-2B31-DA4E-8A37-4DD232A7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88BE3-F28B-03C3-9D4B-9DFABF970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E87EA-439F-D81B-DDDD-ADE9B02EC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38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EDB7-432E-75A8-CE9E-6DD189D4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E9C62-39FE-EDA2-8238-F3FEEB4AC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EBD6B-D709-F6A7-8E7A-B98FB0E72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CBF23-90C8-5989-CA85-17554E27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B2D79-7992-2E3C-1E43-030E88288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23F51-4A02-55B7-C6F4-1CB11B85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86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0507-E4DC-5E1A-0219-C97F39F1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52597-454C-7C82-A006-67187CB4F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46E8C-87DA-D425-F6A6-E6FF54433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43FFA-51FD-6F00-4294-B5B3AAA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2B8FA-B202-7378-8981-38503300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40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94DBC-3B21-37A2-C140-8646C20DC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F7C93-DDDA-D056-E959-7A0D51F28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1FF66-6898-F217-5E2E-F896FC59A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11029-1963-231A-D673-27257270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DA1AE-A6D6-03DA-7A49-9B54C36D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83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F83434-8649-0729-1A11-A571890B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59C7-BED7-B215-DF46-17C8814B6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9B64B-F5F2-CF7C-3FCD-0A0F06F991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E54BC-0FD9-40CB-A282-35174539284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72B69-9111-52EC-651F-5BFBA1F73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F54EB-5090-B403-B083-A21ECE3F1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A3707-4B22-431F-81CB-8CA10FC9C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19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750264" cy="1058726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TUPLE ASSIGNMENT</a:t>
            </a:r>
            <a:endParaRPr lang="en-GB" dirty="0"/>
          </a:p>
        </p:txBody>
      </p:sp>
      <p:grpSp>
        <p:nvGrpSpPr>
          <p:cNvPr id="9" name="Group 8"/>
          <p:cNvGrpSpPr/>
          <p:nvPr/>
        </p:nvGrpSpPr>
        <p:grpSpPr>
          <a:xfrm>
            <a:off x="772885" y="1776551"/>
            <a:ext cx="9951720" cy="640078"/>
            <a:chOff x="0" y="98581"/>
            <a:chExt cx="9625149" cy="1216800"/>
          </a:xfrm>
        </p:grpSpPr>
        <p:sp>
          <p:nvSpPr>
            <p:cNvPr id="10" name="Rounded Rectangle 9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Rounded Rectangle 4"/>
            <p:cNvSpPr txBox="1"/>
            <p:nvPr/>
          </p:nvSpPr>
          <p:spPr>
            <a:xfrm>
              <a:off x="59399" y="157980"/>
              <a:ext cx="950635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An assignment to all of the elements in a tuple using a single assignment statement.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39610" y="2481961"/>
            <a:ext cx="9971932" cy="1107674"/>
            <a:chOff x="0" y="98581"/>
            <a:chExt cx="9625149" cy="1216800"/>
          </a:xfrm>
        </p:grpSpPr>
        <p:sp>
          <p:nvSpPr>
            <p:cNvPr id="13" name="Rounded Rectangle 12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Rounded Rectangle 4"/>
            <p:cNvSpPr txBox="1"/>
            <p:nvPr/>
          </p:nvSpPr>
          <p:spPr>
            <a:xfrm>
              <a:off x="0" y="176696"/>
              <a:ext cx="950635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Python has a very powerful tuple assignment feature that allows a tuple of variables on the left of an assignment to be assigned values from a tuple on the right of the assignment.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39610" y="3704416"/>
            <a:ext cx="9984995" cy="632450"/>
            <a:chOff x="0" y="98581"/>
            <a:chExt cx="9625149" cy="1216800"/>
          </a:xfrm>
        </p:grpSpPr>
        <p:sp>
          <p:nvSpPr>
            <p:cNvPr id="17" name="Rounded Rectangle 16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Rounded Rectangle 4"/>
            <p:cNvSpPr txBox="1"/>
            <p:nvPr/>
          </p:nvSpPr>
          <p:spPr>
            <a:xfrm>
              <a:off x="59399" y="157980"/>
              <a:ext cx="950635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The left side is a tuple of variables; the right side is a tuple of values.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39610" y="4398462"/>
            <a:ext cx="9951720" cy="575152"/>
            <a:chOff x="0" y="98581"/>
            <a:chExt cx="9625149" cy="1216800"/>
          </a:xfrm>
        </p:grpSpPr>
        <p:sp>
          <p:nvSpPr>
            <p:cNvPr id="20" name="Rounded Rectangle 19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Rounded Rectangle 4"/>
            <p:cNvSpPr txBox="1"/>
            <p:nvPr/>
          </p:nvSpPr>
          <p:spPr>
            <a:xfrm>
              <a:off x="59399" y="157980"/>
              <a:ext cx="950635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Each value is assigned to its respective variable.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49716" y="5049501"/>
            <a:ext cx="9951720" cy="575152"/>
            <a:chOff x="0" y="98581"/>
            <a:chExt cx="9625149" cy="1216800"/>
          </a:xfrm>
        </p:grpSpPr>
        <p:sp>
          <p:nvSpPr>
            <p:cNvPr id="23" name="Rounded Rectangle 22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Rounded Rectangle 4"/>
            <p:cNvSpPr txBox="1"/>
            <p:nvPr/>
          </p:nvSpPr>
          <p:spPr>
            <a:xfrm>
              <a:off x="59399" y="157980"/>
              <a:ext cx="950635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All the expressions on the right side are evaluated before any of the assignments. This feature makes tuple assignment quite versatile.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11266" y="5744030"/>
            <a:ext cx="9951720" cy="575152"/>
            <a:chOff x="0" y="98581"/>
            <a:chExt cx="9625149" cy="1216800"/>
          </a:xfrm>
        </p:grpSpPr>
        <p:sp>
          <p:nvSpPr>
            <p:cNvPr id="26" name="Rounded Rectangle 25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Rounded Rectangle 4"/>
            <p:cNvSpPr txBox="1"/>
            <p:nvPr/>
          </p:nvSpPr>
          <p:spPr>
            <a:xfrm>
              <a:off x="59399" y="157980"/>
              <a:ext cx="950635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Naturally, the number of variables on the left and the number of values on the right have to be the same.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6925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750264" cy="1058726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TUPLE ASSIGNMENT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691" y="1511462"/>
            <a:ext cx="6072415" cy="7494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4875" y="2401024"/>
            <a:ext cx="1172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0"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Example: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308464" y="2770356"/>
            <a:ext cx="9951720" cy="640078"/>
            <a:chOff x="0" y="98581"/>
            <a:chExt cx="9625149" cy="1216800"/>
          </a:xfrm>
        </p:grpSpPr>
        <p:sp>
          <p:nvSpPr>
            <p:cNvPr id="29" name="Rounded Rectangle 28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Rounded Rectangle 4"/>
            <p:cNvSpPr txBox="1"/>
            <p:nvPr/>
          </p:nvSpPr>
          <p:spPr>
            <a:xfrm>
              <a:off x="59399" y="157980"/>
              <a:ext cx="9506350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It is useful to swap the values of two variables. With conventional assignment statements, we have to use a temporary variable. For example, to swap a and b: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43" y="4093274"/>
            <a:ext cx="5755717" cy="23205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501" y="3779766"/>
            <a:ext cx="4877209" cy="246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8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750264" cy="1058726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TUPLE ASSIGNMENT</a:t>
            </a:r>
            <a:endParaRPr lang="en-GB" dirty="0"/>
          </a:p>
        </p:txBody>
      </p:sp>
      <p:grpSp>
        <p:nvGrpSpPr>
          <p:cNvPr id="28" name="Group 27"/>
          <p:cNvGrpSpPr/>
          <p:nvPr/>
        </p:nvGrpSpPr>
        <p:grpSpPr>
          <a:xfrm>
            <a:off x="659093" y="1452279"/>
            <a:ext cx="8540930" cy="640078"/>
            <a:chOff x="0" y="98581"/>
            <a:chExt cx="9625149" cy="1216800"/>
          </a:xfrm>
        </p:grpSpPr>
        <p:sp>
          <p:nvSpPr>
            <p:cNvPr id="29" name="Rounded Rectangle 28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Tuple assignment solves this problem neatly:</a:t>
              </a:r>
            </a:p>
          </p:txBody>
        </p:sp>
      </p:grpSp>
      <p:pic>
        <p:nvPicPr>
          <p:cNvPr id="9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5341" y="2188918"/>
            <a:ext cx="4114256" cy="522889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5438998" y="2207101"/>
            <a:ext cx="1444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(a, b) = (b, a)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902933" y="2756116"/>
            <a:ext cx="8540930" cy="640078"/>
            <a:chOff x="0" y="98581"/>
            <a:chExt cx="9625149" cy="1216800"/>
          </a:xfrm>
        </p:grpSpPr>
        <p:sp>
          <p:nvSpPr>
            <p:cNvPr id="13" name="Rounded Rectangle 12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One way to think of tuple assignment is as tuple packing/unpacking.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In tuple packing, the values on the left are ‘packed’ together in a tuple:</a:t>
              </a:r>
            </a:p>
          </p:txBody>
        </p:sp>
      </p:grpSp>
      <p:pic>
        <p:nvPicPr>
          <p:cNvPr id="15" name="Picture 1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5372" y="3476872"/>
            <a:ext cx="5387895" cy="448923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3770715" y="3516061"/>
            <a:ext cx="47985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&gt;&gt;&gt;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 = ("George", 25, "20000")</a:t>
            </a: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# tuple 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979011" y="4106796"/>
            <a:ext cx="8540930" cy="640078"/>
            <a:chOff x="0" y="-124916"/>
            <a:chExt cx="9625149" cy="1216799"/>
          </a:xfrm>
        </p:grpSpPr>
        <p:sp>
          <p:nvSpPr>
            <p:cNvPr id="18" name="Rounded Rectangle 17"/>
            <p:cNvSpPr/>
            <p:nvPr/>
          </p:nvSpPr>
          <p:spPr>
            <a:xfrm>
              <a:off x="0" y="-124916"/>
              <a:ext cx="9625149" cy="1216799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Rounded Rectangle 4"/>
            <p:cNvSpPr txBox="1"/>
            <p:nvPr/>
          </p:nvSpPr>
          <p:spPr>
            <a:xfrm>
              <a:off x="105364" y="-124916"/>
              <a:ext cx="8982601" cy="109800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In tuple unpacking, the values in a tuple on the right are ‘unpacked’ into the variables/names on the right:</a:t>
              </a: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845" y="4831087"/>
            <a:ext cx="4738045" cy="189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17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750264" cy="1058726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TUPLE ASSIGNMENT</a:t>
            </a:r>
            <a:endParaRPr lang="en-GB" dirty="0"/>
          </a:p>
        </p:txBody>
      </p:sp>
      <p:grpSp>
        <p:nvGrpSpPr>
          <p:cNvPr id="28" name="Group 27"/>
          <p:cNvGrpSpPr/>
          <p:nvPr/>
        </p:nvGrpSpPr>
        <p:grpSpPr>
          <a:xfrm>
            <a:off x="659093" y="1452279"/>
            <a:ext cx="8540930" cy="640078"/>
            <a:chOff x="0" y="98581"/>
            <a:chExt cx="9625149" cy="1216800"/>
          </a:xfrm>
        </p:grpSpPr>
        <p:sp>
          <p:nvSpPr>
            <p:cNvPr id="29" name="Rounded Rectangle 28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The right side can be any kind of sequence (</a:t>
              </a:r>
              <a:r>
                <a:rPr lang="en-US" sz="2000" dirty="0" err="1"/>
                <a:t>string,list,tuple</a:t>
              </a:r>
              <a:r>
                <a:rPr lang="en-US" sz="2000" dirty="0"/>
                <a:t>)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587" y="2460897"/>
            <a:ext cx="6089430" cy="20980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271" y="3879134"/>
            <a:ext cx="5099503" cy="209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8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750264" cy="1058726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OPERATORS</a:t>
            </a:r>
            <a:endParaRPr lang="en-GB" dirty="0"/>
          </a:p>
        </p:txBody>
      </p:sp>
      <p:grpSp>
        <p:nvGrpSpPr>
          <p:cNvPr id="28" name="Group 27"/>
          <p:cNvGrpSpPr/>
          <p:nvPr/>
        </p:nvGrpSpPr>
        <p:grpSpPr>
          <a:xfrm>
            <a:off x="659093" y="1360838"/>
            <a:ext cx="9072736" cy="640078"/>
            <a:chOff x="0" y="98581"/>
            <a:chExt cx="9625149" cy="1216800"/>
          </a:xfrm>
        </p:grpSpPr>
        <p:sp>
          <p:nvSpPr>
            <p:cNvPr id="29" name="Rounded Rectangle 28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Operators are the constructs which can manipulate the value of operands.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59093" y="2068531"/>
            <a:ext cx="9072736" cy="640078"/>
            <a:chOff x="0" y="98581"/>
            <a:chExt cx="9625149" cy="1216800"/>
          </a:xfrm>
        </p:grpSpPr>
        <p:sp>
          <p:nvSpPr>
            <p:cNvPr id="8" name="Rounded Rectangle 7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Consider the expression 4 + 5 = 9. Here, 4 and 5 are called operands and + is called operator</a:t>
              </a:r>
            </a:p>
          </p:txBody>
        </p:sp>
      </p:grpSp>
      <p:graphicFrame>
        <p:nvGraphicFramePr>
          <p:cNvPr id="10" name="Content Placeholder 3"/>
          <p:cNvGraphicFramePr>
            <a:graphicFrameLocks noGrp="1"/>
          </p:cNvGraphicFramePr>
          <p:nvPr>
            <p:ph idx="1"/>
          </p:nvPr>
        </p:nvGraphicFramePr>
        <p:xfrm>
          <a:off x="3511231" y="3616842"/>
          <a:ext cx="9172801" cy="3200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93639" y="2739855"/>
            <a:ext cx="9072736" cy="640078"/>
          </a:xfrm>
          <a:prstGeom prst="roundRect">
            <a:avLst/>
          </a:prstGeom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3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Rounded Rectangle 4"/>
          <p:cNvSpPr txBox="1"/>
          <p:nvPr/>
        </p:nvSpPr>
        <p:spPr>
          <a:xfrm>
            <a:off x="961928" y="2717806"/>
            <a:ext cx="8467066" cy="57758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Types of Operators:</a:t>
            </a:r>
          </a:p>
          <a:p>
            <a:r>
              <a:rPr lang="en-US" sz="2000" dirty="0"/>
              <a:t>	-Python language supports the following types of operators</a:t>
            </a:r>
          </a:p>
        </p:txBody>
      </p:sp>
    </p:spTree>
    <p:extLst>
      <p:ext uri="{BB962C8B-B14F-4D97-AF65-F5344CB8AC3E}">
        <p14:creationId xmlns:p14="http://schemas.microsoft.com/office/powerpoint/2010/main" val="339167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D970DA0-DEBC-4740-B550-AB01C75B8D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4D71D01-9901-45A7-A353-B9D35F560D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D1CD1D5-338F-48A0-BADC-D84B8228C3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E189C88-8019-42D2-8F60-CD09D90558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C275B53-FF38-48E6-BD8F-084D2F01D7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2096A37-A621-4EFF-BF03-BF83078F04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BAE75D0-F572-42C8-8070-59731CDA23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52B3C68-1614-47A3-9005-2A52A41EA0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5991333-41AA-4E52-B568-9BE543A129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EEF9E02-0470-45D5-8E0E-8D0D94DC3E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A6F7F15-A34F-49B9-8D15-956A70AC18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18664B0-7D78-4A16-A70D-48DBE31816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2937A92-1174-4186-B4A0-F078F34B25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9CA9035-9E34-49F8-B26A-0169AA4DD4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Arithmetic operators</a:t>
            </a:r>
            <a:endParaRPr lang="en-GB" dirty="0"/>
          </a:p>
        </p:txBody>
      </p:sp>
      <p:grpSp>
        <p:nvGrpSpPr>
          <p:cNvPr id="28" name="Group 27"/>
          <p:cNvGrpSpPr/>
          <p:nvPr/>
        </p:nvGrpSpPr>
        <p:grpSpPr>
          <a:xfrm>
            <a:off x="645026" y="1206092"/>
            <a:ext cx="8667787" cy="729219"/>
            <a:chOff x="0" y="98581"/>
            <a:chExt cx="9625149" cy="12168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9" name="Rounded Rectangle 28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0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They are used to perform </a:t>
              </a:r>
              <a:r>
                <a:rPr lang="en-US" sz="2000" b="1" dirty="0"/>
                <a:t>mathematical operations </a:t>
              </a:r>
              <a:r>
                <a:rPr lang="en-US" sz="2000" dirty="0"/>
                <a:t>like addition, subtraction, multiplication etc. </a:t>
              </a:r>
              <a:r>
                <a:rPr lang="en-US" sz="2000" b="1" dirty="0"/>
                <a:t>Assume, a=10 and b=5</a:t>
              </a: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60" y="2132836"/>
            <a:ext cx="7143733" cy="459381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526" y="4604515"/>
            <a:ext cx="4510619" cy="21221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942" y="2045899"/>
            <a:ext cx="4163786" cy="255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810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Comparison (Relational) Operators:</a:t>
            </a:r>
            <a:endParaRPr lang="en-GB" dirty="0"/>
          </a:p>
        </p:txBody>
      </p:sp>
      <p:grpSp>
        <p:nvGrpSpPr>
          <p:cNvPr id="8" name="Group 7"/>
          <p:cNvGrpSpPr/>
          <p:nvPr/>
        </p:nvGrpSpPr>
        <p:grpSpPr>
          <a:xfrm>
            <a:off x="659093" y="1107614"/>
            <a:ext cx="9072736" cy="640078"/>
            <a:chOff x="0" y="98581"/>
            <a:chExt cx="9625149" cy="12168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Rounded Rectangle 8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Comparison operators are used to compare values.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59093" y="1815307"/>
            <a:ext cx="9072736" cy="640078"/>
            <a:chOff x="0" y="98581"/>
            <a:chExt cx="9625149" cy="12168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2" name="Rounded Rectangle 11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It either returns True or False according to the condition. Assume, a=10 and b=5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66" y="2536355"/>
            <a:ext cx="6686550" cy="828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66" y="3365030"/>
            <a:ext cx="6677025" cy="3390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6467" y="2680046"/>
            <a:ext cx="3891098" cy="397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613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Comparison (Relational) Operators:</a:t>
            </a:r>
            <a:endParaRPr lang="en-GB" dirty="0"/>
          </a:p>
        </p:txBody>
      </p:sp>
      <p:grpSp>
        <p:nvGrpSpPr>
          <p:cNvPr id="8" name="Group 7"/>
          <p:cNvGrpSpPr/>
          <p:nvPr/>
        </p:nvGrpSpPr>
        <p:grpSpPr>
          <a:xfrm>
            <a:off x="659093" y="1107614"/>
            <a:ext cx="9072736" cy="640078"/>
            <a:chOff x="0" y="98581"/>
            <a:chExt cx="9625149" cy="12168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9" name="Rounded Rectangle 8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Comparison operators are used to compare values.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59093" y="1815307"/>
            <a:ext cx="9072736" cy="640078"/>
            <a:chOff x="0" y="98581"/>
            <a:chExt cx="9625149" cy="1216800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12" name="Rounded Rectangle 11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It either returns True or False according to the condition. Assume, a=10 and b=5</a:t>
              </a: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48" y="2748133"/>
            <a:ext cx="5480449" cy="245088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441" y="2748133"/>
            <a:ext cx="3320737" cy="33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6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Assignment Operators</a:t>
            </a:r>
            <a:endParaRPr lang="en-GB" dirty="0"/>
          </a:p>
        </p:txBody>
      </p:sp>
      <p:grpSp>
        <p:nvGrpSpPr>
          <p:cNvPr id="8" name="Group 7"/>
          <p:cNvGrpSpPr/>
          <p:nvPr/>
        </p:nvGrpSpPr>
        <p:grpSpPr>
          <a:xfrm>
            <a:off x="463150" y="1470786"/>
            <a:ext cx="9072736" cy="640078"/>
            <a:chOff x="0" y="98581"/>
            <a:chExt cx="9625149" cy="12168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9" name="Rounded Rectangle 8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Assignment operators are used in Python to assign values to variables.</a:t>
              </a: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5" y="2564151"/>
            <a:ext cx="6961781" cy="32357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945" y="2743199"/>
            <a:ext cx="5271377" cy="278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52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Assignment Operators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" y="1432999"/>
            <a:ext cx="6795015" cy="46697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146" y="1894113"/>
            <a:ext cx="4952847" cy="261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0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Assignment Operators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75" y="1815736"/>
            <a:ext cx="5710280" cy="42273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541" y="2194560"/>
            <a:ext cx="6040668" cy="318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56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Logical Operators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659093" y="1159866"/>
            <a:ext cx="9072736" cy="640078"/>
            <a:chOff x="0" y="98581"/>
            <a:chExt cx="9625149" cy="1216800"/>
          </a:xfrm>
          <a:solidFill>
            <a:schemeClr val="bg1">
              <a:lumMod val="75000"/>
            </a:schemeClr>
          </a:solidFill>
        </p:grpSpPr>
        <p:sp>
          <p:nvSpPr>
            <p:cNvPr id="5" name="Rounded Rectangle 4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Logical operators are the and, or, not operators.</a:t>
              </a:r>
            </a:p>
          </p:txBody>
        </p:sp>
      </p:grpSp>
      <p:pic>
        <p:nvPicPr>
          <p:cNvPr id="7" name="Picture 6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12125" y="2041660"/>
            <a:ext cx="7292340" cy="2073139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372" y="4347164"/>
            <a:ext cx="5941559" cy="173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52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Bitwise Operators: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354875" y="1169217"/>
            <a:ext cx="10306594" cy="640078"/>
            <a:chOff x="0" y="98581"/>
            <a:chExt cx="9625149" cy="12168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5" name="Rounded Rectangle 4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A bitwise operation operates on one or more bit patterns at the level of individual bits</a:t>
              </a:r>
            </a:p>
          </p:txBody>
        </p:sp>
      </p:grpSp>
      <p:pic>
        <p:nvPicPr>
          <p:cNvPr id="9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8673" y="2658009"/>
            <a:ext cx="6450873" cy="3516853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953589" y="1951570"/>
            <a:ext cx="9455667" cy="635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marR="2946400" indent="-1216025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90170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Example:</a:t>
            </a:r>
            <a:r>
              <a:rPr lang="en-US" sz="1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Let x = 10 (0000 1010 in binary) and y = 4 (0000 0100 in binary)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546" y="2531250"/>
            <a:ext cx="488632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5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Bitwise Operators: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354875" y="1169217"/>
            <a:ext cx="10306594" cy="640078"/>
            <a:chOff x="0" y="98581"/>
            <a:chExt cx="9625149" cy="12168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5" name="Rounded Rectangle 4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A bitwise operation operates on one or more bit patterns at the level of individual bits</a:t>
              </a: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654" y="2474682"/>
            <a:ext cx="5630503" cy="25937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654" y="5090580"/>
            <a:ext cx="2967037" cy="13028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12" y="2474682"/>
            <a:ext cx="488632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765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Membership Operators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354875" y="1169216"/>
            <a:ext cx="10395856" cy="782353"/>
            <a:chOff x="0" y="98581"/>
            <a:chExt cx="9625149" cy="12168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" name="Rounded Rectangle 4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Evaluates to find a value or a variable is in the specified sequence of string, list, tuple, dictionary or not.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4875" y="2013945"/>
            <a:ext cx="10395856" cy="807632"/>
            <a:chOff x="0" y="98581"/>
            <a:chExt cx="9625149" cy="1216800"/>
          </a:xfrm>
          <a:solidFill>
            <a:schemeClr val="accent1"/>
          </a:solidFill>
        </p:grpSpPr>
        <p:sp>
          <p:nvSpPr>
            <p:cNvPr id="12" name="Rounded Rectangle 11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Let, x=[5,3,6,4,1]. To check particular item in list or not, in and not in operators are used.</a:t>
              </a:r>
            </a:p>
          </p:txBody>
        </p:sp>
      </p:grpSp>
      <p:pic>
        <p:nvPicPr>
          <p:cNvPr id="14" name="Picture 1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877" y="3466693"/>
            <a:ext cx="6808198" cy="2333216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895" y="3624498"/>
            <a:ext cx="1807438" cy="201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86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75" y="247560"/>
            <a:ext cx="9647254" cy="779382"/>
          </a:xfr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r>
              <a:rPr lang="en-US" dirty="0"/>
              <a:t>Identity Operators</a:t>
            </a:r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354875" y="1169216"/>
            <a:ext cx="10395856" cy="782353"/>
            <a:chOff x="0" y="98581"/>
            <a:chExt cx="9625149" cy="1216800"/>
          </a:xfrm>
          <a:solidFill>
            <a:schemeClr val="accent1"/>
          </a:solidFill>
        </p:grpSpPr>
        <p:sp>
          <p:nvSpPr>
            <p:cNvPr id="5" name="Rounded Rectangle 4"/>
            <p:cNvSpPr/>
            <p:nvPr/>
          </p:nvSpPr>
          <p:spPr>
            <a:xfrm>
              <a:off x="0" y="98581"/>
              <a:ext cx="9625149" cy="1216800"/>
            </a:xfrm>
            <a:prstGeom prst="roundRect">
              <a:avLst/>
            </a:prstGeom>
            <a:grpFill/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3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Rounded Rectangle 4"/>
            <p:cNvSpPr txBox="1"/>
            <p:nvPr/>
          </p:nvSpPr>
          <p:spPr>
            <a:xfrm>
              <a:off x="407010" y="157980"/>
              <a:ext cx="8982601" cy="109800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They are used to check if two values (or variables) are located on the same part of the memory</a:t>
              </a:r>
            </a:p>
          </p:txBody>
        </p:sp>
      </p:grpSp>
      <p:pic>
        <p:nvPicPr>
          <p:cNvPr id="15" name="Picture 1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4474" y="2365882"/>
            <a:ext cx="6703605" cy="2088552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569" y="4702627"/>
            <a:ext cx="4706983" cy="184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74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207" y="365125"/>
            <a:ext cx="6201458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64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OPERATOR PRECEDENCE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20" y="2011680"/>
            <a:ext cx="8503919" cy="4510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55040" y="1256715"/>
            <a:ext cx="9357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an expression contains </a:t>
            </a:r>
            <a:r>
              <a:rPr lang="en-US" b="1" dirty="0"/>
              <a:t>more than one operator, the order of evaluation</a:t>
            </a:r>
            <a:r>
              <a:rPr lang="en-US" dirty="0"/>
              <a:t> depends on the order of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672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OPERATOR PRECEDENCE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For mathematical operators, Python follows mathematical convention.</a:t>
            </a:r>
            <a:endParaRPr lang="en-IN" dirty="0"/>
          </a:p>
          <a:p>
            <a:pPr algn="just"/>
            <a:r>
              <a:rPr lang="en-US" dirty="0"/>
              <a:t>The acronym </a:t>
            </a:r>
            <a:r>
              <a:rPr lang="en-US" b="1" dirty="0"/>
              <a:t>PEMDAS</a:t>
            </a:r>
            <a:r>
              <a:rPr lang="en-US" dirty="0"/>
              <a:t> (Parentheses, Exponentiation, Multiplication, Division, Addition, Subtraction</a:t>
            </a:r>
            <a:r>
              <a:rPr lang="en-US" b="1" dirty="0"/>
              <a:t>)</a:t>
            </a:r>
            <a:r>
              <a:rPr lang="en-US" dirty="0"/>
              <a:t> is a useful way to remember the rules:</a:t>
            </a:r>
            <a:endParaRPr lang="en-IN" dirty="0"/>
          </a:p>
          <a:p>
            <a:pPr lvl="0"/>
            <a:r>
              <a:rPr lang="en-US" dirty="0"/>
              <a:t>Parentheses have the highest precedence and can be used to force an expression to evaluate in the order you want. Since expressions in parentheses are evaluated first, 2 * (3-1)is 4, and (1+1)**(5-2) is 8.</a:t>
            </a:r>
            <a:endParaRPr lang="en-IN" dirty="0"/>
          </a:p>
          <a:p>
            <a:r>
              <a:rPr lang="en-US" dirty="0"/>
              <a:t> You can also use parentheses to make an expression easier to read, as in (minute</a:t>
            </a:r>
            <a:r>
              <a:rPr lang="en-IN" dirty="0"/>
              <a:t>*</a:t>
            </a:r>
            <a:r>
              <a:rPr lang="en-US" dirty="0"/>
              <a:t>100) / 60, even if it doesn’t change the result.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278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OPERATOR PRECEDENCE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Exponentiation has the next highest precedence, so 1 + 2**3 is 9, not 27, and 2 *3**2 is 18, not 36.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US" dirty="0"/>
              <a:t>Multiplication and Division have higher precedence than Addition and Subtraction. So 2*3-1 is 5, not 4, and 6+4/2 is 8, not 5.</a:t>
            </a:r>
            <a:endParaRPr lang="en-IN" dirty="0"/>
          </a:p>
          <a:p>
            <a:pPr lvl="0"/>
            <a:endParaRPr lang="en-IN" dirty="0"/>
          </a:p>
          <a:p>
            <a:pPr lvl="0"/>
            <a:r>
              <a:rPr lang="en-US" dirty="0"/>
              <a:t>Operators with the same precedence are evaluated from left to right (except exponentiation).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825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</a:t>
            </a:r>
            <a:br>
              <a:rPr lang="en-IN" dirty="0"/>
            </a:br>
            <a:endParaRPr lang="en-IN" dirty="0"/>
          </a:p>
        </p:txBody>
      </p:sp>
      <p:pic>
        <p:nvPicPr>
          <p:cNvPr id="3073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493520"/>
            <a:ext cx="8300720" cy="4246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5736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a = 20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b = 10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c = 15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d = 5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/>
              <a:t>e = 0 </a:t>
            </a:r>
          </a:p>
          <a:p>
            <a:r>
              <a:rPr lang="en-IN" sz="1800" dirty="0"/>
              <a:t>e = (a + b) * c / d #( 30 * 15 ) / 5 </a:t>
            </a:r>
          </a:p>
          <a:p>
            <a:r>
              <a:rPr lang="en-IN" sz="1800" dirty="0"/>
              <a:t>print "Value of (a + b) * c / d is ", e </a:t>
            </a:r>
          </a:p>
          <a:p>
            <a:r>
              <a:rPr lang="en-IN" sz="1800" dirty="0"/>
              <a:t>e = ((a + b) * c) / d # (30 * 15 ) / 5 </a:t>
            </a:r>
          </a:p>
          <a:p>
            <a:r>
              <a:rPr lang="en-IN" sz="1800" dirty="0"/>
              <a:t>print "Value of ((a + b) * c) / d is ", e </a:t>
            </a:r>
          </a:p>
          <a:p>
            <a:r>
              <a:rPr lang="en-IN" sz="1800" dirty="0"/>
              <a:t>e = (a + b) * (c / d); # (30) * (15/5) </a:t>
            </a:r>
          </a:p>
          <a:p>
            <a:r>
              <a:rPr lang="en-IN" sz="1800" dirty="0"/>
              <a:t>print "Value of (a + b) * (c / d) is ", e </a:t>
            </a:r>
          </a:p>
        </p:txBody>
      </p:sp>
    </p:spTree>
    <p:extLst>
      <p:ext uri="{BB962C8B-B14F-4D97-AF65-F5344CB8AC3E}">
        <p14:creationId xmlns:p14="http://schemas.microsoft.com/office/powerpoint/2010/main" val="1917228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e = a + (b * c) / d; # 20 + (150/5) </a:t>
            </a:r>
          </a:p>
          <a:p>
            <a:r>
              <a:rPr lang="en-IN" sz="1800" dirty="0"/>
              <a:t>print "Value of a + (b * c) / d is ", e</a:t>
            </a:r>
          </a:p>
          <a:p>
            <a:r>
              <a:rPr lang="en-IN" sz="1800" u="sng" dirty="0"/>
              <a:t>Output is:</a:t>
            </a:r>
          </a:p>
          <a:p>
            <a:r>
              <a:rPr lang="en-IN" sz="1800" dirty="0"/>
              <a:t>Value of (a + b) * c / d is 90 </a:t>
            </a:r>
          </a:p>
          <a:p>
            <a:r>
              <a:rPr lang="en-IN" sz="1800" dirty="0"/>
              <a:t>Value of ((a + b) * c) / d is 90 </a:t>
            </a:r>
          </a:p>
          <a:p>
            <a:r>
              <a:rPr lang="en-IN" sz="1800" dirty="0"/>
              <a:t>Value of (a + b) * (c / d) is 90 </a:t>
            </a:r>
          </a:p>
          <a:p>
            <a:r>
              <a:rPr lang="en-IN" sz="1800" dirty="0"/>
              <a:t>Value of a + (b * c) / d is 50</a:t>
            </a:r>
          </a:p>
        </p:txBody>
      </p:sp>
    </p:spTree>
    <p:extLst>
      <p:ext uri="{BB962C8B-B14F-4D97-AF65-F5344CB8AC3E}">
        <p14:creationId xmlns:p14="http://schemas.microsoft.com/office/powerpoint/2010/main" val="143705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Microsoft Office PowerPoint</Application>
  <PresentationFormat>Widescreen</PresentationFormat>
  <Paragraphs>87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Times New Roman</vt:lpstr>
      <vt:lpstr>Office Theme</vt:lpstr>
      <vt:lpstr>TUPLE ASSIGNMENT</vt:lpstr>
      <vt:lpstr>TUPLE ASSIGNMENT</vt:lpstr>
      <vt:lpstr>TUPLE ASSIGNMENT</vt:lpstr>
      <vt:lpstr>TUPLE ASSIGNMENT</vt:lpstr>
      <vt:lpstr>OPERATORS</vt:lpstr>
      <vt:lpstr>Arithmetic operators</vt:lpstr>
      <vt:lpstr>Comparison (Relational) Operators:</vt:lpstr>
      <vt:lpstr>Comparison (Relational) Operators:</vt:lpstr>
      <vt:lpstr>Assignment Operators</vt:lpstr>
      <vt:lpstr>Assignment Operators</vt:lpstr>
      <vt:lpstr>Assignment Operators</vt:lpstr>
      <vt:lpstr>Logical Operators</vt:lpstr>
      <vt:lpstr>Bitwise Operators:</vt:lpstr>
      <vt:lpstr>Bitwise Operators:</vt:lpstr>
      <vt:lpstr>Membership Operators</vt:lpstr>
      <vt:lpstr>Identity Operators</vt:lpstr>
      <vt:lpstr>PowerPoint Presentation</vt:lpstr>
      <vt:lpstr>OPERATOR PRECEDENCE</vt:lpstr>
      <vt:lpstr>OPERATOR PRECEDENCE</vt:lpstr>
      <vt:lpstr>OPERATOR PRECEDENCE</vt:lpstr>
      <vt:lpstr>Example: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PRABU KANNA GOVINDARAJAN</dc:creator>
  <cp:lastModifiedBy>PRABU KANNA GOVINDARAJAN</cp:lastModifiedBy>
  <cp:revision>1</cp:revision>
  <dcterms:created xsi:type="dcterms:W3CDTF">2025-09-22T04:42:06Z</dcterms:created>
  <dcterms:modified xsi:type="dcterms:W3CDTF">2025-09-22T04:42:22Z</dcterms:modified>
</cp:coreProperties>
</file>