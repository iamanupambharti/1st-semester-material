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Operators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Explanation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+ : Addition → 5 + 3 = 8</a:t>
            </a:r>
          </a:p>
          <a:p>
            <a:pPr marL="0" indent="0">
              <a:buNone/>
            </a:pPr>
            <a:r>
              <a:rPr dirty="0"/>
              <a:t>- : Subtraction → 10 - 4 = 6</a:t>
            </a:r>
          </a:p>
          <a:p>
            <a:pPr marL="0" indent="0">
              <a:buNone/>
            </a:pPr>
            <a:r>
              <a:rPr dirty="0"/>
              <a:t>* : Multiplication → 6 * 2 = 12</a:t>
            </a:r>
          </a:p>
          <a:p>
            <a:pPr marL="0" indent="0">
              <a:buNone/>
            </a:pPr>
            <a:r>
              <a:rPr dirty="0"/>
              <a:t>/ : Division → 7 / 2 = 3.5</a:t>
            </a:r>
          </a:p>
          <a:p>
            <a:pPr marL="0" indent="0">
              <a:buNone/>
            </a:pPr>
            <a:r>
              <a:rPr dirty="0"/>
              <a:t>// : Floor Division → 7 // 2 = 3</a:t>
            </a:r>
          </a:p>
          <a:p>
            <a:pPr marL="0" indent="0">
              <a:buNone/>
            </a:pPr>
            <a:r>
              <a:rPr dirty="0"/>
              <a:t>% : Modulus → 7 % 2 = 1</a:t>
            </a:r>
          </a:p>
          <a:p>
            <a:pPr marL="0" indent="0">
              <a:buNone/>
            </a:pPr>
            <a:r>
              <a:rPr dirty="0"/>
              <a:t>** : Exponent → 2 ** 3 =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== : Equal → 5 == 5 → True</a:t>
            </a:r>
          </a:p>
          <a:p>
            <a:pPr marL="0" indent="0">
              <a:buNone/>
            </a:pPr>
            <a:r>
              <a:rPr dirty="0"/>
              <a:t>!= : Not equal → 5 != 3 → True</a:t>
            </a:r>
          </a:p>
          <a:p>
            <a:pPr marL="0" indent="0">
              <a:buNone/>
            </a:pPr>
            <a:r>
              <a:rPr dirty="0"/>
              <a:t>&gt; : Greater than → 7 &gt; 2 → True</a:t>
            </a:r>
          </a:p>
          <a:p>
            <a:pPr marL="0" indent="0">
              <a:buNone/>
            </a:pPr>
            <a:r>
              <a:rPr dirty="0"/>
              <a:t>&lt; : Less than → 4 &lt; 9 → True</a:t>
            </a:r>
          </a:p>
          <a:p>
            <a:pPr marL="0" indent="0">
              <a:buNone/>
            </a:pPr>
            <a:r>
              <a:rPr dirty="0"/>
              <a:t>&gt;= : Greater or equal → 5 &gt;= 5 → True</a:t>
            </a:r>
          </a:p>
          <a:p>
            <a:pPr marL="0" indent="0">
              <a:buNone/>
            </a:pPr>
            <a:r>
              <a:rPr dirty="0"/>
              <a:t>&lt;= : Less or equal → 3 &lt;= 5 →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= : Assign → x = 10</a:t>
            </a:r>
          </a:p>
          <a:p>
            <a:pPr marL="0" indent="0">
              <a:buNone/>
            </a:pPr>
            <a:r>
              <a:rPr dirty="0"/>
              <a:t>+= : Add and assign → x += 5</a:t>
            </a:r>
          </a:p>
          <a:p>
            <a:pPr marL="0" indent="0">
              <a:buNone/>
            </a:pPr>
            <a:r>
              <a:rPr dirty="0"/>
              <a:t>-= : Subtract and assign → x -= 3</a:t>
            </a:r>
          </a:p>
          <a:p>
            <a:pPr marL="0" indent="0">
              <a:buNone/>
            </a:pPr>
            <a:r>
              <a:rPr dirty="0"/>
              <a:t>*= : Multiply and assign → x *= 2</a:t>
            </a:r>
          </a:p>
          <a:p>
            <a:pPr marL="0" indent="0">
              <a:buNone/>
            </a:pPr>
            <a:r>
              <a:rPr dirty="0"/>
              <a:t>/= : Divide and assign → x /= 2</a:t>
            </a:r>
          </a:p>
          <a:p>
            <a:pPr marL="0" indent="0">
              <a:buNone/>
            </a:pPr>
            <a:r>
              <a:rPr dirty="0"/>
              <a:t>//= : Floor divide and assign</a:t>
            </a:r>
          </a:p>
          <a:p>
            <a:pPr marL="0" indent="0">
              <a:buNone/>
            </a:pPr>
            <a:r>
              <a:rPr dirty="0"/>
              <a:t>%= : Modulus and assign</a:t>
            </a:r>
          </a:p>
          <a:p>
            <a:pPr marL="0" indent="0">
              <a:buNone/>
            </a:pPr>
            <a:r>
              <a:rPr dirty="0"/>
              <a:t>**= : Exponent and assign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and : True if both are True → (5 &gt; 2 and 3 &lt; 4) → True</a:t>
            </a:r>
          </a:p>
          <a:p>
            <a:pPr marL="0" indent="0">
              <a:buNone/>
            </a:pPr>
            <a:r>
              <a:rPr dirty="0"/>
              <a:t>or : True if at least one is True → (5 &gt; 10 or 3 &lt; 4) → True</a:t>
            </a:r>
          </a:p>
          <a:p>
            <a:pPr marL="0" indent="0">
              <a:buNone/>
            </a:pPr>
            <a:r>
              <a:rPr dirty="0"/>
              <a:t>not : Reverses result → not(5 &gt; 2) →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Bitwise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&amp; : AND → 5 &amp; 3 = 1</a:t>
            </a:r>
          </a:p>
          <a:p>
            <a:pPr marL="0" indent="0">
              <a:buNone/>
            </a:pPr>
            <a:r>
              <a:rPr dirty="0"/>
              <a:t>| : OR → 5 | 3 = 7</a:t>
            </a:r>
          </a:p>
          <a:p>
            <a:pPr marL="0" indent="0">
              <a:buNone/>
            </a:pPr>
            <a:r>
              <a:rPr dirty="0"/>
              <a:t>^ : XOR → 5 ^ 3 = 6</a:t>
            </a:r>
          </a:p>
          <a:p>
            <a:pPr marL="0" indent="0">
              <a:buNone/>
            </a:pPr>
            <a:r>
              <a:rPr dirty="0"/>
              <a:t>~ : NOT → ~5 = -6</a:t>
            </a:r>
          </a:p>
          <a:p>
            <a:pPr marL="0" indent="0">
              <a:buNone/>
            </a:pPr>
            <a:r>
              <a:rPr dirty="0"/>
              <a:t>&lt;&lt; : Left shift → 5 &lt;&lt; 1 = 10</a:t>
            </a:r>
          </a:p>
          <a:p>
            <a:pPr marL="0" indent="0">
              <a:buNone/>
            </a:pPr>
            <a:r>
              <a:rPr dirty="0"/>
              <a:t>&gt;&gt; : Right shift → 5 &gt;&gt; 1 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Membership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 : Checks if value is inside → 'a' in 'apple' → True</a:t>
            </a:r>
          </a:p>
          <a:p>
            <a:pPr marL="0" indent="0">
              <a:buNone/>
            </a:pPr>
            <a:r>
              <a:rPr dirty="0"/>
              <a:t>not in : Checks if value is not inside → 'x' not in 'apple' →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Identity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is : True if two variables point to same object</a:t>
            </a:r>
          </a:p>
          <a:p>
            <a:pPr marL="0" indent="0">
              <a:buNone/>
            </a:pPr>
            <a:r>
              <a:rPr dirty="0"/>
              <a:t>is not : Opposite of is</a:t>
            </a:r>
          </a:p>
          <a:p>
            <a:pPr marL="0" indent="0">
              <a:buNone/>
            </a:pPr>
            <a:r>
              <a:rPr dirty="0"/>
              <a:t>Example: x = [1,2,3]; y = x; z = [1,2,3]</a:t>
            </a:r>
          </a:p>
          <a:p>
            <a:pPr marL="0" indent="0">
              <a:buNone/>
            </a:pPr>
            <a:r>
              <a:rPr dirty="0"/>
              <a:t>x is y → True, x is z →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B9A2-F021-9F9B-C1D2-7CCA1082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Shift (&lt;&lt;) Step by Step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2EEAE-BF24-227B-2B67-F01E55F8B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Example: 5 &lt;&lt; 1</a:t>
                </a:r>
              </a:p>
              <a:p>
                <a:pPr marL="0" indent="0">
                  <a:buNone/>
                </a:pPr>
                <a:r>
                  <a:rPr lang="en-US" dirty="0"/>
                  <a:t>Binary: 00000101 → 00001010</a:t>
                </a:r>
              </a:p>
              <a:p>
                <a:pPr marL="0" indent="0">
                  <a:buNone/>
                </a:pPr>
                <a:r>
                  <a:rPr lang="en-US" dirty="0"/>
                  <a:t>Decimal: 5 → 10 (</a:t>
                </a:r>
                <a:r>
                  <a:rPr lang="en-IN" dirty="0"/>
                  <a:t>Left shifting by 1 is like multiplying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1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2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Check: 5 * (2^1) = 10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Example: 5 &lt;&lt; 2</a:t>
                </a:r>
              </a:p>
              <a:p>
                <a:pPr marL="0" indent="0">
                  <a:buNone/>
                </a:pPr>
                <a:r>
                  <a:rPr lang="en-US" dirty="0"/>
                  <a:t>Binary: 00000101 → 00010100</a:t>
                </a:r>
              </a:p>
              <a:p>
                <a:pPr marL="0" indent="0">
                  <a:buNone/>
                </a:pPr>
                <a:r>
                  <a:rPr lang="en-US" dirty="0"/>
                  <a:t>Decimal: 5 → 20</a:t>
                </a:r>
              </a:p>
              <a:p>
                <a:pPr marL="0" indent="0">
                  <a:buNone/>
                </a:pPr>
                <a:r>
                  <a:rPr lang="en-US" dirty="0"/>
                  <a:t>Check: 5 * (2^2) = 20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2EEAE-BF24-227B-2B67-F01E55F8B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504" r="-2667" b="-3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24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1D11-2838-C890-B0F3-F734DAB6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Shift (&gt;&gt;) Step by Step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11A87-6CC9-791D-FBBE-BA2B4D0386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Example: 20 &gt;&gt; 1</a:t>
                </a:r>
              </a:p>
              <a:p>
                <a:pPr marL="0" indent="0">
                  <a:buNone/>
                </a:pPr>
                <a:r>
                  <a:rPr lang="en-US" dirty="0"/>
                  <a:t>Binary: 00010100 → 00001010</a:t>
                </a:r>
              </a:p>
              <a:p>
                <a:pPr marL="0" indent="0">
                  <a:buNone/>
                </a:pPr>
                <a:r>
                  <a:rPr lang="en-US" dirty="0"/>
                  <a:t>Decimal: 20 → 10 (</a:t>
                </a:r>
                <a:r>
                  <a:rPr lang="en-IN" dirty="0"/>
                  <a:t>Right shifting by 1 is like dividing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1</m:t>
                        </m:r>
                      </m:sup>
                    </m:sSup>
                    <m:r>
                      <a:rPr lang="ar-AE"/>
                      <m:t>=</m:t>
                    </m:r>
                    <m:r>
                      <a:rPr lang="ar-AE"/>
                      <m:t>2</m:t>
                    </m:r>
                  </m:oMath>
                </a14:m>
                <a:r>
                  <a:rPr lang="ar-AE" dirty="0"/>
                  <a:t>, </a:t>
                </a:r>
                <a:r>
                  <a:rPr lang="en-IN" dirty="0"/>
                  <a:t>and rounding down)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Check: 20 // (2^1) = 10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Example: 20 &gt;&gt; 2</a:t>
                </a:r>
              </a:p>
              <a:p>
                <a:pPr marL="0" indent="0">
                  <a:buNone/>
                </a:pPr>
                <a:r>
                  <a:rPr lang="en-US" dirty="0"/>
                  <a:t>Binary: 00010100 → 00000101</a:t>
                </a:r>
              </a:p>
              <a:p>
                <a:pPr marL="0" indent="0">
                  <a:buNone/>
                </a:pPr>
                <a:r>
                  <a:rPr lang="en-US" dirty="0"/>
                  <a:t>Decimal: 20 → 5</a:t>
                </a:r>
              </a:p>
              <a:p>
                <a:pPr marL="0" indent="0">
                  <a:buNone/>
                </a:pPr>
                <a:r>
                  <a:rPr lang="en-US" dirty="0"/>
                  <a:t>Check: 20 // (2^2) = 5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11A87-6CC9-791D-FBBE-BA2B4D038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504" r="-1259" b="-3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306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542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Operators in Python</vt:lpstr>
      <vt:lpstr>1. Arithmetic Operators</vt:lpstr>
      <vt:lpstr>2. Comparison Operators</vt:lpstr>
      <vt:lpstr>3. Assignment Operators</vt:lpstr>
      <vt:lpstr>4. Logical Operators</vt:lpstr>
      <vt:lpstr>5. Bitwise Operators</vt:lpstr>
      <vt:lpstr>6. Membership Operators</vt:lpstr>
      <vt:lpstr>7. Identity Operators</vt:lpstr>
      <vt:lpstr>Left Shift (&lt;&lt;) Step by Step</vt:lpstr>
      <vt:lpstr>Right Shift (&gt;&gt;) Step by Step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PRABU KANNA GOVINDARAJAN</cp:lastModifiedBy>
  <cp:revision>6</cp:revision>
  <dcterms:created xsi:type="dcterms:W3CDTF">2013-01-27T09:14:16Z</dcterms:created>
  <dcterms:modified xsi:type="dcterms:W3CDTF">2025-09-22T04:43:05Z</dcterms:modified>
  <cp:category/>
</cp:coreProperties>
</file>