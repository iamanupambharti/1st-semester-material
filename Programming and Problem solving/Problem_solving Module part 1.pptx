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1.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9.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0.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23.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4" r:id="rId3"/>
  </p:sldMasterIdLst>
  <p:notesMasterIdLst>
    <p:notesMasterId r:id="rId35"/>
  </p:notesMasterIdLst>
  <p:sldIdLst>
    <p:sldId id="256" r:id="rId4"/>
    <p:sldId id="522" r:id="rId5"/>
    <p:sldId id="491" r:id="rId6"/>
    <p:sldId id="471" r:id="rId7"/>
    <p:sldId id="472" r:id="rId8"/>
    <p:sldId id="473" r:id="rId9"/>
    <p:sldId id="474" r:id="rId10"/>
    <p:sldId id="475" r:id="rId11"/>
    <p:sldId id="476" r:id="rId12"/>
    <p:sldId id="477" r:id="rId13"/>
    <p:sldId id="478" r:id="rId14"/>
    <p:sldId id="481" r:id="rId15"/>
    <p:sldId id="483" r:id="rId16"/>
    <p:sldId id="484" r:id="rId17"/>
    <p:sldId id="486" r:id="rId18"/>
    <p:sldId id="487" r:id="rId19"/>
    <p:sldId id="488" r:id="rId20"/>
    <p:sldId id="489" r:id="rId21"/>
    <p:sldId id="490" r:id="rId22"/>
    <p:sldId id="492" r:id="rId23"/>
    <p:sldId id="293" r:id="rId24"/>
    <p:sldId id="432" r:id="rId25"/>
    <p:sldId id="433" r:id="rId26"/>
    <p:sldId id="441" r:id="rId27"/>
    <p:sldId id="434" r:id="rId28"/>
    <p:sldId id="435" r:id="rId29"/>
    <p:sldId id="436" r:id="rId30"/>
    <p:sldId id="437" r:id="rId31"/>
    <p:sldId id="438" r:id="rId32"/>
    <p:sldId id="439" r:id="rId33"/>
    <p:sldId id="440"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tableStyles" Target="tableStyles.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notesMaster" Target="notesMasters/notesMaster1.xml"/><Relationship Id="rId8" Type="http://schemas.openxmlformats.org/officeDocument/2006/relationships/slide" Target="slides/slide5.xml"/><Relationship Id="rId3" Type="http://schemas.openxmlformats.org/officeDocument/2006/relationships/slideMaster" Target="slideMasters/slideMaster3.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E510CBC-F715-4201-B4F1-A8B24DBCF53F}" type="doc">
      <dgm:prSet loTypeId="urn:microsoft.com/office/officeart/2011/layout/CircleProcess" loCatId="process" qsTypeId="urn:microsoft.com/office/officeart/2005/8/quickstyle/simple1" qsCatId="simple" csTypeId="urn:microsoft.com/office/officeart/2005/8/colors/colorful1" csCatId="colorful" phldr="1"/>
      <dgm:spPr/>
      <dgm:t>
        <a:bodyPr/>
        <a:lstStyle/>
        <a:p>
          <a:endParaRPr lang="en-US"/>
        </a:p>
      </dgm:t>
    </dgm:pt>
    <dgm:pt modelId="{6B8A0030-71B7-43CE-B831-63E98107BB83}">
      <dgm:prSet phldrT="[Text]"/>
      <dgm:spPr/>
      <dgm:t>
        <a:bodyPr/>
        <a:lstStyle/>
        <a:p>
          <a:r>
            <a:rPr lang="en-US" dirty="0"/>
            <a:t>Problem Definition Phase</a:t>
          </a:r>
        </a:p>
      </dgm:t>
    </dgm:pt>
    <dgm:pt modelId="{9F96465E-F3B6-4266-937C-1875B31C61E1}" type="parTrans" cxnId="{781958D1-F2F7-4AFA-9FE9-D6BC60909293}">
      <dgm:prSet/>
      <dgm:spPr/>
      <dgm:t>
        <a:bodyPr/>
        <a:lstStyle/>
        <a:p>
          <a:endParaRPr lang="en-US"/>
        </a:p>
      </dgm:t>
    </dgm:pt>
    <dgm:pt modelId="{44E6EE33-4C04-429D-9969-2FA99D47E7AF}" type="sibTrans" cxnId="{781958D1-F2F7-4AFA-9FE9-D6BC60909293}">
      <dgm:prSet/>
      <dgm:spPr/>
      <dgm:t>
        <a:bodyPr/>
        <a:lstStyle/>
        <a:p>
          <a:endParaRPr lang="en-US"/>
        </a:p>
      </dgm:t>
    </dgm:pt>
    <dgm:pt modelId="{9FF28F2E-2055-40DB-856D-8925E999D852}">
      <dgm:prSet phldrT="[Text]"/>
      <dgm:spPr/>
      <dgm:t>
        <a:bodyPr/>
        <a:lstStyle/>
        <a:p>
          <a:r>
            <a:rPr lang="en-US" dirty="0"/>
            <a:t>Getting Started on a Problem</a:t>
          </a:r>
        </a:p>
      </dgm:t>
    </dgm:pt>
    <dgm:pt modelId="{E4A13741-CB69-4907-8804-1FD2FADC69A4}" type="parTrans" cxnId="{BBDD0676-CF11-41A7-930D-6CFE8FB2B229}">
      <dgm:prSet/>
      <dgm:spPr/>
      <dgm:t>
        <a:bodyPr/>
        <a:lstStyle/>
        <a:p>
          <a:endParaRPr lang="en-US"/>
        </a:p>
      </dgm:t>
    </dgm:pt>
    <dgm:pt modelId="{AE39E0B4-9570-46E1-BA03-08A678E100E2}" type="sibTrans" cxnId="{BBDD0676-CF11-41A7-930D-6CFE8FB2B229}">
      <dgm:prSet/>
      <dgm:spPr/>
      <dgm:t>
        <a:bodyPr/>
        <a:lstStyle/>
        <a:p>
          <a:endParaRPr lang="en-US"/>
        </a:p>
      </dgm:t>
    </dgm:pt>
    <dgm:pt modelId="{1AF33570-258A-4766-98D6-BA9F8195B17D}">
      <dgm:prSet phldrT="[Text]"/>
      <dgm:spPr/>
      <dgm:t>
        <a:bodyPr/>
        <a:lstStyle/>
        <a:p>
          <a:r>
            <a:rPr lang="en-US" dirty="0"/>
            <a:t>Use of Specific Examples</a:t>
          </a:r>
        </a:p>
      </dgm:t>
    </dgm:pt>
    <dgm:pt modelId="{0AAB1995-E0C3-488F-80B7-2F82C9656655}" type="parTrans" cxnId="{DB4C8CFA-36DC-4156-A36B-FDCA022394B1}">
      <dgm:prSet/>
      <dgm:spPr/>
      <dgm:t>
        <a:bodyPr/>
        <a:lstStyle/>
        <a:p>
          <a:endParaRPr lang="en-US"/>
        </a:p>
      </dgm:t>
    </dgm:pt>
    <dgm:pt modelId="{2059054E-5A5B-4AEE-A02D-EAAB26FE4D10}" type="sibTrans" cxnId="{DB4C8CFA-36DC-4156-A36B-FDCA022394B1}">
      <dgm:prSet/>
      <dgm:spPr/>
      <dgm:t>
        <a:bodyPr/>
        <a:lstStyle/>
        <a:p>
          <a:endParaRPr lang="en-US"/>
        </a:p>
      </dgm:t>
    </dgm:pt>
    <dgm:pt modelId="{0705E439-13B4-4EB6-BE33-FA4016C07F78}">
      <dgm:prSet phldrT="[Text]"/>
      <dgm:spPr/>
      <dgm:t>
        <a:bodyPr/>
        <a:lstStyle/>
        <a:p>
          <a:r>
            <a:rPr lang="en-US" dirty="0"/>
            <a:t>Similarities among Problems</a:t>
          </a:r>
        </a:p>
      </dgm:t>
    </dgm:pt>
    <dgm:pt modelId="{EDEDBB3B-D493-4DC1-8486-EA7B69C2AC1C}" type="parTrans" cxnId="{D6DEA9AD-3FE3-4FF8-B68E-07F5CCF7BF42}">
      <dgm:prSet/>
      <dgm:spPr/>
      <dgm:t>
        <a:bodyPr/>
        <a:lstStyle/>
        <a:p>
          <a:endParaRPr lang="en-US"/>
        </a:p>
      </dgm:t>
    </dgm:pt>
    <dgm:pt modelId="{47730B1C-3469-43BC-BA1D-19FF53341F39}" type="sibTrans" cxnId="{D6DEA9AD-3FE3-4FF8-B68E-07F5CCF7BF42}">
      <dgm:prSet/>
      <dgm:spPr/>
      <dgm:t>
        <a:bodyPr/>
        <a:lstStyle/>
        <a:p>
          <a:endParaRPr lang="en-US"/>
        </a:p>
      </dgm:t>
    </dgm:pt>
    <dgm:pt modelId="{1ACFB371-D120-4705-9222-C37985090D41}">
      <dgm:prSet phldrT="[Text]"/>
      <dgm:spPr/>
      <dgm:t>
        <a:bodyPr/>
        <a:lstStyle/>
        <a:p>
          <a:r>
            <a:rPr lang="en-US" dirty="0"/>
            <a:t>Working backwards from the solution</a:t>
          </a:r>
        </a:p>
      </dgm:t>
    </dgm:pt>
    <dgm:pt modelId="{77500BF0-BB35-4339-96C9-4971135F03BA}" type="parTrans" cxnId="{A3CC4DA8-1839-4F69-8D9C-21FF21EC3511}">
      <dgm:prSet/>
      <dgm:spPr/>
      <dgm:t>
        <a:bodyPr/>
        <a:lstStyle/>
        <a:p>
          <a:endParaRPr lang="en-US"/>
        </a:p>
      </dgm:t>
    </dgm:pt>
    <dgm:pt modelId="{6F6E5C4B-2EBC-4BBA-AF69-EDC2F8E9639C}" type="sibTrans" cxnId="{A3CC4DA8-1839-4F69-8D9C-21FF21EC3511}">
      <dgm:prSet/>
      <dgm:spPr/>
      <dgm:t>
        <a:bodyPr/>
        <a:lstStyle/>
        <a:p>
          <a:endParaRPr lang="en-US"/>
        </a:p>
      </dgm:t>
    </dgm:pt>
    <dgm:pt modelId="{A7861E85-4AE4-4A1B-9F67-86311F4CBB3F}">
      <dgm:prSet phldrT="[Text]"/>
      <dgm:spPr/>
      <dgm:t>
        <a:bodyPr/>
        <a:lstStyle/>
        <a:p>
          <a:r>
            <a:rPr lang="en-US" dirty="0"/>
            <a:t>General Problem Solving Strategies</a:t>
          </a:r>
        </a:p>
      </dgm:t>
    </dgm:pt>
    <dgm:pt modelId="{CAF41E2B-6576-49AD-A16B-2C9B3A2DCE7B}" type="parTrans" cxnId="{95F2EAA2-D272-4FBE-8D88-EB3B934B2343}">
      <dgm:prSet/>
      <dgm:spPr/>
      <dgm:t>
        <a:bodyPr/>
        <a:lstStyle/>
        <a:p>
          <a:endParaRPr lang="en-US"/>
        </a:p>
      </dgm:t>
    </dgm:pt>
    <dgm:pt modelId="{55151BA0-5F0C-462C-A383-DA5656796837}" type="sibTrans" cxnId="{95F2EAA2-D272-4FBE-8D88-EB3B934B2343}">
      <dgm:prSet/>
      <dgm:spPr/>
      <dgm:t>
        <a:bodyPr/>
        <a:lstStyle/>
        <a:p>
          <a:endParaRPr lang="en-US"/>
        </a:p>
      </dgm:t>
    </dgm:pt>
    <dgm:pt modelId="{AD8C64AD-4423-4614-80AB-8EF5AE136D98}" type="pres">
      <dgm:prSet presAssocID="{1E510CBC-F715-4201-B4F1-A8B24DBCF53F}" presName="Name0" presStyleCnt="0">
        <dgm:presLayoutVars>
          <dgm:chMax val="11"/>
          <dgm:chPref val="11"/>
          <dgm:dir/>
          <dgm:resizeHandles/>
        </dgm:presLayoutVars>
      </dgm:prSet>
      <dgm:spPr/>
    </dgm:pt>
    <dgm:pt modelId="{366B0B13-B099-41D5-9A7A-8CE2918D1BD6}" type="pres">
      <dgm:prSet presAssocID="{A7861E85-4AE4-4A1B-9F67-86311F4CBB3F}" presName="Accent6" presStyleCnt="0"/>
      <dgm:spPr/>
    </dgm:pt>
    <dgm:pt modelId="{709DCB3E-E13A-4CAA-9AA2-3E9232971E0A}" type="pres">
      <dgm:prSet presAssocID="{A7861E85-4AE4-4A1B-9F67-86311F4CBB3F}" presName="Accent" presStyleLbl="node1" presStyleIdx="0" presStyleCnt="6"/>
      <dgm:spPr/>
    </dgm:pt>
    <dgm:pt modelId="{192E7394-B8E8-4B4D-B41E-54C95B44338E}" type="pres">
      <dgm:prSet presAssocID="{A7861E85-4AE4-4A1B-9F67-86311F4CBB3F}" presName="ParentBackground6" presStyleCnt="0"/>
      <dgm:spPr/>
    </dgm:pt>
    <dgm:pt modelId="{E3EAD5BE-93D5-4745-8BDD-061CF26B37D9}" type="pres">
      <dgm:prSet presAssocID="{A7861E85-4AE4-4A1B-9F67-86311F4CBB3F}" presName="ParentBackground" presStyleLbl="fgAcc1" presStyleIdx="0" presStyleCnt="6"/>
      <dgm:spPr/>
    </dgm:pt>
    <dgm:pt modelId="{15B36003-4975-4BE1-8A36-B7290BC13B4D}" type="pres">
      <dgm:prSet presAssocID="{A7861E85-4AE4-4A1B-9F67-86311F4CBB3F}" presName="Parent6" presStyleLbl="revTx" presStyleIdx="0" presStyleCnt="0">
        <dgm:presLayoutVars>
          <dgm:chMax val="1"/>
          <dgm:chPref val="1"/>
          <dgm:bulletEnabled val="1"/>
        </dgm:presLayoutVars>
      </dgm:prSet>
      <dgm:spPr/>
    </dgm:pt>
    <dgm:pt modelId="{90BE6007-2CE4-456C-B75F-96ACF66030B8}" type="pres">
      <dgm:prSet presAssocID="{1ACFB371-D120-4705-9222-C37985090D41}" presName="Accent5" presStyleCnt="0"/>
      <dgm:spPr/>
    </dgm:pt>
    <dgm:pt modelId="{C4E246EC-F601-4924-BBC8-3A1A082C7A23}" type="pres">
      <dgm:prSet presAssocID="{1ACFB371-D120-4705-9222-C37985090D41}" presName="Accent" presStyleLbl="node1" presStyleIdx="1" presStyleCnt="6"/>
      <dgm:spPr/>
    </dgm:pt>
    <dgm:pt modelId="{B15B0256-EE6B-44F4-BD54-77EDE361616A}" type="pres">
      <dgm:prSet presAssocID="{1ACFB371-D120-4705-9222-C37985090D41}" presName="ParentBackground5" presStyleCnt="0"/>
      <dgm:spPr/>
    </dgm:pt>
    <dgm:pt modelId="{7B89AD82-5E4B-4B8F-9508-4A72617B65ED}" type="pres">
      <dgm:prSet presAssocID="{1ACFB371-D120-4705-9222-C37985090D41}" presName="ParentBackground" presStyleLbl="fgAcc1" presStyleIdx="1" presStyleCnt="6"/>
      <dgm:spPr/>
    </dgm:pt>
    <dgm:pt modelId="{A3790AB7-4C3B-4733-B57D-CA9AE3F029F4}" type="pres">
      <dgm:prSet presAssocID="{1ACFB371-D120-4705-9222-C37985090D41}" presName="Parent5" presStyleLbl="revTx" presStyleIdx="0" presStyleCnt="0">
        <dgm:presLayoutVars>
          <dgm:chMax val="1"/>
          <dgm:chPref val="1"/>
          <dgm:bulletEnabled val="1"/>
        </dgm:presLayoutVars>
      </dgm:prSet>
      <dgm:spPr/>
    </dgm:pt>
    <dgm:pt modelId="{5F9EA52C-90E3-4AC3-B2BB-B758EA7A4658}" type="pres">
      <dgm:prSet presAssocID="{0705E439-13B4-4EB6-BE33-FA4016C07F78}" presName="Accent4" presStyleCnt="0"/>
      <dgm:spPr/>
    </dgm:pt>
    <dgm:pt modelId="{DBDD5211-DC76-417C-B3A5-01B03A4A934A}" type="pres">
      <dgm:prSet presAssocID="{0705E439-13B4-4EB6-BE33-FA4016C07F78}" presName="Accent" presStyleLbl="node1" presStyleIdx="2" presStyleCnt="6"/>
      <dgm:spPr/>
    </dgm:pt>
    <dgm:pt modelId="{AA38582F-CB92-414A-B4F9-30C4489A2D2D}" type="pres">
      <dgm:prSet presAssocID="{0705E439-13B4-4EB6-BE33-FA4016C07F78}" presName="ParentBackground4" presStyleCnt="0"/>
      <dgm:spPr/>
    </dgm:pt>
    <dgm:pt modelId="{2DA99B01-3956-4087-A853-30809F0FE27D}" type="pres">
      <dgm:prSet presAssocID="{0705E439-13B4-4EB6-BE33-FA4016C07F78}" presName="ParentBackground" presStyleLbl="fgAcc1" presStyleIdx="2" presStyleCnt="6"/>
      <dgm:spPr/>
    </dgm:pt>
    <dgm:pt modelId="{E27F009A-1B4A-47D2-BE2E-1244852443EC}" type="pres">
      <dgm:prSet presAssocID="{0705E439-13B4-4EB6-BE33-FA4016C07F78}" presName="Parent4" presStyleLbl="revTx" presStyleIdx="0" presStyleCnt="0">
        <dgm:presLayoutVars>
          <dgm:chMax val="1"/>
          <dgm:chPref val="1"/>
          <dgm:bulletEnabled val="1"/>
        </dgm:presLayoutVars>
      </dgm:prSet>
      <dgm:spPr/>
    </dgm:pt>
    <dgm:pt modelId="{CCA0AF29-C9A7-43BB-B812-E39B925B9ED2}" type="pres">
      <dgm:prSet presAssocID="{1AF33570-258A-4766-98D6-BA9F8195B17D}" presName="Accent3" presStyleCnt="0"/>
      <dgm:spPr/>
    </dgm:pt>
    <dgm:pt modelId="{3D2C86EB-6BEB-41E3-8F51-9165B4E964FC}" type="pres">
      <dgm:prSet presAssocID="{1AF33570-258A-4766-98D6-BA9F8195B17D}" presName="Accent" presStyleLbl="node1" presStyleIdx="3" presStyleCnt="6"/>
      <dgm:spPr/>
    </dgm:pt>
    <dgm:pt modelId="{A73CE2B3-9376-4412-A966-6D6C26D002AD}" type="pres">
      <dgm:prSet presAssocID="{1AF33570-258A-4766-98D6-BA9F8195B17D}" presName="ParentBackground3" presStyleCnt="0"/>
      <dgm:spPr/>
    </dgm:pt>
    <dgm:pt modelId="{0A72AFB8-AA08-446D-98BB-677CA1C724A4}" type="pres">
      <dgm:prSet presAssocID="{1AF33570-258A-4766-98D6-BA9F8195B17D}" presName="ParentBackground" presStyleLbl="fgAcc1" presStyleIdx="3" presStyleCnt="6"/>
      <dgm:spPr/>
    </dgm:pt>
    <dgm:pt modelId="{E2BC2B23-6C23-4C00-B13A-5D210AFD0612}" type="pres">
      <dgm:prSet presAssocID="{1AF33570-258A-4766-98D6-BA9F8195B17D}" presName="Parent3" presStyleLbl="revTx" presStyleIdx="0" presStyleCnt="0">
        <dgm:presLayoutVars>
          <dgm:chMax val="1"/>
          <dgm:chPref val="1"/>
          <dgm:bulletEnabled val="1"/>
        </dgm:presLayoutVars>
      </dgm:prSet>
      <dgm:spPr/>
    </dgm:pt>
    <dgm:pt modelId="{1F13EAB8-4287-415F-B1A1-00966A848E73}" type="pres">
      <dgm:prSet presAssocID="{9FF28F2E-2055-40DB-856D-8925E999D852}" presName="Accent2" presStyleCnt="0"/>
      <dgm:spPr/>
    </dgm:pt>
    <dgm:pt modelId="{3A8B3E79-76B2-4515-A3B2-5092A460BDBB}" type="pres">
      <dgm:prSet presAssocID="{9FF28F2E-2055-40DB-856D-8925E999D852}" presName="Accent" presStyleLbl="node1" presStyleIdx="4" presStyleCnt="6"/>
      <dgm:spPr/>
    </dgm:pt>
    <dgm:pt modelId="{CF8550EF-D8FD-468B-B3F3-B827F53D698A}" type="pres">
      <dgm:prSet presAssocID="{9FF28F2E-2055-40DB-856D-8925E999D852}" presName="ParentBackground2" presStyleCnt="0"/>
      <dgm:spPr/>
    </dgm:pt>
    <dgm:pt modelId="{722A5680-0967-4884-BEB5-895C63BFC0AF}" type="pres">
      <dgm:prSet presAssocID="{9FF28F2E-2055-40DB-856D-8925E999D852}" presName="ParentBackground" presStyleLbl="fgAcc1" presStyleIdx="4" presStyleCnt="6"/>
      <dgm:spPr/>
    </dgm:pt>
    <dgm:pt modelId="{6CFDE7B1-1C2D-4004-A5A0-66530C0CBB9D}" type="pres">
      <dgm:prSet presAssocID="{9FF28F2E-2055-40DB-856D-8925E999D852}" presName="Parent2" presStyleLbl="revTx" presStyleIdx="0" presStyleCnt="0">
        <dgm:presLayoutVars>
          <dgm:chMax val="1"/>
          <dgm:chPref val="1"/>
          <dgm:bulletEnabled val="1"/>
        </dgm:presLayoutVars>
      </dgm:prSet>
      <dgm:spPr/>
    </dgm:pt>
    <dgm:pt modelId="{A81FD2E9-0DBB-42FA-A621-2A85D021B89F}" type="pres">
      <dgm:prSet presAssocID="{6B8A0030-71B7-43CE-B831-63E98107BB83}" presName="Accent1" presStyleCnt="0"/>
      <dgm:spPr/>
    </dgm:pt>
    <dgm:pt modelId="{99F15D58-EFEB-44B5-9570-0BADCEDCF622}" type="pres">
      <dgm:prSet presAssocID="{6B8A0030-71B7-43CE-B831-63E98107BB83}" presName="Accent" presStyleLbl="node1" presStyleIdx="5" presStyleCnt="6"/>
      <dgm:spPr/>
    </dgm:pt>
    <dgm:pt modelId="{BCCDC729-F2CB-4445-B313-FFFC9DE6302E}" type="pres">
      <dgm:prSet presAssocID="{6B8A0030-71B7-43CE-B831-63E98107BB83}" presName="ParentBackground1" presStyleCnt="0"/>
      <dgm:spPr/>
    </dgm:pt>
    <dgm:pt modelId="{5CD3218D-0E01-4103-B2A1-816A12CE1062}" type="pres">
      <dgm:prSet presAssocID="{6B8A0030-71B7-43CE-B831-63E98107BB83}" presName="ParentBackground" presStyleLbl="fgAcc1" presStyleIdx="5" presStyleCnt="6"/>
      <dgm:spPr/>
    </dgm:pt>
    <dgm:pt modelId="{C46F77B5-1478-465C-8382-AEECEAA99980}" type="pres">
      <dgm:prSet presAssocID="{6B8A0030-71B7-43CE-B831-63E98107BB83}" presName="Parent1" presStyleLbl="revTx" presStyleIdx="0" presStyleCnt="0">
        <dgm:presLayoutVars>
          <dgm:chMax val="1"/>
          <dgm:chPref val="1"/>
          <dgm:bulletEnabled val="1"/>
        </dgm:presLayoutVars>
      </dgm:prSet>
      <dgm:spPr/>
    </dgm:pt>
  </dgm:ptLst>
  <dgm:cxnLst>
    <dgm:cxn modelId="{17B7C032-CF7A-46E3-BD08-F153F47817CF}" type="presOf" srcId="{0705E439-13B4-4EB6-BE33-FA4016C07F78}" destId="{2DA99B01-3956-4087-A853-30809F0FE27D}" srcOrd="0" destOrd="0" presId="urn:microsoft.com/office/officeart/2011/layout/CircleProcess"/>
    <dgm:cxn modelId="{1EDAB142-1025-4FAD-9B7B-92613E960A2E}" type="presOf" srcId="{9FF28F2E-2055-40DB-856D-8925E999D852}" destId="{6CFDE7B1-1C2D-4004-A5A0-66530C0CBB9D}" srcOrd="1" destOrd="0" presId="urn:microsoft.com/office/officeart/2011/layout/CircleProcess"/>
    <dgm:cxn modelId="{244E5643-76AB-47B5-8102-8BBD7846F1D0}" type="presOf" srcId="{A7861E85-4AE4-4A1B-9F67-86311F4CBB3F}" destId="{15B36003-4975-4BE1-8A36-B7290BC13B4D}" srcOrd="1" destOrd="0" presId="urn:microsoft.com/office/officeart/2011/layout/CircleProcess"/>
    <dgm:cxn modelId="{BEA66E4A-33DD-4FBB-B6F8-8D2EE1A2CE29}" type="presOf" srcId="{A7861E85-4AE4-4A1B-9F67-86311F4CBB3F}" destId="{E3EAD5BE-93D5-4745-8BDD-061CF26B37D9}" srcOrd="0" destOrd="0" presId="urn:microsoft.com/office/officeart/2011/layout/CircleProcess"/>
    <dgm:cxn modelId="{BBDD0676-CF11-41A7-930D-6CFE8FB2B229}" srcId="{1E510CBC-F715-4201-B4F1-A8B24DBCF53F}" destId="{9FF28F2E-2055-40DB-856D-8925E999D852}" srcOrd="1" destOrd="0" parTransId="{E4A13741-CB69-4907-8804-1FD2FADC69A4}" sibTransId="{AE39E0B4-9570-46E1-BA03-08A678E100E2}"/>
    <dgm:cxn modelId="{FB08F158-5EA1-4773-A748-B4C2973EEF9E}" type="presOf" srcId="{1AF33570-258A-4766-98D6-BA9F8195B17D}" destId="{0A72AFB8-AA08-446D-98BB-677CA1C724A4}" srcOrd="0" destOrd="0" presId="urn:microsoft.com/office/officeart/2011/layout/CircleProcess"/>
    <dgm:cxn modelId="{00C5EB7A-2691-4948-BB39-2B17CB6AF225}" type="presOf" srcId="{1AF33570-258A-4766-98D6-BA9F8195B17D}" destId="{E2BC2B23-6C23-4C00-B13A-5D210AFD0612}" srcOrd="1" destOrd="0" presId="urn:microsoft.com/office/officeart/2011/layout/CircleProcess"/>
    <dgm:cxn modelId="{87823C80-AF94-4BF0-8447-C8C94D86F0C2}" type="presOf" srcId="{6B8A0030-71B7-43CE-B831-63E98107BB83}" destId="{C46F77B5-1478-465C-8382-AEECEAA99980}" srcOrd="1" destOrd="0" presId="urn:microsoft.com/office/officeart/2011/layout/CircleProcess"/>
    <dgm:cxn modelId="{9367C68B-55A3-4F39-AC44-F125C123D36C}" type="presOf" srcId="{1ACFB371-D120-4705-9222-C37985090D41}" destId="{7B89AD82-5E4B-4B8F-9508-4A72617B65ED}" srcOrd="0" destOrd="0" presId="urn:microsoft.com/office/officeart/2011/layout/CircleProcess"/>
    <dgm:cxn modelId="{4EB4D39D-7646-417D-AAA6-A167FF545C0B}" type="presOf" srcId="{1ACFB371-D120-4705-9222-C37985090D41}" destId="{A3790AB7-4C3B-4733-B57D-CA9AE3F029F4}" srcOrd="1" destOrd="0" presId="urn:microsoft.com/office/officeart/2011/layout/CircleProcess"/>
    <dgm:cxn modelId="{FF36339E-7FCA-49B3-B783-8147ACAC6C8E}" type="presOf" srcId="{1E510CBC-F715-4201-B4F1-A8B24DBCF53F}" destId="{AD8C64AD-4423-4614-80AB-8EF5AE136D98}" srcOrd="0" destOrd="0" presId="urn:microsoft.com/office/officeart/2011/layout/CircleProcess"/>
    <dgm:cxn modelId="{95F2EAA2-D272-4FBE-8D88-EB3B934B2343}" srcId="{1E510CBC-F715-4201-B4F1-A8B24DBCF53F}" destId="{A7861E85-4AE4-4A1B-9F67-86311F4CBB3F}" srcOrd="5" destOrd="0" parTransId="{CAF41E2B-6576-49AD-A16B-2C9B3A2DCE7B}" sibTransId="{55151BA0-5F0C-462C-A383-DA5656796837}"/>
    <dgm:cxn modelId="{A3CC4DA8-1839-4F69-8D9C-21FF21EC3511}" srcId="{1E510CBC-F715-4201-B4F1-A8B24DBCF53F}" destId="{1ACFB371-D120-4705-9222-C37985090D41}" srcOrd="4" destOrd="0" parTransId="{77500BF0-BB35-4339-96C9-4971135F03BA}" sibTransId="{6F6E5C4B-2EBC-4BBA-AF69-EDC2F8E9639C}"/>
    <dgm:cxn modelId="{D6DEA9AD-3FE3-4FF8-B68E-07F5CCF7BF42}" srcId="{1E510CBC-F715-4201-B4F1-A8B24DBCF53F}" destId="{0705E439-13B4-4EB6-BE33-FA4016C07F78}" srcOrd="3" destOrd="0" parTransId="{EDEDBB3B-D493-4DC1-8486-EA7B69C2AC1C}" sibTransId="{47730B1C-3469-43BC-BA1D-19FF53341F39}"/>
    <dgm:cxn modelId="{781958D1-F2F7-4AFA-9FE9-D6BC60909293}" srcId="{1E510CBC-F715-4201-B4F1-A8B24DBCF53F}" destId="{6B8A0030-71B7-43CE-B831-63E98107BB83}" srcOrd="0" destOrd="0" parTransId="{9F96465E-F3B6-4266-937C-1875B31C61E1}" sibTransId="{44E6EE33-4C04-429D-9969-2FA99D47E7AF}"/>
    <dgm:cxn modelId="{CAFD65D6-5CA4-4CB5-9213-3CD3E3FF5BE3}" type="presOf" srcId="{0705E439-13B4-4EB6-BE33-FA4016C07F78}" destId="{E27F009A-1B4A-47D2-BE2E-1244852443EC}" srcOrd="1" destOrd="0" presId="urn:microsoft.com/office/officeart/2011/layout/CircleProcess"/>
    <dgm:cxn modelId="{D21933D8-E10D-4E08-B9BE-E59228A8D8A5}" type="presOf" srcId="{9FF28F2E-2055-40DB-856D-8925E999D852}" destId="{722A5680-0967-4884-BEB5-895C63BFC0AF}" srcOrd="0" destOrd="0" presId="urn:microsoft.com/office/officeart/2011/layout/CircleProcess"/>
    <dgm:cxn modelId="{BCC4A1E4-0C09-46EF-9E21-5BA6029FBCF5}" type="presOf" srcId="{6B8A0030-71B7-43CE-B831-63E98107BB83}" destId="{5CD3218D-0E01-4103-B2A1-816A12CE1062}" srcOrd="0" destOrd="0" presId="urn:microsoft.com/office/officeart/2011/layout/CircleProcess"/>
    <dgm:cxn modelId="{DB4C8CFA-36DC-4156-A36B-FDCA022394B1}" srcId="{1E510CBC-F715-4201-B4F1-A8B24DBCF53F}" destId="{1AF33570-258A-4766-98D6-BA9F8195B17D}" srcOrd="2" destOrd="0" parTransId="{0AAB1995-E0C3-488F-80B7-2F82C9656655}" sibTransId="{2059054E-5A5B-4AEE-A02D-EAAB26FE4D10}"/>
    <dgm:cxn modelId="{E210419E-C7C2-43F7-94C6-E21392791782}" type="presParOf" srcId="{AD8C64AD-4423-4614-80AB-8EF5AE136D98}" destId="{366B0B13-B099-41D5-9A7A-8CE2918D1BD6}" srcOrd="0" destOrd="0" presId="urn:microsoft.com/office/officeart/2011/layout/CircleProcess"/>
    <dgm:cxn modelId="{4B04A303-583B-4F62-8079-04BFDAE6D83E}" type="presParOf" srcId="{366B0B13-B099-41D5-9A7A-8CE2918D1BD6}" destId="{709DCB3E-E13A-4CAA-9AA2-3E9232971E0A}" srcOrd="0" destOrd="0" presId="urn:microsoft.com/office/officeart/2011/layout/CircleProcess"/>
    <dgm:cxn modelId="{57E3ADCB-FA88-4D85-A576-E1DFC1C2724A}" type="presParOf" srcId="{AD8C64AD-4423-4614-80AB-8EF5AE136D98}" destId="{192E7394-B8E8-4B4D-B41E-54C95B44338E}" srcOrd="1" destOrd="0" presId="urn:microsoft.com/office/officeart/2011/layout/CircleProcess"/>
    <dgm:cxn modelId="{3CD55290-24EF-47EF-A704-341DE2B813C5}" type="presParOf" srcId="{192E7394-B8E8-4B4D-B41E-54C95B44338E}" destId="{E3EAD5BE-93D5-4745-8BDD-061CF26B37D9}" srcOrd="0" destOrd="0" presId="urn:microsoft.com/office/officeart/2011/layout/CircleProcess"/>
    <dgm:cxn modelId="{58AEFE4B-86B2-45E0-8B80-A6740DBFB8D9}" type="presParOf" srcId="{AD8C64AD-4423-4614-80AB-8EF5AE136D98}" destId="{15B36003-4975-4BE1-8A36-B7290BC13B4D}" srcOrd="2" destOrd="0" presId="urn:microsoft.com/office/officeart/2011/layout/CircleProcess"/>
    <dgm:cxn modelId="{1DA0D1DA-E725-4492-92BA-CBBB95795E7B}" type="presParOf" srcId="{AD8C64AD-4423-4614-80AB-8EF5AE136D98}" destId="{90BE6007-2CE4-456C-B75F-96ACF66030B8}" srcOrd="3" destOrd="0" presId="urn:microsoft.com/office/officeart/2011/layout/CircleProcess"/>
    <dgm:cxn modelId="{F44B72A6-5E05-448A-9B77-400B83A6D947}" type="presParOf" srcId="{90BE6007-2CE4-456C-B75F-96ACF66030B8}" destId="{C4E246EC-F601-4924-BBC8-3A1A082C7A23}" srcOrd="0" destOrd="0" presId="urn:microsoft.com/office/officeart/2011/layout/CircleProcess"/>
    <dgm:cxn modelId="{5890323C-A685-41FB-ABD3-A1AA27E8F0C5}" type="presParOf" srcId="{AD8C64AD-4423-4614-80AB-8EF5AE136D98}" destId="{B15B0256-EE6B-44F4-BD54-77EDE361616A}" srcOrd="4" destOrd="0" presId="urn:microsoft.com/office/officeart/2011/layout/CircleProcess"/>
    <dgm:cxn modelId="{8B2F1AB5-04E5-45F9-A46B-2FE6C384B0B0}" type="presParOf" srcId="{B15B0256-EE6B-44F4-BD54-77EDE361616A}" destId="{7B89AD82-5E4B-4B8F-9508-4A72617B65ED}" srcOrd="0" destOrd="0" presId="urn:microsoft.com/office/officeart/2011/layout/CircleProcess"/>
    <dgm:cxn modelId="{B82D8BEA-2F71-4DA2-B71A-5A80872CCA32}" type="presParOf" srcId="{AD8C64AD-4423-4614-80AB-8EF5AE136D98}" destId="{A3790AB7-4C3B-4733-B57D-CA9AE3F029F4}" srcOrd="5" destOrd="0" presId="urn:microsoft.com/office/officeart/2011/layout/CircleProcess"/>
    <dgm:cxn modelId="{465EAB2A-E700-4656-8B4F-34B909139209}" type="presParOf" srcId="{AD8C64AD-4423-4614-80AB-8EF5AE136D98}" destId="{5F9EA52C-90E3-4AC3-B2BB-B758EA7A4658}" srcOrd="6" destOrd="0" presId="urn:microsoft.com/office/officeart/2011/layout/CircleProcess"/>
    <dgm:cxn modelId="{4AFEDB4D-6EFB-4A11-B81D-EF0DD64F1059}" type="presParOf" srcId="{5F9EA52C-90E3-4AC3-B2BB-B758EA7A4658}" destId="{DBDD5211-DC76-417C-B3A5-01B03A4A934A}" srcOrd="0" destOrd="0" presId="urn:microsoft.com/office/officeart/2011/layout/CircleProcess"/>
    <dgm:cxn modelId="{57082889-C6D9-4F7E-B184-335E748458D6}" type="presParOf" srcId="{AD8C64AD-4423-4614-80AB-8EF5AE136D98}" destId="{AA38582F-CB92-414A-B4F9-30C4489A2D2D}" srcOrd="7" destOrd="0" presId="urn:microsoft.com/office/officeart/2011/layout/CircleProcess"/>
    <dgm:cxn modelId="{82EEF923-A6E5-43C6-B142-EDAFE8DD1857}" type="presParOf" srcId="{AA38582F-CB92-414A-B4F9-30C4489A2D2D}" destId="{2DA99B01-3956-4087-A853-30809F0FE27D}" srcOrd="0" destOrd="0" presId="urn:microsoft.com/office/officeart/2011/layout/CircleProcess"/>
    <dgm:cxn modelId="{F9E85462-7ADF-48F6-8FAB-2C04255EF9A2}" type="presParOf" srcId="{AD8C64AD-4423-4614-80AB-8EF5AE136D98}" destId="{E27F009A-1B4A-47D2-BE2E-1244852443EC}" srcOrd="8" destOrd="0" presId="urn:microsoft.com/office/officeart/2011/layout/CircleProcess"/>
    <dgm:cxn modelId="{DE576D37-2EE3-4CEE-8EFC-9261113CFADD}" type="presParOf" srcId="{AD8C64AD-4423-4614-80AB-8EF5AE136D98}" destId="{CCA0AF29-C9A7-43BB-B812-E39B925B9ED2}" srcOrd="9" destOrd="0" presId="urn:microsoft.com/office/officeart/2011/layout/CircleProcess"/>
    <dgm:cxn modelId="{CE233DF8-82B2-4958-B5BC-FC038E5EA1B7}" type="presParOf" srcId="{CCA0AF29-C9A7-43BB-B812-E39B925B9ED2}" destId="{3D2C86EB-6BEB-41E3-8F51-9165B4E964FC}" srcOrd="0" destOrd="0" presId="urn:microsoft.com/office/officeart/2011/layout/CircleProcess"/>
    <dgm:cxn modelId="{42C7187D-3EE0-42A8-9CEA-308CAAF72112}" type="presParOf" srcId="{AD8C64AD-4423-4614-80AB-8EF5AE136D98}" destId="{A73CE2B3-9376-4412-A966-6D6C26D002AD}" srcOrd="10" destOrd="0" presId="urn:microsoft.com/office/officeart/2011/layout/CircleProcess"/>
    <dgm:cxn modelId="{87B1472F-5265-4340-9C39-EDF939498541}" type="presParOf" srcId="{A73CE2B3-9376-4412-A966-6D6C26D002AD}" destId="{0A72AFB8-AA08-446D-98BB-677CA1C724A4}" srcOrd="0" destOrd="0" presId="urn:microsoft.com/office/officeart/2011/layout/CircleProcess"/>
    <dgm:cxn modelId="{C6118DE6-75FE-4FE4-9F3C-9D9CF814F1BF}" type="presParOf" srcId="{AD8C64AD-4423-4614-80AB-8EF5AE136D98}" destId="{E2BC2B23-6C23-4C00-B13A-5D210AFD0612}" srcOrd="11" destOrd="0" presId="urn:microsoft.com/office/officeart/2011/layout/CircleProcess"/>
    <dgm:cxn modelId="{F35DFDEC-7728-4086-A007-D30C792EDCE9}" type="presParOf" srcId="{AD8C64AD-4423-4614-80AB-8EF5AE136D98}" destId="{1F13EAB8-4287-415F-B1A1-00966A848E73}" srcOrd="12" destOrd="0" presId="urn:microsoft.com/office/officeart/2011/layout/CircleProcess"/>
    <dgm:cxn modelId="{9144A7B7-D9C4-48A2-8A70-32F8179007E1}" type="presParOf" srcId="{1F13EAB8-4287-415F-B1A1-00966A848E73}" destId="{3A8B3E79-76B2-4515-A3B2-5092A460BDBB}" srcOrd="0" destOrd="0" presId="urn:microsoft.com/office/officeart/2011/layout/CircleProcess"/>
    <dgm:cxn modelId="{7F70F647-69E3-40C1-B42A-E0794CF8128A}" type="presParOf" srcId="{AD8C64AD-4423-4614-80AB-8EF5AE136D98}" destId="{CF8550EF-D8FD-468B-B3F3-B827F53D698A}" srcOrd="13" destOrd="0" presId="urn:microsoft.com/office/officeart/2011/layout/CircleProcess"/>
    <dgm:cxn modelId="{08FEDEBC-80E3-45A8-83B6-15E9A45B4BCA}" type="presParOf" srcId="{CF8550EF-D8FD-468B-B3F3-B827F53D698A}" destId="{722A5680-0967-4884-BEB5-895C63BFC0AF}" srcOrd="0" destOrd="0" presId="urn:microsoft.com/office/officeart/2011/layout/CircleProcess"/>
    <dgm:cxn modelId="{A508EE6C-4B6F-4DDC-8578-2DAD3F805E08}" type="presParOf" srcId="{AD8C64AD-4423-4614-80AB-8EF5AE136D98}" destId="{6CFDE7B1-1C2D-4004-A5A0-66530C0CBB9D}" srcOrd="14" destOrd="0" presId="urn:microsoft.com/office/officeart/2011/layout/CircleProcess"/>
    <dgm:cxn modelId="{D69CA50C-5B2E-4FDC-AC82-82DBC3FB6226}" type="presParOf" srcId="{AD8C64AD-4423-4614-80AB-8EF5AE136D98}" destId="{A81FD2E9-0DBB-42FA-A621-2A85D021B89F}" srcOrd="15" destOrd="0" presId="urn:microsoft.com/office/officeart/2011/layout/CircleProcess"/>
    <dgm:cxn modelId="{C060B0A5-B21B-4625-8298-C4014C8E9F3C}" type="presParOf" srcId="{A81FD2E9-0DBB-42FA-A621-2A85D021B89F}" destId="{99F15D58-EFEB-44B5-9570-0BADCEDCF622}" srcOrd="0" destOrd="0" presId="urn:microsoft.com/office/officeart/2011/layout/CircleProcess"/>
    <dgm:cxn modelId="{A3313BC4-E719-40FF-A470-84C0B3F2666A}" type="presParOf" srcId="{AD8C64AD-4423-4614-80AB-8EF5AE136D98}" destId="{BCCDC729-F2CB-4445-B313-FFFC9DE6302E}" srcOrd="16" destOrd="0" presId="urn:microsoft.com/office/officeart/2011/layout/CircleProcess"/>
    <dgm:cxn modelId="{3981435B-6D0C-4237-ABC4-5F4BEF1126F2}" type="presParOf" srcId="{BCCDC729-F2CB-4445-B313-FFFC9DE6302E}" destId="{5CD3218D-0E01-4103-B2A1-816A12CE1062}" srcOrd="0" destOrd="0" presId="urn:microsoft.com/office/officeart/2011/layout/CircleProcess"/>
    <dgm:cxn modelId="{53F98132-1090-40FE-864D-9D3EA85BBE79}" type="presParOf" srcId="{AD8C64AD-4423-4614-80AB-8EF5AE136D98}" destId="{C46F77B5-1478-465C-8382-AEECEAA99980}" srcOrd="17" destOrd="0" presId="urn:microsoft.com/office/officeart/2011/layout/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6A33A99-ECC6-475E-A146-96E7F943FDDC}" type="doc">
      <dgm:prSet loTypeId="urn:microsoft.com/office/officeart/2005/8/layout/vList2" loCatId="list" qsTypeId="urn:microsoft.com/office/officeart/2005/8/quickstyle/3d1" qsCatId="3D" csTypeId="urn:microsoft.com/office/officeart/2005/8/colors/accent1_1" csCatId="accent1" phldr="1"/>
      <dgm:spPr/>
      <dgm:t>
        <a:bodyPr/>
        <a:lstStyle/>
        <a:p>
          <a:endParaRPr lang="en-US"/>
        </a:p>
      </dgm:t>
    </dgm:pt>
    <dgm:pt modelId="{96E1126A-4BF6-4B8E-81F1-140B0F22E5D1}">
      <dgm:prSet phldrT="[Text]" custT="1"/>
      <dgm:spPr/>
      <dgm:t>
        <a:bodyPr/>
        <a:lstStyle/>
        <a:p>
          <a:pPr algn="just"/>
          <a:r>
            <a:rPr lang="en-US" sz="2800" dirty="0"/>
            <a:t>What must be done rather than how to do it</a:t>
          </a:r>
        </a:p>
      </dgm:t>
    </dgm:pt>
    <dgm:pt modelId="{A68BFB72-27F4-4546-A1F8-E752BDEA4E1B}" type="parTrans" cxnId="{D2D8FE08-1761-4551-8EE4-A416F9A71F5D}">
      <dgm:prSet/>
      <dgm:spPr/>
      <dgm:t>
        <a:bodyPr/>
        <a:lstStyle/>
        <a:p>
          <a:pPr algn="just"/>
          <a:endParaRPr lang="en-US" sz="2800"/>
        </a:p>
      </dgm:t>
    </dgm:pt>
    <dgm:pt modelId="{5806D2D3-EB17-4087-9AA6-1DE56D955B4E}" type="sibTrans" cxnId="{D2D8FE08-1761-4551-8EE4-A416F9A71F5D}">
      <dgm:prSet/>
      <dgm:spPr/>
      <dgm:t>
        <a:bodyPr/>
        <a:lstStyle/>
        <a:p>
          <a:pPr algn="just"/>
          <a:endParaRPr lang="en-US" sz="2800"/>
        </a:p>
      </dgm:t>
    </dgm:pt>
    <dgm:pt modelId="{D1F05FCA-38A2-40D1-8A3E-29195E85DA6F}">
      <dgm:prSet phldrT="[Text]" custT="1"/>
      <dgm:spPr/>
      <dgm:t>
        <a:bodyPr/>
        <a:lstStyle/>
        <a:p>
          <a:pPr algn="just"/>
          <a:r>
            <a:rPr lang="en-US" sz="2800" dirty="0"/>
            <a:t>Try to extract from the problem statement</a:t>
          </a:r>
        </a:p>
      </dgm:t>
    </dgm:pt>
    <dgm:pt modelId="{767860B6-DE78-49E6-91CA-6D3CB8CA8260}" type="parTrans" cxnId="{C9DFDF56-1788-4D58-BEB3-C641FAFD7CE7}">
      <dgm:prSet/>
      <dgm:spPr/>
      <dgm:t>
        <a:bodyPr/>
        <a:lstStyle/>
        <a:p>
          <a:pPr algn="just"/>
          <a:endParaRPr lang="en-US" sz="2800"/>
        </a:p>
      </dgm:t>
    </dgm:pt>
    <dgm:pt modelId="{3E0B6378-833C-4C22-B591-1CDA8A2D3DD5}" type="sibTrans" cxnId="{C9DFDF56-1788-4D58-BEB3-C641FAFD7CE7}">
      <dgm:prSet/>
      <dgm:spPr/>
      <dgm:t>
        <a:bodyPr/>
        <a:lstStyle/>
        <a:p>
          <a:pPr algn="just"/>
          <a:endParaRPr lang="en-US" sz="2800"/>
        </a:p>
      </dgm:t>
    </dgm:pt>
    <dgm:pt modelId="{8BB843B2-76B2-4865-8221-B6F6094AA2A2}">
      <dgm:prSet phldrT="[Text]" custT="1"/>
      <dgm:spPr/>
      <dgm:t>
        <a:bodyPr/>
        <a:lstStyle/>
        <a:p>
          <a:pPr algn="just"/>
          <a:r>
            <a:rPr lang="en-US" sz="2800" dirty="0"/>
            <a:t>A set of precisely defined tasks</a:t>
          </a:r>
        </a:p>
      </dgm:t>
    </dgm:pt>
    <dgm:pt modelId="{CDC77224-C227-4085-A8E6-E447F9D53C84}" type="parTrans" cxnId="{CF029BFA-B4AB-430C-ACC1-48F7B981207B}">
      <dgm:prSet/>
      <dgm:spPr/>
      <dgm:t>
        <a:bodyPr/>
        <a:lstStyle/>
        <a:p>
          <a:pPr algn="just"/>
          <a:endParaRPr lang="en-US" sz="2800"/>
        </a:p>
      </dgm:t>
    </dgm:pt>
    <dgm:pt modelId="{1EBB79DA-3F6A-41A7-B9B9-2A9387F39FA2}" type="sibTrans" cxnId="{CF029BFA-B4AB-430C-ACC1-48F7B981207B}">
      <dgm:prSet/>
      <dgm:spPr/>
      <dgm:t>
        <a:bodyPr/>
        <a:lstStyle/>
        <a:p>
          <a:pPr algn="just"/>
          <a:endParaRPr lang="en-US" sz="2800"/>
        </a:p>
      </dgm:t>
    </dgm:pt>
    <dgm:pt modelId="{E70DB4EE-07B9-43E9-B720-882444549D45}">
      <dgm:prSet phldrT="[Text]" custT="1"/>
      <dgm:spPr/>
      <dgm:t>
        <a:bodyPr/>
        <a:lstStyle/>
        <a:p>
          <a:pPr algn="just"/>
          <a:r>
            <a:rPr lang="en-US" sz="2800" dirty="0"/>
            <a:t>From the definitions, we are led in a natural way to algorithm designs</a:t>
          </a:r>
        </a:p>
      </dgm:t>
    </dgm:pt>
    <dgm:pt modelId="{F6EC9E2A-A882-4194-8B94-3F0F6611398E}" type="parTrans" cxnId="{74E3F5FD-6C32-4011-A61E-6ED06FA99B84}">
      <dgm:prSet/>
      <dgm:spPr/>
      <dgm:t>
        <a:bodyPr/>
        <a:lstStyle/>
        <a:p>
          <a:pPr algn="just"/>
          <a:endParaRPr lang="en-US" sz="2800"/>
        </a:p>
      </dgm:t>
    </dgm:pt>
    <dgm:pt modelId="{1608A54B-CD8D-4F5F-9ECB-9787E82B1385}" type="sibTrans" cxnId="{74E3F5FD-6C32-4011-A61E-6ED06FA99B84}">
      <dgm:prSet/>
      <dgm:spPr/>
      <dgm:t>
        <a:bodyPr/>
        <a:lstStyle/>
        <a:p>
          <a:pPr algn="just"/>
          <a:endParaRPr lang="en-US" sz="2800"/>
        </a:p>
      </dgm:t>
    </dgm:pt>
    <dgm:pt modelId="{BABFA467-2113-4490-92B9-34C3EB0DB2F0}">
      <dgm:prSet phldrT="[Text]" custT="1"/>
      <dgm:spPr/>
      <dgm:t>
        <a:bodyPr/>
        <a:lstStyle/>
        <a:p>
          <a:pPr algn="just"/>
          <a:r>
            <a:rPr lang="en-US" sz="2800" dirty="0"/>
            <a:t>Success in solving any problem comes from how to understand the problem in a better way</a:t>
          </a:r>
        </a:p>
      </dgm:t>
    </dgm:pt>
    <dgm:pt modelId="{D36ADF43-D632-414E-8ED0-9771C7E13E60}" type="parTrans" cxnId="{EC93D505-C1EA-4753-A655-5E5284821C8C}">
      <dgm:prSet/>
      <dgm:spPr/>
      <dgm:t>
        <a:bodyPr/>
        <a:lstStyle/>
        <a:p>
          <a:pPr algn="just"/>
          <a:endParaRPr lang="en-US" sz="2800"/>
        </a:p>
      </dgm:t>
    </dgm:pt>
    <dgm:pt modelId="{B1FC24EA-FAE7-4AFE-9C7C-2074FD91FBB8}" type="sibTrans" cxnId="{EC93D505-C1EA-4753-A655-5E5284821C8C}">
      <dgm:prSet/>
      <dgm:spPr/>
      <dgm:t>
        <a:bodyPr/>
        <a:lstStyle/>
        <a:p>
          <a:pPr algn="just"/>
          <a:endParaRPr lang="en-US" sz="2800"/>
        </a:p>
      </dgm:t>
    </dgm:pt>
    <dgm:pt modelId="{FD4F3D42-1ED9-48A0-9251-3B596D89374A}" type="pres">
      <dgm:prSet presAssocID="{A6A33A99-ECC6-475E-A146-96E7F943FDDC}" presName="linear" presStyleCnt="0">
        <dgm:presLayoutVars>
          <dgm:animLvl val="lvl"/>
          <dgm:resizeHandles val="exact"/>
        </dgm:presLayoutVars>
      </dgm:prSet>
      <dgm:spPr/>
    </dgm:pt>
    <dgm:pt modelId="{5BD2F52C-2CFB-4121-86E2-A625F8F662B2}" type="pres">
      <dgm:prSet presAssocID="{BABFA467-2113-4490-92B9-34C3EB0DB2F0}" presName="parentText" presStyleLbl="node1" presStyleIdx="0" presStyleCnt="5" custLinFactY="-53586" custLinFactNeighborY="-100000">
        <dgm:presLayoutVars>
          <dgm:chMax val="0"/>
          <dgm:bulletEnabled val="1"/>
        </dgm:presLayoutVars>
      </dgm:prSet>
      <dgm:spPr/>
    </dgm:pt>
    <dgm:pt modelId="{0D65D2DD-8262-4395-B604-1F900DAD76A5}" type="pres">
      <dgm:prSet presAssocID="{B1FC24EA-FAE7-4AFE-9C7C-2074FD91FBB8}" presName="spacer" presStyleCnt="0"/>
      <dgm:spPr/>
    </dgm:pt>
    <dgm:pt modelId="{14547598-7FEE-4613-A1FA-06ABE8637513}" type="pres">
      <dgm:prSet presAssocID="{96E1126A-4BF6-4B8E-81F1-140B0F22E5D1}" presName="parentText" presStyleLbl="node1" presStyleIdx="1" presStyleCnt="5">
        <dgm:presLayoutVars>
          <dgm:chMax val="0"/>
          <dgm:bulletEnabled val="1"/>
        </dgm:presLayoutVars>
      </dgm:prSet>
      <dgm:spPr/>
    </dgm:pt>
    <dgm:pt modelId="{E3973CDB-C3EF-4A09-8037-6830E71D38A3}" type="pres">
      <dgm:prSet presAssocID="{5806D2D3-EB17-4087-9AA6-1DE56D955B4E}" presName="spacer" presStyleCnt="0"/>
      <dgm:spPr/>
    </dgm:pt>
    <dgm:pt modelId="{DA51103C-F38F-4785-98D0-FA8D3C6AB0FB}" type="pres">
      <dgm:prSet presAssocID="{D1F05FCA-38A2-40D1-8A3E-29195E85DA6F}" presName="parentText" presStyleLbl="node1" presStyleIdx="2" presStyleCnt="5">
        <dgm:presLayoutVars>
          <dgm:chMax val="0"/>
          <dgm:bulletEnabled val="1"/>
        </dgm:presLayoutVars>
      </dgm:prSet>
      <dgm:spPr/>
    </dgm:pt>
    <dgm:pt modelId="{B20392A3-4F28-4032-B4EF-B5A9705E9CF6}" type="pres">
      <dgm:prSet presAssocID="{3E0B6378-833C-4C22-B591-1CDA8A2D3DD5}" presName="spacer" presStyleCnt="0"/>
      <dgm:spPr/>
    </dgm:pt>
    <dgm:pt modelId="{F97CBDDA-5332-4D01-8EB1-D82C4D1A55F3}" type="pres">
      <dgm:prSet presAssocID="{8BB843B2-76B2-4865-8221-B6F6094AA2A2}" presName="parentText" presStyleLbl="node1" presStyleIdx="3" presStyleCnt="5">
        <dgm:presLayoutVars>
          <dgm:chMax val="0"/>
          <dgm:bulletEnabled val="1"/>
        </dgm:presLayoutVars>
      </dgm:prSet>
      <dgm:spPr/>
    </dgm:pt>
    <dgm:pt modelId="{AC3A8F27-403E-41C8-8B48-67009E67D4F3}" type="pres">
      <dgm:prSet presAssocID="{1EBB79DA-3F6A-41A7-B9B9-2A9387F39FA2}" presName="spacer" presStyleCnt="0"/>
      <dgm:spPr/>
    </dgm:pt>
    <dgm:pt modelId="{BB71C2A4-098D-43B8-A703-FF600B8F506A}" type="pres">
      <dgm:prSet presAssocID="{E70DB4EE-07B9-43E9-B720-882444549D45}" presName="parentText" presStyleLbl="node1" presStyleIdx="4" presStyleCnt="5">
        <dgm:presLayoutVars>
          <dgm:chMax val="0"/>
          <dgm:bulletEnabled val="1"/>
        </dgm:presLayoutVars>
      </dgm:prSet>
      <dgm:spPr/>
    </dgm:pt>
  </dgm:ptLst>
  <dgm:cxnLst>
    <dgm:cxn modelId="{F6B2B100-F6DB-41C0-A842-E9B327DD715D}" type="presOf" srcId="{D1F05FCA-38A2-40D1-8A3E-29195E85DA6F}" destId="{DA51103C-F38F-4785-98D0-FA8D3C6AB0FB}" srcOrd="0" destOrd="0" presId="urn:microsoft.com/office/officeart/2005/8/layout/vList2"/>
    <dgm:cxn modelId="{EC93D505-C1EA-4753-A655-5E5284821C8C}" srcId="{A6A33A99-ECC6-475E-A146-96E7F943FDDC}" destId="{BABFA467-2113-4490-92B9-34C3EB0DB2F0}" srcOrd="0" destOrd="0" parTransId="{D36ADF43-D632-414E-8ED0-9771C7E13E60}" sibTransId="{B1FC24EA-FAE7-4AFE-9C7C-2074FD91FBB8}"/>
    <dgm:cxn modelId="{D2D8FE08-1761-4551-8EE4-A416F9A71F5D}" srcId="{A6A33A99-ECC6-475E-A146-96E7F943FDDC}" destId="{96E1126A-4BF6-4B8E-81F1-140B0F22E5D1}" srcOrd="1" destOrd="0" parTransId="{A68BFB72-27F4-4546-A1F8-E752BDEA4E1B}" sibTransId="{5806D2D3-EB17-4087-9AA6-1DE56D955B4E}"/>
    <dgm:cxn modelId="{432EDF1C-B10E-4DBF-A110-283E5AFCE7CC}" type="presOf" srcId="{A6A33A99-ECC6-475E-A146-96E7F943FDDC}" destId="{FD4F3D42-1ED9-48A0-9251-3B596D89374A}" srcOrd="0" destOrd="0" presId="urn:microsoft.com/office/officeart/2005/8/layout/vList2"/>
    <dgm:cxn modelId="{66582E20-D43E-4E7B-B463-F5E1E876F7FD}" type="presOf" srcId="{8BB843B2-76B2-4865-8221-B6F6094AA2A2}" destId="{F97CBDDA-5332-4D01-8EB1-D82C4D1A55F3}" srcOrd="0" destOrd="0" presId="urn:microsoft.com/office/officeart/2005/8/layout/vList2"/>
    <dgm:cxn modelId="{E9B45550-1D05-4E36-BB92-4BEF1077B7B7}" type="presOf" srcId="{BABFA467-2113-4490-92B9-34C3EB0DB2F0}" destId="{5BD2F52C-2CFB-4121-86E2-A625F8F662B2}" srcOrd="0" destOrd="0" presId="urn:microsoft.com/office/officeart/2005/8/layout/vList2"/>
    <dgm:cxn modelId="{C9DFDF56-1788-4D58-BEB3-C641FAFD7CE7}" srcId="{A6A33A99-ECC6-475E-A146-96E7F943FDDC}" destId="{D1F05FCA-38A2-40D1-8A3E-29195E85DA6F}" srcOrd="2" destOrd="0" parTransId="{767860B6-DE78-49E6-91CA-6D3CB8CA8260}" sibTransId="{3E0B6378-833C-4C22-B591-1CDA8A2D3DD5}"/>
    <dgm:cxn modelId="{C35FB692-20F4-4D3C-9D55-9E76CBE5C537}" type="presOf" srcId="{E70DB4EE-07B9-43E9-B720-882444549D45}" destId="{BB71C2A4-098D-43B8-A703-FF600B8F506A}" srcOrd="0" destOrd="0" presId="urn:microsoft.com/office/officeart/2005/8/layout/vList2"/>
    <dgm:cxn modelId="{D40BA5F6-F517-40DA-BBF8-EBCAD21C5FB2}" type="presOf" srcId="{96E1126A-4BF6-4B8E-81F1-140B0F22E5D1}" destId="{14547598-7FEE-4613-A1FA-06ABE8637513}" srcOrd="0" destOrd="0" presId="urn:microsoft.com/office/officeart/2005/8/layout/vList2"/>
    <dgm:cxn modelId="{CF029BFA-B4AB-430C-ACC1-48F7B981207B}" srcId="{A6A33A99-ECC6-475E-A146-96E7F943FDDC}" destId="{8BB843B2-76B2-4865-8221-B6F6094AA2A2}" srcOrd="3" destOrd="0" parTransId="{CDC77224-C227-4085-A8E6-E447F9D53C84}" sibTransId="{1EBB79DA-3F6A-41A7-B9B9-2A9387F39FA2}"/>
    <dgm:cxn modelId="{74E3F5FD-6C32-4011-A61E-6ED06FA99B84}" srcId="{A6A33A99-ECC6-475E-A146-96E7F943FDDC}" destId="{E70DB4EE-07B9-43E9-B720-882444549D45}" srcOrd="4" destOrd="0" parTransId="{F6EC9E2A-A882-4194-8B94-3F0F6611398E}" sibTransId="{1608A54B-CD8D-4F5F-9ECB-9787E82B1385}"/>
    <dgm:cxn modelId="{5D8B5A0D-3A91-4AC4-AE2E-1430D3FA387F}" type="presParOf" srcId="{FD4F3D42-1ED9-48A0-9251-3B596D89374A}" destId="{5BD2F52C-2CFB-4121-86E2-A625F8F662B2}" srcOrd="0" destOrd="0" presId="urn:microsoft.com/office/officeart/2005/8/layout/vList2"/>
    <dgm:cxn modelId="{AE24FAC1-8876-472F-A2C2-8B8C56E65A47}" type="presParOf" srcId="{FD4F3D42-1ED9-48A0-9251-3B596D89374A}" destId="{0D65D2DD-8262-4395-B604-1F900DAD76A5}" srcOrd="1" destOrd="0" presId="urn:microsoft.com/office/officeart/2005/8/layout/vList2"/>
    <dgm:cxn modelId="{56FBF455-1A99-432C-B43A-30D0E34E25F3}" type="presParOf" srcId="{FD4F3D42-1ED9-48A0-9251-3B596D89374A}" destId="{14547598-7FEE-4613-A1FA-06ABE8637513}" srcOrd="2" destOrd="0" presId="urn:microsoft.com/office/officeart/2005/8/layout/vList2"/>
    <dgm:cxn modelId="{5113E64D-7798-4203-8EBD-97650DB772AD}" type="presParOf" srcId="{FD4F3D42-1ED9-48A0-9251-3B596D89374A}" destId="{E3973CDB-C3EF-4A09-8037-6830E71D38A3}" srcOrd="3" destOrd="0" presId="urn:microsoft.com/office/officeart/2005/8/layout/vList2"/>
    <dgm:cxn modelId="{0C24B5CD-18D6-429A-863C-E52632B05AA8}" type="presParOf" srcId="{FD4F3D42-1ED9-48A0-9251-3B596D89374A}" destId="{DA51103C-F38F-4785-98D0-FA8D3C6AB0FB}" srcOrd="4" destOrd="0" presId="urn:microsoft.com/office/officeart/2005/8/layout/vList2"/>
    <dgm:cxn modelId="{F886A0F5-D566-4E17-9B75-21E60B13B50D}" type="presParOf" srcId="{FD4F3D42-1ED9-48A0-9251-3B596D89374A}" destId="{B20392A3-4F28-4032-B4EF-B5A9705E9CF6}" srcOrd="5" destOrd="0" presId="urn:microsoft.com/office/officeart/2005/8/layout/vList2"/>
    <dgm:cxn modelId="{F2FE82A1-FE35-4328-AD74-E4B99E2C87E3}" type="presParOf" srcId="{FD4F3D42-1ED9-48A0-9251-3B596D89374A}" destId="{F97CBDDA-5332-4D01-8EB1-D82C4D1A55F3}" srcOrd="6" destOrd="0" presId="urn:microsoft.com/office/officeart/2005/8/layout/vList2"/>
    <dgm:cxn modelId="{6A34B6C8-61FE-458A-9E8F-834302F1D796}" type="presParOf" srcId="{FD4F3D42-1ED9-48A0-9251-3B596D89374A}" destId="{AC3A8F27-403E-41C8-8B48-67009E67D4F3}" srcOrd="7" destOrd="0" presId="urn:microsoft.com/office/officeart/2005/8/layout/vList2"/>
    <dgm:cxn modelId="{496CEB90-37AB-44C5-B13D-0F4CC600B6E5}" type="presParOf" srcId="{FD4F3D42-1ED9-48A0-9251-3B596D89374A}" destId="{BB71C2A4-098D-43B8-A703-FF600B8F506A}"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6A33A99-ECC6-475E-A146-96E7F943FDDC}" type="doc">
      <dgm:prSet loTypeId="urn:microsoft.com/office/officeart/2005/8/layout/vList2" loCatId="list" qsTypeId="urn:microsoft.com/office/officeart/2005/8/quickstyle/3d1" qsCatId="3D" csTypeId="urn:microsoft.com/office/officeart/2005/8/colors/accent1_1" csCatId="accent1" phldr="1"/>
      <dgm:spPr/>
      <dgm:t>
        <a:bodyPr/>
        <a:lstStyle/>
        <a:p>
          <a:endParaRPr lang="en-US"/>
        </a:p>
      </dgm:t>
    </dgm:pt>
    <dgm:pt modelId="{BABFA467-2113-4490-92B9-34C3EB0DB2F0}">
      <dgm:prSet phldrT="[Text]" custT="1"/>
      <dgm:spPr/>
      <dgm:t>
        <a:bodyPr/>
        <a:lstStyle/>
        <a:p>
          <a:pPr algn="just"/>
          <a:r>
            <a:rPr lang="en-GB" sz="2400" b="0" i="0" dirty="0"/>
            <a:t>What are you asked to find or show?</a:t>
          </a:r>
          <a:endParaRPr lang="en-US" sz="2400" dirty="0"/>
        </a:p>
      </dgm:t>
    </dgm:pt>
    <dgm:pt modelId="{D36ADF43-D632-414E-8ED0-9771C7E13E60}" type="parTrans" cxnId="{EC93D505-C1EA-4753-A655-5E5284821C8C}">
      <dgm:prSet/>
      <dgm:spPr/>
      <dgm:t>
        <a:bodyPr/>
        <a:lstStyle/>
        <a:p>
          <a:pPr algn="just"/>
          <a:endParaRPr lang="en-US" sz="2400"/>
        </a:p>
      </dgm:t>
    </dgm:pt>
    <dgm:pt modelId="{B1FC24EA-FAE7-4AFE-9C7C-2074FD91FBB8}" type="sibTrans" cxnId="{EC93D505-C1EA-4753-A655-5E5284821C8C}">
      <dgm:prSet/>
      <dgm:spPr/>
      <dgm:t>
        <a:bodyPr/>
        <a:lstStyle/>
        <a:p>
          <a:pPr algn="just"/>
          <a:endParaRPr lang="en-US" sz="2400"/>
        </a:p>
      </dgm:t>
    </dgm:pt>
    <dgm:pt modelId="{5E05F16A-3F77-4EC5-A01F-3529741F59F2}">
      <dgm:prSet custT="1"/>
      <dgm:spPr/>
      <dgm:t>
        <a:bodyPr/>
        <a:lstStyle/>
        <a:p>
          <a:r>
            <a:rPr lang="en-GB" sz="2400" b="0" i="0" dirty="0"/>
            <a:t>Can you restate the problem in your own words?</a:t>
          </a:r>
        </a:p>
      </dgm:t>
    </dgm:pt>
    <dgm:pt modelId="{2E9ECCF8-334A-4C51-B9F7-12CCEFB9F502}" type="parTrans" cxnId="{E803CF83-D784-4551-8D7B-4C732523242E}">
      <dgm:prSet/>
      <dgm:spPr/>
      <dgm:t>
        <a:bodyPr/>
        <a:lstStyle/>
        <a:p>
          <a:endParaRPr lang="en-US" sz="2400"/>
        </a:p>
      </dgm:t>
    </dgm:pt>
    <dgm:pt modelId="{68E8944B-2533-4E38-A12F-DE85338FE9A3}" type="sibTrans" cxnId="{E803CF83-D784-4551-8D7B-4C732523242E}">
      <dgm:prSet/>
      <dgm:spPr/>
      <dgm:t>
        <a:bodyPr/>
        <a:lstStyle/>
        <a:p>
          <a:endParaRPr lang="en-US" sz="2400"/>
        </a:p>
      </dgm:t>
    </dgm:pt>
    <dgm:pt modelId="{822358B7-429E-4DF6-8CF3-5B7B4CD6745D}">
      <dgm:prSet custT="1"/>
      <dgm:spPr/>
      <dgm:t>
        <a:bodyPr/>
        <a:lstStyle/>
        <a:p>
          <a:r>
            <a:rPr lang="en-GB" sz="2400" b="0" i="0" dirty="0"/>
            <a:t>Can you think of a picture or a diagram that might help you understand the problem?</a:t>
          </a:r>
        </a:p>
      </dgm:t>
    </dgm:pt>
    <dgm:pt modelId="{F8DBA403-A3D0-45B0-B271-BC4CFFE9E6BE}" type="parTrans" cxnId="{6014F45D-F39B-4121-AA22-67125D4E9E37}">
      <dgm:prSet/>
      <dgm:spPr/>
      <dgm:t>
        <a:bodyPr/>
        <a:lstStyle/>
        <a:p>
          <a:endParaRPr lang="en-US" sz="2400"/>
        </a:p>
      </dgm:t>
    </dgm:pt>
    <dgm:pt modelId="{98CC5107-6451-4C12-82BD-799A14E5F2B0}" type="sibTrans" cxnId="{6014F45D-F39B-4121-AA22-67125D4E9E37}">
      <dgm:prSet/>
      <dgm:spPr/>
      <dgm:t>
        <a:bodyPr/>
        <a:lstStyle/>
        <a:p>
          <a:endParaRPr lang="en-US" sz="2400"/>
        </a:p>
      </dgm:t>
    </dgm:pt>
    <dgm:pt modelId="{533AC613-F748-4FD4-B6B9-97D998EDBF5A}">
      <dgm:prSet custT="1"/>
      <dgm:spPr/>
      <dgm:t>
        <a:bodyPr/>
        <a:lstStyle/>
        <a:p>
          <a:r>
            <a:rPr lang="en-GB" sz="2400" b="0" i="0"/>
            <a:t>Is there enough information to enable you to find a solution?</a:t>
          </a:r>
        </a:p>
      </dgm:t>
    </dgm:pt>
    <dgm:pt modelId="{59656581-E60C-4DAC-B814-419EE23EE660}" type="parTrans" cxnId="{DF29035B-89E6-4F5D-ACF8-D1671247C17C}">
      <dgm:prSet/>
      <dgm:spPr/>
      <dgm:t>
        <a:bodyPr/>
        <a:lstStyle/>
        <a:p>
          <a:endParaRPr lang="en-US" sz="2400"/>
        </a:p>
      </dgm:t>
    </dgm:pt>
    <dgm:pt modelId="{E6664FD8-C939-4A80-8C4A-483ABBA9E29D}" type="sibTrans" cxnId="{DF29035B-89E6-4F5D-ACF8-D1671247C17C}">
      <dgm:prSet/>
      <dgm:spPr/>
      <dgm:t>
        <a:bodyPr/>
        <a:lstStyle/>
        <a:p>
          <a:endParaRPr lang="en-US" sz="2400"/>
        </a:p>
      </dgm:t>
    </dgm:pt>
    <dgm:pt modelId="{C651E2D5-8101-4E4F-83DB-016F77BE25AD}">
      <dgm:prSet custT="1"/>
      <dgm:spPr/>
      <dgm:t>
        <a:bodyPr/>
        <a:lstStyle/>
        <a:p>
          <a:r>
            <a:rPr lang="en-GB" sz="2400" b="0" i="0"/>
            <a:t>Do you understand all the words used in stating the problem?</a:t>
          </a:r>
        </a:p>
      </dgm:t>
    </dgm:pt>
    <dgm:pt modelId="{048F9022-6BC3-4278-A611-D347DF41B4DB}" type="parTrans" cxnId="{E8E27C3B-E376-4E85-8522-373802130CCB}">
      <dgm:prSet/>
      <dgm:spPr/>
      <dgm:t>
        <a:bodyPr/>
        <a:lstStyle/>
        <a:p>
          <a:endParaRPr lang="en-US" sz="2400"/>
        </a:p>
      </dgm:t>
    </dgm:pt>
    <dgm:pt modelId="{47F62594-C9DA-4A07-8374-6F8F2F6709A7}" type="sibTrans" cxnId="{E8E27C3B-E376-4E85-8522-373802130CCB}">
      <dgm:prSet/>
      <dgm:spPr/>
      <dgm:t>
        <a:bodyPr/>
        <a:lstStyle/>
        <a:p>
          <a:endParaRPr lang="en-US" sz="2400"/>
        </a:p>
      </dgm:t>
    </dgm:pt>
    <dgm:pt modelId="{86E6EB41-544F-47B1-9DF9-F3CB7F5448A2}">
      <dgm:prSet custT="1"/>
      <dgm:spPr/>
      <dgm:t>
        <a:bodyPr/>
        <a:lstStyle/>
        <a:p>
          <a:r>
            <a:rPr lang="en-GB" sz="2400" b="0" i="0"/>
            <a:t>Do you need to ask a question to get the answer?</a:t>
          </a:r>
        </a:p>
      </dgm:t>
    </dgm:pt>
    <dgm:pt modelId="{C4058AB0-2079-4252-B015-B67539821C49}" type="parTrans" cxnId="{985D77BF-7A29-4610-803D-B3A754633A17}">
      <dgm:prSet/>
      <dgm:spPr/>
      <dgm:t>
        <a:bodyPr/>
        <a:lstStyle/>
        <a:p>
          <a:endParaRPr lang="en-US" sz="2400"/>
        </a:p>
      </dgm:t>
    </dgm:pt>
    <dgm:pt modelId="{011419A1-18BB-430F-9C43-08ACE316F068}" type="sibTrans" cxnId="{985D77BF-7A29-4610-803D-B3A754633A17}">
      <dgm:prSet/>
      <dgm:spPr/>
      <dgm:t>
        <a:bodyPr/>
        <a:lstStyle/>
        <a:p>
          <a:endParaRPr lang="en-US" sz="2400"/>
        </a:p>
      </dgm:t>
    </dgm:pt>
    <dgm:pt modelId="{FD4F3D42-1ED9-48A0-9251-3B596D89374A}" type="pres">
      <dgm:prSet presAssocID="{A6A33A99-ECC6-475E-A146-96E7F943FDDC}" presName="linear" presStyleCnt="0">
        <dgm:presLayoutVars>
          <dgm:animLvl val="lvl"/>
          <dgm:resizeHandles val="exact"/>
        </dgm:presLayoutVars>
      </dgm:prSet>
      <dgm:spPr/>
    </dgm:pt>
    <dgm:pt modelId="{5BD2F52C-2CFB-4121-86E2-A625F8F662B2}" type="pres">
      <dgm:prSet presAssocID="{BABFA467-2113-4490-92B9-34C3EB0DB2F0}" presName="parentText" presStyleLbl="node1" presStyleIdx="0" presStyleCnt="6">
        <dgm:presLayoutVars>
          <dgm:chMax val="0"/>
          <dgm:bulletEnabled val="1"/>
        </dgm:presLayoutVars>
      </dgm:prSet>
      <dgm:spPr/>
    </dgm:pt>
    <dgm:pt modelId="{0D65D2DD-8262-4395-B604-1F900DAD76A5}" type="pres">
      <dgm:prSet presAssocID="{B1FC24EA-FAE7-4AFE-9C7C-2074FD91FBB8}" presName="spacer" presStyleCnt="0"/>
      <dgm:spPr/>
    </dgm:pt>
    <dgm:pt modelId="{8D590443-9FDE-48F1-B2DB-8A8E8515CBB3}" type="pres">
      <dgm:prSet presAssocID="{5E05F16A-3F77-4EC5-A01F-3529741F59F2}" presName="parentText" presStyleLbl="node1" presStyleIdx="1" presStyleCnt="6">
        <dgm:presLayoutVars>
          <dgm:chMax val="0"/>
          <dgm:bulletEnabled val="1"/>
        </dgm:presLayoutVars>
      </dgm:prSet>
      <dgm:spPr/>
    </dgm:pt>
    <dgm:pt modelId="{F909BBB4-6BFA-4313-BD6E-13750F2E1ED1}" type="pres">
      <dgm:prSet presAssocID="{68E8944B-2533-4E38-A12F-DE85338FE9A3}" presName="spacer" presStyleCnt="0"/>
      <dgm:spPr/>
    </dgm:pt>
    <dgm:pt modelId="{2A4D3826-3164-43CD-8F45-18A83B63A2DA}" type="pres">
      <dgm:prSet presAssocID="{822358B7-429E-4DF6-8CF3-5B7B4CD6745D}" presName="parentText" presStyleLbl="node1" presStyleIdx="2" presStyleCnt="6">
        <dgm:presLayoutVars>
          <dgm:chMax val="0"/>
          <dgm:bulletEnabled val="1"/>
        </dgm:presLayoutVars>
      </dgm:prSet>
      <dgm:spPr/>
    </dgm:pt>
    <dgm:pt modelId="{01539533-FF06-4273-AE08-4B5565F4398A}" type="pres">
      <dgm:prSet presAssocID="{98CC5107-6451-4C12-82BD-799A14E5F2B0}" presName="spacer" presStyleCnt="0"/>
      <dgm:spPr/>
    </dgm:pt>
    <dgm:pt modelId="{4B6CD4A7-3D0A-4C6C-9161-6DE622C899FC}" type="pres">
      <dgm:prSet presAssocID="{533AC613-F748-4FD4-B6B9-97D998EDBF5A}" presName="parentText" presStyleLbl="node1" presStyleIdx="3" presStyleCnt="6">
        <dgm:presLayoutVars>
          <dgm:chMax val="0"/>
          <dgm:bulletEnabled val="1"/>
        </dgm:presLayoutVars>
      </dgm:prSet>
      <dgm:spPr/>
    </dgm:pt>
    <dgm:pt modelId="{1A2FDE0F-A291-45EE-8810-EE4D9D498EE8}" type="pres">
      <dgm:prSet presAssocID="{E6664FD8-C939-4A80-8C4A-483ABBA9E29D}" presName="spacer" presStyleCnt="0"/>
      <dgm:spPr/>
    </dgm:pt>
    <dgm:pt modelId="{C2DBFBBE-EF41-4FB5-8EE1-92F257144D57}" type="pres">
      <dgm:prSet presAssocID="{C651E2D5-8101-4E4F-83DB-016F77BE25AD}" presName="parentText" presStyleLbl="node1" presStyleIdx="4" presStyleCnt="6">
        <dgm:presLayoutVars>
          <dgm:chMax val="0"/>
          <dgm:bulletEnabled val="1"/>
        </dgm:presLayoutVars>
      </dgm:prSet>
      <dgm:spPr/>
    </dgm:pt>
    <dgm:pt modelId="{506F3612-C572-41F6-AD02-0D869F11DDAB}" type="pres">
      <dgm:prSet presAssocID="{47F62594-C9DA-4A07-8374-6F8F2F6709A7}" presName="spacer" presStyleCnt="0"/>
      <dgm:spPr/>
    </dgm:pt>
    <dgm:pt modelId="{80984334-1F38-4D9D-83DC-B3D2347B5345}" type="pres">
      <dgm:prSet presAssocID="{86E6EB41-544F-47B1-9DF9-F3CB7F5448A2}" presName="parentText" presStyleLbl="node1" presStyleIdx="5" presStyleCnt="6">
        <dgm:presLayoutVars>
          <dgm:chMax val="0"/>
          <dgm:bulletEnabled val="1"/>
        </dgm:presLayoutVars>
      </dgm:prSet>
      <dgm:spPr/>
    </dgm:pt>
  </dgm:ptLst>
  <dgm:cxnLst>
    <dgm:cxn modelId="{EC93D505-C1EA-4753-A655-5E5284821C8C}" srcId="{A6A33A99-ECC6-475E-A146-96E7F943FDDC}" destId="{BABFA467-2113-4490-92B9-34C3EB0DB2F0}" srcOrd="0" destOrd="0" parTransId="{D36ADF43-D632-414E-8ED0-9771C7E13E60}" sibTransId="{B1FC24EA-FAE7-4AFE-9C7C-2074FD91FBB8}"/>
    <dgm:cxn modelId="{B368B612-A8FA-4182-90FD-8B90D9727B81}" type="presOf" srcId="{822358B7-429E-4DF6-8CF3-5B7B4CD6745D}" destId="{2A4D3826-3164-43CD-8F45-18A83B63A2DA}" srcOrd="0" destOrd="0" presId="urn:microsoft.com/office/officeart/2005/8/layout/vList2"/>
    <dgm:cxn modelId="{432EDF1C-B10E-4DBF-A110-283E5AFCE7CC}" type="presOf" srcId="{A6A33A99-ECC6-475E-A146-96E7F943FDDC}" destId="{FD4F3D42-1ED9-48A0-9251-3B596D89374A}" srcOrd="0" destOrd="0" presId="urn:microsoft.com/office/officeart/2005/8/layout/vList2"/>
    <dgm:cxn modelId="{E8E27C3B-E376-4E85-8522-373802130CCB}" srcId="{A6A33A99-ECC6-475E-A146-96E7F943FDDC}" destId="{C651E2D5-8101-4E4F-83DB-016F77BE25AD}" srcOrd="4" destOrd="0" parTransId="{048F9022-6BC3-4278-A611-D347DF41B4DB}" sibTransId="{47F62594-C9DA-4A07-8374-6F8F2F6709A7}"/>
    <dgm:cxn modelId="{DF29035B-89E6-4F5D-ACF8-D1671247C17C}" srcId="{A6A33A99-ECC6-475E-A146-96E7F943FDDC}" destId="{533AC613-F748-4FD4-B6B9-97D998EDBF5A}" srcOrd="3" destOrd="0" parTransId="{59656581-E60C-4DAC-B814-419EE23EE660}" sibTransId="{E6664FD8-C939-4A80-8C4A-483ABBA9E29D}"/>
    <dgm:cxn modelId="{6014F45D-F39B-4121-AA22-67125D4E9E37}" srcId="{A6A33A99-ECC6-475E-A146-96E7F943FDDC}" destId="{822358B7-429E-4DF6-8CF3-5B7B4CD6745D}" srcOrd="2" destOrd="0" parTransId="{F8DBA403-A3D0-45B0-B271-BC4CFFE9E6BE}" sibTransId="{98CC5107-6451-4C12-82BD-799A14E5F2B0}"/>
    <dgm:cxn modelId="{1E10864C-BDEC-4065-B679-C1297E01EE03}" type="presOf" srcId="{5E05F16A-3F77-4EC5-A01F-3529741F59F2}" destId="{8D590443-9FDE-48F1-B2DB-8A8E8515CBB3}" srcOrd="0" destOrd="0" presId="urn:microsoft.com/office/officeart/2005/8/layout/vList2"/>
    <dgm:cxn modelId="{E9B45550-1D05-4E36-BB92-4BEF1077B7B7}" type="presOf" srcId="{BABFA467-2113-4490-92B9-34C3EB0DB2F0}" destId="{5BD2F52C-2CFB-4121-86E2-A625F8F662B2}" srcOrd="0" destOrd="0" presId="urn:microsoft.com/office/officeart/2005/8/layout/vList2"/>
    <dgm:cxn modelId="{E803CF83-D784-4551-8D7B-4C732523242E}" srcId="{A6A33A99-ECC6-475E-A146-96E7F943FDDC}" destId="{5E05F16A-3F77-4EC5-A01F-3529741F59F2}" srcOrd="1" destOrd="0" parTransId="{2E9ECCF8-334A-4C51-B9F7-12CCEFB9F502}" sibTransId="{68E8944B-2533-4E38-A12F-DE85338FE9A3}"/>
    <dgm:cxn modelId="{9CB0CB87-C317-4376-8943-2A496497799D}" type="presOf" srcId="{86E6EB41-544F-47B1-9DF9-F3CB7F5448A2}" destId="{80984334-1F38-4D9D-83DC-B3D2347B5345}" srcOrd="0" destOrd="0" presId="urn:microsoft.com/office/officeart/2005/8/layout/vList2"/>
    <dgm:cxn modelId="{985D77BF-7A29-4610-803D-B3A754633A17}" srcId="{A6A33A99-ECC6-475E-A146-96E7F943FDDC}" destId="{86E6EB41-544F-47B1-9DF9-F3CB7F5448A2}" srcOrd="5" destOrd="0" parTransId="{C4058AB0-2079-4252-B015-B67539821C49}" sibTransId="{011419A1-18BB-430F-9C43-08ACE316F068}"/>
    <dgm:cxn modelId="{A1438CC6-A1B2-4115-80D7-367E8CC02DBC}" type="presOf" srcId="{533AC613-F748-4FD4-B6B9-97D998EDBF5A}" destId="{4B6CD4A7-3D0A-4C6C-9161-6DE622C899FC}" srcOrd="0" destOrd="0" presId="urn:microsoft.com/office/officeart/2005/8/layout/vList2"/>
    <dgm:cxn modelId="{EBB875D6-55ED-4927-B418-C938B2690F23}" type="presOf" srcId="{C651E2D5-8101-4E4F-83DB-016F77BE25AD}" destId="{C2DBFBBE-EF41-4FB5-8EE1-92F257144D57}" srcOrd="0" destOrd="0" presId="urn:microsoft.com/office/officeart/2005/8/layout/vList2"/>
    <dgm:cxn modelId="{5D8B5A0D-3A91-4AC4-AE2E-1430D3FA387F}" type="presParOf" srcId="{FD4F3D42-1ED9-48A0-9251-3B596D89374A}" destId="{5BD2F52C-2CFB-4121-86E2-A625F8F662B2}" srcOrd="0" destOrd="0" presId="urn:microsoft.com/office/officeart/2005/8/layout/vList2"/>
    <dgm:cxn modelId="{AE24FAC1-8876-472F-A2C2-8B8C56E65A47}" type="presParOf" srcId="{FD4F3D42-1ED9-48A0-9251-3B596D89374A}" destId="{0D65D2DD-8262-4395-B604-1F900DAD76A5}" srcOrd="1" destOrd="0" presId="urn:microsoft.com/office/officeart/2005/8/layout/vList2"/>
    <dgm:cxn modelId="{22E69818-087C-4C2F-B16A-FAAE10FF9528}" type="presParOf" srcId="{FD4F3D42-1ED9-48A0-9251-3B596D89374A}" destId="{8D590443-9FDE-48F1-B2DB-8A8E8515CBB3}" srcOrd="2" destOrd="0" presId="urn:microsoft.com/office/officeart/2005/8/layout/vList2"/>
    <dgm:cxn modelId="{663D0941-E5BB-4538-AFEF-8CB5DB0FB970}" type="presParOf" srcId="{FD4F3D42-1ED9-48A0-9251-3B596D89374A}" destId="{F909BBB4-6BFA-4313-BD6E-13750F2E1ED1}" srcOrd="3" destOrd="0" presId="urn:microsoft.com/office/officeart/2005/8/layout/vList2"/>
    <dgm:cxn modelId="{1291DC98-F1EB-4AE6-ABA4-1200FFDA155A}" type="presParOf" srcId="{FD4F3D42-1ED9-48A0-9251-3B596D89374A}" destId="{2A4D3826-3164-43CD-8F45-18A83B63A2DA}" srcOrd="4" destOrd="0" presId="urn:microsoft.com/office/officeart/2005/8/layout/vList2"/>
    <dgm:cxn modelId="{1EDA0702-0437-404B-987A-B7CE24D71A2B}" type="presParOf" srcId="{FD4F3D42-1ED9-48A0-9251-3B596D89374A}" destId="{01539533-FF06-4273-AE08-4B5565F4398A}" srcOrd="5" destOrd="0" presId="urn:microsoft.com/office/officeart/2005/8/layout/vList2"/>
    <dgm:cxn modelId="{C2DCFCBD-DCF4-4807-ACF3-3F3094898D93}" type="presParOf" srcId="{FD4F3D42-1ED9-48A0-9251-3B596D89374A}" destId="{4B6CD4A7-3D0A-4C6C-9161-6DE622C899FC}" srcOrd="6" destOrd="0" presId="urn:microsoft.com/office/officeart/2005/8/layout/vList2"/>
    <dgm:cxn modelId="{2A711F51-D9B5-46BE-8FF3-702873DF82A8}" type="presParOf" srcId="{FD4F3D42-1ED9-48A0-9251-3B596D89374A}" destId="{1A2FDE0F-A291-45EE-8810-EE4D9D498EE8}" srcOrd="7" destOrd="0" presId="urn:microsoft.com/office/officeart/2005/8/layout/vList2"/>
    <dgm:cxn modelId="{D1231ADF-3CCB-4D78-BA90-7D0E281B24E9}" type="presParOf" srcId="{FD4F3D42-1ED9-48A0-9251-3B596D89374A}" destId="{C2DBFBBE-EF41-4FB5-8EE1-92F257144D57}" srcOrd="8" destOrd="0" presId="urn:microsoft.com/office/officeart/2005/8/layout/vList2"/>
    <dgm:cxn modelId="{D1423B09-D03A-48C0-896D-92D8EA412EEE}" type="presParOf" srcId="{FD4F3D42-1ED9-48A0-9251-3B596D89374A}" destId="{506F3612-C572-41F6-AD02-0D869F11DDAB}" srcOrd="9" destOrd="0" presId="urn:microsoft.com/office/officeart/2005/8/layout/vList2"/>
    <dgm:cxn modelId="{4133F690-C775-4451-92CA-F78C44496FFD}" type="presParOf" srcId="{FD4F3D42-1ED9-48A0-9251-3B596D89374A}" destId="{80984334-1F38-4D9D-83DC-B3D2347B5345}" srcOrd="1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6A33A99-ECC6-475E-A146-96E7F943FDDC}" type="doc">
      <dgm:prSet loTypeId="urn:microsoft.com/office/officeart/2005/8/layout/vList2" loCatId="list" qsTypeId="urn:microsoft.com/office/officeart/2005/8/quickstyle/3d1" qsCatId="3D" csTypeId="urn:microsoft.com/office/officeart/2005/8/colors/accent1_1" csCatId="accent1" phldr="1"/>
      <dgm:spPr/>
      <dgm:t>
        <a:bodyPr/>
        <a:lstStyle/>
        <a:p>
          <a:endParaRPr lang="en-US"/>
        </a:p>
      </dgm:t>
    </dgm:pt>
    <dgm:pt modelId="{BABFA467-2113-4490-92B9-34C3EB0DB2F0}">
      <dgm:prSet phldrT="[Text]" custT="1"/>
      <dgm:spPr/>
      <dgm:t>
        <a:bodyPr/>
        <a:lstStyle/>
        <a:p>
          <a:pPr algn="just"/>
          <a:r>
            <a:rPr lang="en-GB" sz="2800" b="0" i="0" dirty="0"/>
            <a:t>Can I restate the problem in my own words?</a:t>
          </a:r>
          <a:endParaRPr lang="en-US" sz="2800" dirty="0"/>
        </a:p>
      </dgm:t>
    </dgm:pt>
    <dgm:pt modelId="{D36ADF43-D632-414E-8ED0-9771C7E13E60}" type="parTrans" cxnId="{EC93D505-C1EA-4753-A655-5E5284821C8C}">
      <dgm:prSet/>
      <dgm:spPr/>
      <dgm:t>
        <a:bodyPr/>
        <a:lstStyle/>
        <a:p>
          <a:pPr algn="just"/>
          <a:endParaRPr lang="en-US" sz="2800"/>
        </a:p>
      </dgm:t>
    </dgm:pt>
    <dgm:pt modelId="{B1FC24EA-FAE7-4AFE-9C7C-2074FD91FBB8}" type="sibTrans" cxnId="{EC93D505-C1EA-4753-A655-5E5284821C8C}">
      <dgm:prSet/>
      <dgm:spPr/>
      <dgm:t>
        <a:bodyPr/>
        <a:lstStyle/>
        <a:p>
          <a:pPr algn="just"/>
          <a:endParaRPr lang="en-US" sz="2800"/>
        </a:p>
      </dgm:t>
    </dgm:pt>
    <dgm:pt modelId="{8329E0DE-679D-4651-9B38-C231C270E606}">
      <dgm:prSet custT="1"/>
      <dgm:spPr/>
      <dgm:t>
        <a:bodyPr/>
        <a:lstStyle/>
        <a:p>
          <a:r>
            <a:rPr lang="en-GB" sz="2800" b="0" i="0" dirty="0"/>
            <a:t>What are the inputs that go into the problem?</a:t>
          </a:r>
        </a:p>
      </dgm:t>
    </dgm:pt>
    <dgm:pt modelId="{84E10AD6-D982-4AAB-A382-7F11CB0DD374}" type="parTrans" cxnId="{CBDAAF96-CC19-4E32-9DB0-9EF92DAF0962}">
      <dgm:prSet/>
      <dgm:spPr/>
      <dgm:t>
        <a:bodyPr/>
        <a:lstStyle/>
        <a:p>
          <a:endParaRPr lang="en-US" sz="2800"/>
        </a:p>
      </dgm:t>
    </dgm:pt>
    <dgm:pt modelId="{CC1C2C9D-0345-49E7-A1F9-230F0026923B}" type="sibTrans" cxnId="{CBDAAF96-CC19-4E32-9DB0-9EF92DAF0962}">
      <dgm:prSet/>
      <dgm:spPr/>
      <dgm:t>
        <a:bodyPr/>
        <a:lstStyle/>
        <a:p>
          <a:endParaRPr lang="en-US" sz="2800"/>
        </a:p>
      </dgm:t>
    </dgm:pt>
    <dgm:pt modelId="{9D497AD8-B4A6-47F8-B7E5-60DFF4C1F7F2}">
      <dgm:prSet custT="1"/>
      <dgm:spPr/>
      <dgm:t>
        <a:bodyPr/>
        <a:lstStyle/>
        <a:p>
          <a:r>
            <a:rPr lang="en-GB" sz="2800" b="0" i="0"/>
            <a:t>What are the outputs that should come from the solution to the problem?</a:t>
          </a:r>
        </a:p>
      </dgm:t>
    </dgm:pt>
    <dgm:pt modelId="{B7D4A837-9613-4DC5-8C5C-F8E32CE595D8}" type="parTrans" cxnId="{6878F1E2-10AE-40E2-B6EC-1800A87A4535}">
      <dgm:prSet/>
      <dgm:spPr/>
      <dgm:t>
        <a:bodyPr/>
        <a:lstStyle/>
        <a:p>
          <a:endParaRPr lang="en-US" sz="2800"/>
        </a:p>
      </dgm:t>
    </dgm:pt>
    <dgm:pt modelId="{A34F336E-B325-47A0-8942-3878CBD93F11}" type="sibTrans" cxnId="{6878F1E2-10AE-40E2-B6EC-1800A87A4535}">
      <dgm:prSet/>
      <dgm:spPr/>
      <dgm:t>
        <a:bodyPr/>
        <a:lstStyle/>
        <a:p>
          <a:endParaRPr lang="en-US" sz="2800"/>
        </a:p>
      </dgm:t>
    </dgm:pt>
    <dgm:pt modelId="{959EE8D1-A495-49AE-A391-F0A74C57801B}">
      <dgm:prSet custT="1"/>
      <dgm:spPr/>
      <dgm:t>
        <a:bodyPr/>
        <a:lstStyle/>
        <a:p>
          <a:r>
            <a:rPr lang="en-GB" sz="2800" b="0" i="0" dirty="0"/>
            <a:t>Can the outputs be determined from the inputs? In other words, do I have enough information to solve the problem?</a:t>
          </a:r>
        </a:p>
      </dgm:t>
    </dgm:pt>
    <dgm:pt modelId="{928CD816-F005-4700-939A-FE90D91BA18E}" type="parTrans" cxnId="{1EDC78E2-32E5-4B4C-A00E-E4C736B99659}">
      <dgm:prSet/>
      <dgm:spPr/>
      <dgm:t>
        <a:bodyPr/>
        <a:lstStyle/>
        <a:p>
          <a:endParaRPr lang="en-US" sz="2800"/>
        </a:p>
      </dgm:t>
    </dgm:pt>
    <dgm:pt modelId="{CDAD3A2D-DC62-465F-A5B0-BAE32256DE5C}" type="sibTrans" cxnId="{1EDC78E2-32E5-4B4C-A00E-E4C736B99659}">
      <dgm:prSet/>
      <dgm:spPr/>
      <dgm:t>
        <a:bodyPr/>
        <a:lstStyle/>
        <a:p>
          <a:endParaRPr lang="en-US" sz="2800"/>
        </a:p>
      </dgm:t>
    </dgm:pt>
    <dgm:pt modelId="{6F3C63FB-5824-440D-938E-5C3E6826B46E}">
      <dgm:prSet custT="1"/>
      <dgm:spPr/>
      <dgm:t>
        <a:bodyPr/>
        <a:lstStyle/>
        <a:p>
          <a:r>
            <a:rPr lang="en-GB" sz="2800" b="0" i="0" dirty="0"/>
            <a:t>How should I label the important pieces of data that are a part of the problem?</a:t>
          </a:r>
        </a:p>
      </dgm:t>
    </dgm:pt>
    <dgm:pt modelId="{262EE836-20FE-4907-BDAE-FC48535CBAF0}" type="parTrans" cxnId="{EF69585F-F2D8-4FA8-8CBF-4850C92A6906}">
      <dgm:prSet/>
      <dgm:spPr/>
      <dgm:t>
        <a:bodyPr/>
        <a:lstStyle/>
        <a:p>
          <a:endParaRPr lang="en-US" sz="2800"/>
        </a:p>
      </dgm:t>
    </dgm:pt>
    <dgm:pt modelId="{DAE84633-7C56-4494-8E8C-C70EDFCDB5E0}" type="sibTrans" cxnId="{EF69585F-F2D8-4FA8-8CBF-4850C92A6906}">
      <dgm:prSet/>
      <dgm:spPr/>
      <dgm:t>
        <a:bodyPr/>
        <a:lstStyle/>
        <a:p>
          <a:endParaRPr lang="en-US" sz="2800"/>
        </a:p>
      </dgm:t>
    </dgm:pt>
    <dgm:pt modelId="{FD4F3D42-1ED9-48A0-9251-3B596D89374A}" type="pres">
      <dgm:prSet presAssocID="{A6A33A99-ECC6-475E-A146-96E7F943FDDC}" presName="linear" presStyleCnt="0">
        <dgm:presLayoutVars>
          <dgm:animLvl val="lvl"/>
          <dgm:resizeHandles val="exact"/>
        </dgm:presLayoutVars>
      </dgm:prSet>
      <dgm:spPr/>
    </dgm:pt>
    <dgm:pt modelId="{5BD2F52C-2CFB-4121-86E2-A625F8F662B2}" type="pres">
      <dgm:prSet presAssocID="{BABFA467-2113-4490-92B9-34C3EB0DB2F0}" presName="parentText" presStyleLbl="node1" presStyleIdx="0" presStyleCnt="5">
        <dgm:presLayoutVars>
          <dgm:chMax val="0"/>
          <dgm:bulletEnabled val="1"/>
        </dgm:presLayoutVars>
      </dgm:prSet>
      <dgm:spPr/>
    </dgm:pt>
    <dgm:pt modelId="{0D65D2DD-8262-4395-B604-1F900DAD76A5}" type="pres">
      <dgm:prSet presAssocID="{B1FC24EA-FAE7-4AFE-9C7C-2074FD91FBB8}" presName="spacer" presStyleCnt="0"/>
      <dgm:spPr/>
    </dgm:pt>
    <dgm:pt modelId="{5CF23923-469A-49BE-82C1-A5698B775870}" type="pres">
      <dgm:prSet presAssocID="{8329E0DE-679D-4651-9B38-C231C270E606}" presName="parentText" presStyleLbl="node1" presStyleIdx="1" presStyleCnt="5">
        <dgm:presLayoutVars>
          <dgm:chMax val="0"/>
          <dgm:bulletEnabled val="1"/>
        </dgm:presLayoutVars>
      </dgm:prSet>
      <dgm:spPr/>
    </dgm:pt>
    <dgm:pt modelId="{B90599BA-4D02-4D27-B869-CE62C28E6E23}" type="pres">
      <dgm:prSet presAssocID="{CC1C2C9D-0345-49E7-A1F9-230F0026923B}" presName="spacer" presStyleCnt="0"/>
      <dgm:spPr/>
    </dgm:pt>
    <dgm:pt modelId="{1C04B82E-191C-4C9F-A455-17B6B5832235}" type="pres">
      <dgm:prSet presAssocID="{9D497AD8-B4A6-47F8-B7E5-60DFF4C1F7F2}" presName="parentText" presStyleLbl="node1" presStyleIdx="2" presStyleCnt="5">
        <dgm:presLayoutVars>
          <dgm:chMax val="0"/>
          <dgm:bulletEnabled val="1"/>
        </dgm:presLayoutVars>
      </dgm:prSet>
      <dgm:spPr/>
    </dgm:pt>
    <dgm:pt modelId="{19DAAAE8-3CEB-46E2-BEDF-DE38B55E3903}" type="pres">
      <dgm:prSet presAssocID="{A34F336E-B325-47A0-8942-3878CBD93F11}" presName="spacer" presStyleCnt="0"/>
      <dgm:spPr/>
    </dgm:pt>
    <dgm:pt modelId="{788DDFA4-4D5E-41E4-B469-9143EFDD219D}" type="pres">
      <dgm:prSet presAssocID="{959EE8D1-A495-49AE-A391-F0A74C57801B}" presName="parentText" presStyleLbl="node1" presStyleIdx="3" presStyleCnt="5">
        <dgm:presLayoutVars>
          <dgm:chMax val="0"/>
          <dgm:bulletEnabled val="1"/>
        </dgm:presLayoutVars>
      </dgm:prSet>
      <dgm:spPr/>
    </dgm:pt>
    <dgm:pt modelId="{AED5EA9D-8CAE-41E4-BFAE-3CDD56F69483}" type="pres">
      <dgm:prSet presAssocID="{CDAD3A2D-DC62-465F-A5B0-BAE32256DE5C}" presName="spacer" presStyleCnt="0"/>
      <dgm:spPr/>
    </dgm:pt>
    <dgm:pt modelId="{EB1D399B-C446-4AA4-8CF2-84132A790AB8}" type="pres">
      <dgm:prSet presAssocID="{6F3C63FB-5824-440D-938E-5C3E6826B46E}" presName="parentText" presStyleLbl="node1" presStyleIdx="4" presStyleCnt="5">
        <dgm:presLayoutVars>
          <dgm:chMax val="0"/>
          <dgm:bulletEnabled val="1"/>
        </dgm:presLayoutVars>
      </dgm:prSet>
      <dgm:spPr/>
    </dgm:pt>
  </dgm:ptLst>
  <dgm:cxnLst>
    <dgm:cxn modelId="{EC93D505-C1EA-4753-A655-5E5284821C8C}" srcId="{A6A33A99-ECC6-475E-A146-96E7F943FDDC}" destId="{BABFA467-2113-4490-92B9-34C3EB0DB2F0}" srcOrd="0" destOrd="0" parTransId="{D36ADF43-D632-414E-8ED0-9771C7E13E60}" sibTransId="{B1FC24EA-FAE7-4AFE-9C7C-2074FD91FBB8}"/>
    <dgm:cxn modelId="{432EDF1C-B10E-4DBF-A110-283E5AFCE7CC}" type="presOf" srcId="{A6A33A99-ECC6-475E-A146-96E7F943FDDC}" destId="{FD4F3D42-1ED9-48A0-9251-3B596D89374A}" srcOrd="0" destOrd="0" presId="urn:microsoft.com/office/officeart/2005/8/layout/vList2"/>
    <dgm:cxn modelId="{BE3FEC5B-C970-4D1D-BC93-9FBCCC2A49FF}" type="presOf" srcId="{8329E0DE-679D-4651-9B38-C231C270E606}" destId="{5CF23923-469A-49BE-82C1-A5698B775870}" srcOrd="0" destOrd="0" presId="urn:microsoft.com/office/officeart/2005/8/layout/vList2"/>
    <dgm:cxn modelId="{EF69585F-F2D8-4FA8-8CBF-4850C92A6906}" srcId="{A6A33A99-ECC6-475E-A146-96E7F943FDDC}" destId="{6F3C63FB-5824-440D-938E-5C3E6826B46E}" srcOrd="4" destOrd="0" parTransId="{262EE836-20FE-4907-BDAE-FC48535CBAF0}" sibTransId="{DAE84633-7C56-4494-8E8C-C70EDFCDB5E0}"/>
    <dgm:cxn modelId="{E9B45550-1D05-4E36-BB92-4BEF1077B7B7}" type="presOf" srcId="{BABFA467-2113-4490-92B9-34C3EB0DB2F0}" destId="{5BD2F52C-2CFB-4121-86E2-A625F8F662B2}" srcOrd="0" destOrd="0" presId="urn:microsoft.com/office/officeart/2005/8/layout/vList2"/>
    <dgm:cxn modelId="{49F7DA87-5AF1-4037-9E2C-EC1E25D9186A}" type="presOf" srcId="{959EE8D1-A495-49AE-A391-F0A74C57801B}" destId="{788DDFA4-4D5E-41E4-B469-9143EFDD219D}" srcOrd="0" destOrd="0" presId="urn:microsoft.com/office/officeart/2005/8/layout/vList2"/>
    <dgm:cxn modelId="{CBDAAF96-CC19-4E32-9DB0-9EF92DAF0962}" srcId="{A6A33A99-ECC6-475E-A146-96E7F943FDDC}" destId="{8329E0DE-679D-4651-9B38-C231C270E606}" srcOrd="1" destOrd="0" parTransId="{84E10AD6-D982-4AAB-A382-7F11CB0DD374}" sibTransId="{CC1C2C9D-0345-49E7-A1F9-230F0026923B}"/>
    <dgm:cxn modelId="{26224A98-0461-4327-B5AD-EDC66806997C}" type="presOf" srcId="{6F3C63FB-5824-440D-938E-5C3E6826B46E}" destId="{EB1D399B-C446-4AA4-8CF2-84132A790AB8}" srcOrd="0" destOrd="0" presId="urn:microsoft.com/office/officeart/2005/8/layout/vList2"/>
    <dgm:cxn modelId="{1EDC78E2-32E5-4B4C-A00E-E4C736B99659}" srcId="{A6A33A99-ECC6-475E-A146-96E7F943FDDC}" destId="{959EE8D1-A495-49AE-A391-F0A74C57801B}" srcOrd="3" destOrd="0" parTransId="{928CD816-F005-4700-939A-FE90D91BA18E}" sibTransId="{CDAD3A2D-DC62-465F-A5B0-BAE32256DE5C}"/>
    <dgm:cxn modelId="{6878F1E2-10AE-40E2-B6EC-1800A87A4535}" srcId="{A6A33A99-ECC6-475E-A146-96E7F943FDDC}" destId="{9D497AD8-B4A6-47F8-B7E5-60DFF4C1F7F2}" srcOrd="2" destOrd="0" parTransId="{B7D4A837-9613-4DC5-8C5C-F8E32CE595D8}" sibTransId="{A34F336E-B325-47A0-8942-3878CBD93F11}"/>
    <dgm:cxn modelId="{F79B39E8-2C3A-4107-BEAF-D2D49F15D1CA}" type="presOf" srcId="{9D497AD8-B4A6-47F8-B7E5-60DFF4C1F7F2}" destId="{1C04B82E-191C-4C9F-A455-17B6B5832235}" srcOrd="0" destOrd="0" presId="urn:microsoft.com/office/officeart/2005/8/layout/vList2"/>
    <dgm:cxn modelId="{5D8B5A0D-3A91-4AC4-AE2E-1430D3FA387F}" type="presParOf" srcId="{FD4F3D42-1ED9-48A0-9251-3B596D89374A}" destId="{5BD2F52C-2CFB-4121-86E2-A625F8F662B2}" srcOrd="0" destOrd="0" presId="urn:microsoft.com/office/officeart/2005/8/layout/vList2"/>
    <dgm:cxn modelId="{AE24FAC1-8876-472F-A2C2-8B8C56E65A47}" type="presParOf" srcId="{FD4F3D42-1ED9-48A0-9251-3B596D89374A}" destId="{0D65D2DD-8262-4395-B604-1F900DAD76A5}" srcOrd="1" destOrd="0" presId="urn:microsoft.com/office/officeart/2005/8/layout/vList2"/>
    <dgm:cxn modelId="{BB9ECA41-5210-4314-8D0A-3AE1D3AB94BC}" type="presParOf" srcId="{FD4F3D42-1ED9-48A0-9251-3B596D89374A}" destId="{5CF23923-469A-49BE-82C1-A5698B775870}" srcOrd="2" destOrd="0" presId="urn:microsoft.com/office/officeart/2005/8/layout/vList2"/>
    <dgm:cxn modelId="{03AEB4C1-5065-4617-BB16-A1ECAC2A9620}" type="presParOf" srcId="{FD4F3D42-1ED9-48A0-9251-3B596D89374A}" destId="{B90599BA-4D02-4D27-B869-CE62C28E6E23}" srcOrd="3" destOrd="0" presId="urn:microsoft.com/office/officeart/2005/8/layout/vList2"/>
    <dgm:cxn modelId="{CEFCA76C-95FD-4DC1-B895-15195B23D80F}" type="presParOf" srcId="{FD4F3D42-1ED9-48A0-9251-3B596D89374A}" destId="{1C04B82E-191C-4C9F-A455-17B6B5832235}" srcOrd="4" destOrd="0" presId="urn:microsoft.com/office/officeart/2005/8/layout/vList2"/>
    <dgm:cxn modelId="{53C00FD5-6716-4563-86A6-F19A7B6EB2B0}" type="presParOf" srcId="{FD4F3D42-1ED9-48A0-9251-3B596D89374A}" destId="{19DAAAE8-3CEB-46E2-BEDF-DE38B55E3903}" srcOrd="5" destOrd="0" presId="urn:microsoft.com/office/officeart/2005/8/layout/vList2"/>
    <dgm:cxn modelId="{087B113F-0973-45BB-9422-04FD64875342}" type="presParOf" srcId="{FD4F3D42-1ED9-48A0-9251-3B596D89374A}" destId="{788DDFA4-4D5E-41E4-B469-9143EFDD219D}" srcOrd="6" destOrd="0" presId="urn:microsoft.com/office/officeart/2005/8/layout/vList2"/>
    <dgm:cxn modelId="{632142F5-CBB0-472D-8C1A-E30A1A151FF9}" type="presParOf" srcId="{FD4F3D42-1ED9-48A0-9251-3B596D89374A}" destId="{AED5EA9D-8CAE-41E4-BFAE-3CDD56F69483}" srcOrd="7" destOrd="0" presId="urn:microsoft.com/office/officeart/2005/8/layout/vList2"/>
    <dgm:cxn modelId="{98EFF838-BC36-45BC-AE6B-689B14C3E59E}" type="presParOf" srcId="{FD4F3D42-1ED9-48A0-9251-3B596D89374A}" destId="{EB1D399B-C446-4AA4-8CF2-84132A790AB8}"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6A33A99-ECC6-475E-A146-96E7F943FDDC}" type="doc">
      <dgm:prSet loTypeId="urn:microsoft.com/office/officeart/2005/8/layout/vList2" loCatId="list" qsTypeId="urn:microsoft.com/office/officeart/2005/8/quickstyle/3d1" qsCatId="3D" csTypeId="urn:microsoft.com/office/officeart/2005/8/colors/accent1_1" csCatId="accent1" phldr="1"/>
      <dgm:spPr/>
      <dgm:t>
        <a:bodyPr/>
        <a:lstStyle/>
        <a:p>
          <a:endParaRPr lang="en-US"/>
        </a:p>
      </dgm:t>
    </dgm:pt>
    <dgm:pt modelId="{BABFA467-2113-4490-92B9-34C3EB0DB2F0}">
      <dgm:prSet phldrT="[Text]" custT="1"/>
      <dgm:spPr/>
      <dgm:t>
        <a:bodyPr/>
        <a:lstStyle/>
        <a:p>
          <a:pPr algn="just"/>
          <a:r>
            <a:rPr lang="en-GB" sz="2000" b="0" i="1" dirty="0"/>
            <a:t>Can I restate the problem in my own words?</a:t>
          </a:r>
          <a:r>
            <a:rPr lang="en-GB" sz="2000" b="0" i="0" dirty="0"/>
            <a:t> Maybe something like "Write a function that adds two numbers," or "Implement addition."</a:t>
          </a:r>
          <a:endParaRPr lang="en-US" sz="2000" dirty="0"/>
        </a:p>
      </dgm:t>
    </dgm:pt>
    <dgm:pt modelId="{D36ADF43-D632-414E-8ED0-9771C7E13E60}" type="parTrans" cxnId="{EC93D505-C1EA-4753-A655-5E5284821C8C}">
      <dgm:prSet/>
      <dgm:spPr/>
      <dgm:t>
        <a:bodyPr/>
        <a:lstStyle/>
        <a:p>
          <a:pPr algn="just"/>
          <a:endParaRPr lang="en-US" sz="2800"/>
        </a:p>
      </dgm:t>
    </dgm:pt>
    <dgm:pt modelId="{B1FC24EA-FAE7-4AFE-9C7C-2074FD91FBB8}" type="sibTrans" cxnId="{EC93D505-C1EA-4753-A655-5E5284821C8C}">
      <dgm:prSet/>
      <dgm:spPr/>
      <dgm:t>
        <a:bodyPr/>
        <a:lstStyle/>
        <a:p>
          <a:pPr algn="just"/>
          <a:endParaRPr lang="en-US" sz="2800"/>
        </a:p>
      </dgm:t>
    </dgm:pt>
    <dgm:pt modelId="{ABD62D88-8CCB-42F4-BD07-39513D0B46EC}">
      <dgm:prSet/>
      <dgm:spPr/>
      <dgm:t>
        <a:bodyPr/>
        <a:lstStyle/>
        <a:p>
          <a:pPr algn="just"/>
          <a:r>
            <a:rPr lang="en-GB" b="0" i="1" dirty="0"/>
            <a:t>What are the inputs that go into the problem?</a:t>
          </a:r>
          <a:r>
            <a:rPr lang="en-GB" b="0" i="0" dirty="0"/>
            <a:t> Two numbers. </a:t>
          </a:r>
        </a:p>
      </dgm:t>
    </dgm:pt>
    <dgm:pt modelId="{CAD1EAD0-F26A-475F-BC45-36B733FA7F1E}" type="parTrans" cxnId="{5338B408-7301-4ED3-B2D0-13BF8C8F67D6}">
      <dgm:prSet/>
      <dgm:spPr/>
      <dgm:t>
        <a:bodyPr/>
        <a:lstStyle/>
        <a:p>
          <a:pPr algn="just"/>
          <a:endParaRPr lang="en-US"/>
        </a:p>
      </dgm:t>
    </dgm:pt>
    <dgm:pt modelId="{86D39A74-4260-471E-9A82-4B2BC775ED64}" type="sibTrans" cxnId="{5338B408-7301-4ED3-B2D0-13BF8C8F67D6}">
      <dgm:prSet/>
      <dgm:spPr/>
      <dgm:t>
        <a:bodyPr/>
        <a:lstStyle/>
        <a:p>
          <a:pPr algn="just"/>
          <a:endParaRPr lang="en-US"/>
        </a:p>
      </dgm:t>
    </dgm:pt>
    <dgm:pt modelId="{AEF08B30-86B6-48C6-9EB2-6FAE7223D99B}">
      <dgm:prSet/>
      <dgm:spPr/>
      <dgm:t>
        <a:bodyPr/>
        <a:lstStyle/>
        <a:p>
          <a:pPr algn="just"/>
          <a:r>
            <a:rPr lang="en-GB" b="0" i="0" dirty="0"/>
            <a:t>This might seem like an open and shut case, but even here it's worth thinking about the structure of the inputs.</a:t>
          </a:r>
        </a:p>
      </dgm:t>
    </dgm:pt>
    <dgm:pt modelId="{D6703421-C3CC-40C4-8F8F-AFB950E1E3F0}" type="parTrans" cxnId="{B5FBFE88-F907-416A-9C15-A3F727E9E302}">
      <dgm:prSet/>
      <dgm:spPr/>
      <dgm:t>
        <a:bodyPr/>
        <a:lstStyle/>
        <a:p>
          <a:pPr algn="just"/>
          <a:endParaRPr lang="en-US"/>
        </a:p>
      </dgm:t>
    </dgm:pt>
    <dgm:pt modelId="{1B6DB755-6EBA-46AC-B058-0D91F82BDCCA}" type="sibTrans" cxnId="{B5FBFE88-F907-416A-9C15-A3F727E9E302}">
      <dgm:prSet/>
      <dgm:spPr/>
      <dgm:t>
        <a:bodyPr/>
        <a:lstStyle/>
        <a:p>
          <a:pPr algn="just"/>
          <a:endParaRPr lang="en-US"/>
        </a:p>
      </dgm:t>
    </dgm:pt>
    <dgm:pt modelId="{B7BC405B-83F3-41BA-B67C-B4F689A99C40}">
      <dgm:prSet/>
      <dgm:spPr/>
      <dgm:t>
        <a:bodyPr/>
        <a:lstStyle/>
        <a:p>
          <a:pPr algn="just"/>
          <a:r>
            <a:rPr lang="en-GB" b="0" i="0" dirty="0"/>
            <a:t>For instance, are the numbers integers, or are floats allowed too? Should the inputs even be numbers at all, or strings representing numbers? If the latter, the problem suddenly becomes much harder, because you can represent arbitrarily large numbers with strings. For example,</a:t>
          </a:r>
        </a:p>
      </dgm:t>
    </dgm:pt>
    <dgm:pt modelId="{25F5AC07-9397-4E30-A79C-D925B622128D}" type="parTrans" cxnId="{51954791-59D1-40DC-9FDA-2475C99D61DE}">
      <dgm:prSet/>
      <dgm:spPr/>
      <dgm:t>
        <a:bodyPr/>
        <a:lstStyle/>
        <a:p>
          <a:pPr algn="just"/>
          <a:endParaRPr lang="en-US"/>
        </a:p>
      </dgm:t>
    </dgm:pt>
    <dgm:pt modelId="{1A9F9A85-A12A-494A-A070-97BD549A6689}" type="sibTrans" cxnId="{51954791-59D1-40DC-9FDA-2475C99D61DE}">
      <dgm:prSet/>
      <dgm:spPr/>
      <dgm:t>
        <a:bodyPr/>
        <a:lstStyle/>
        <a:p>
          <a:pPr algn="just"/>
          <a:endParaRPr lang="en-US"/>
        </a:p>
      </dgm:t>
    </dgm:pt>
    <dgm:pt modelId="{FD4F3D42-1ED9-48A0-9251-3B596D89374A}" type="pres">
      <dgm:prSet presAssocID="{A6A33A99-ECC6-475E-A146-96E7F943FDDC}" presName="linear" presStyleCnt="0">
        <dgm:presLayoutVars>
          <dgm:animLvl val="lvl"/>
          <dgm:resizeHandles val="exact"/>
        </dgm:presLayoutVars>
      </dgm:prSet>
      <dgm:spPr/>
    </dgm:pt>
    <dgm:pt modelId="{5BD2F52C-2CFB-4121-86E2-A625F8F662B2}" type="pres">
      <dgm:prSet presAssocID="{BABFA467-2113-4490-92B9-34C3EB0DB2F0}" presName="parentText" presStyleLbl="node1" presStyleIdx="0" presStyleCnt="4">
        <dgm:presLayoutVars>
          <dgm:chMax val="0"/>
          <dgm:bulletEnabled val="1"/>
        </dgm:presLayoutVars>
      </dgm:prSet>
      <dgm:spPr/>
    </dgm:pt>
    <dgm:pt modelId="{0D65D2DD-8262-4395-B604-1F900DAD76A5}" type="pres">
      <dgm:prSet presAssocID="{B1FC24EA-FAE7-4AFE-9C7C-2074FD91FBB8}" presName="spacer" presStyleCnt="0"/>
      <dgm:spPr/>
    </dgm:pt>
    <dgm:pt modelId="{0A27391D-4C27-4D33-99BB-59B409684636}" type="pres">
      <dgm:prSet presAssocID="{ABD62D88-8CCB-42F4-BD07-39513D0B46EC}" presName="parentText" presStyleLbl="node1" presStyleIdx="1" presStyleCnt="4">
        <dgm:presLayoutVars>
          <dgm:chMax val="0"/>
          <dgm:bulletEnabled val="1"/>
        </dgm:presLayoutVars>
      </dgm:prSet>
      <dgm:spPr/>
    </dgm:pt>
    <dgm:pt modelId="{0938E1E2-28FE-4104-ABAE-37C8EC9F8180}" type="pres">
      <dgm:prSet presAssocID="{86D39A74-4260-471E-9A82-4B2BC775ED64}" presName="spacer" presStyleCnt="0"/>
      <dgm:spPr/>
    </dgm:pt>
    <dgm:pt modelId="{8FD11CEA-B654-40DF-9BD3-CD649A65AEF5}" type="pres">
      <dgm:prSet presAssocID="{AEF08B30-86B6-48C6-9EB2-6FAE7223D99B}" presName="parentText" presStyleLbl="node1" presStyleIdx="2" presStyleCnt="4">
        <dgm:presLayoutVars>
          <dgm:chMax val="0"/>
          <dgm:bulletEnabled val="1"/>
        </dgm:presLayoutVars>
      </dgm:prSet>
      <dgm:spPr/>
    </dgm:pt>
    <dgm:pt modelId="{7065CC06-6829-4169-ACCB-3FEE115A7033}" type="pres">
      <dgm:prSet presAssocID="{1B6DB755-6EBA-46AC-B058-0D91F82BDCCA}" presName="spacer" presStyleCnt="0"/>
      <dgm:spPr/>
    </dgm:pt>
    <dgm:pt modelId="{AE7FE1E6-CAD3-4C16-978D-7A75C2D0D855}" type="pres">
      <dgm:prSet presAssocID="{B7BC405B-83F3-41BA-B67C-B4F689A99C40}" presName="parentText" presStyleLbl="node1" presStyleIdx="3" presStyleCnt="4">
        <dgm:presLayoutVars>
          <dgm:chMax val="0"/>
          <dgm:bulletEnabled val="1"/>
        </dgm:presLayoutVars>
      </dgm:prSet>
      <dgm:spPr/>
    </dgm:pt>
  </dgm:ptLst>
  <dgm:cxnLst>
    <dgm:cxn modelId="{8A580103-4988-4241-A39A-4663584B981B}" type="presOf" srcId="{B7BC405B-83F3-41BA-B67C-B4F689A99C40}" destId="{AE7FE1E6-CAD3-4C16-978D-7A75C2D0D855}" srcOrd="0" destOrd="0" presId="urn:microsoft.com/office/officeart/2005/8/layout/vList2"/>
    <dgm:cxn modelId="{EC93D505-C1EA-4753-A655-5E5284821C8C}" srcId="{A6A33A99-ECC6-475E-A146-96E7F943FDDC}" destId="{BABFA467-2113-4490-92B9-34C3EB0DB2F0}" srcOrd="0" destOrd="0" parTransId="{D36ADF43-D632-414E-8ED0-9771C7E13E60}" sibTransId="{B1FC24EA-FAE7-4AFE-9C7C-2074FD91FBB8}"/>
    <dgm:cxn modelId="{5338B408-7301-4ED3-B2D0-13BF8C8F67D6}" srcId="{A6A33A99-ECC6-475E-A146-96E7F943FDDC}" destId="{ABD62D88-8CCB-42F4-BD07-39513D0B46EC}" srcOrd="1" destOrd="0" parTransId="{CAD1EAD0-F26A-475F-BC45-36B733FA7F1E}" sibTransId="{86D39A74-4260-471E-9A82-4B2BC775ED64}"/>
    <dgm:cxn modelId="{432EDF1C-B10E-4DBF-A110-283E5AFCE7CC}" type="presOf" srcId="{A6A33A99-ECC6-475E-A146-96E7F943FDDC}" destId="{FD4F3D42-1ED9-48A0-9251-3B596D89374A}" srcOrd="0" destOrd="0" presId="urn:microsoft.com/office/officeart/2005/8/layout/vList2"/>
    <dgm:cxn modelId="{E9B45550-1D05-4E36-BB92-4BEF1077B7B7}" type="presOf" srcId="{BABFA467-2113-4490-92B9-34C3EB0DB2F0}" destId="{5BD2F52C-2CFB-4121-86E2-A625F8F662B2}" srcOrd="0" destOrd="0" presId="urn:microsoft.com/office/officeart/2005/8/layout/vList2"/>
    <dgm:cxn modelId="{B5FBFE88-F907-416A-9C15-A3F727E9E302}" srcId="{A6A33A99-ECC6-475E-A146-96E7F943FDDC}" destId="{AEF08B30-86B6-48C6-9EB2-6FAE7223D99B}" srcOrd="2" destOrd="0" parTransId="{D6703421-C3CC-40C4-8F8F-AFB950E1E3F0}" sibTransId="{1B6DB755-6EBA-46AC-B058-0D91F82BDCCA}"/>
    <dgm:cxn modelId="{51954791-59D1-40DC-9FDA-2475C99D61DE}" srcId="{A6A33A99-ECC6-475E-A146-96E7F943FDDC}" destId="{B7BC405B-83F3-41BA-B67C-B4F689A99C40}" srcOrd="3" destOrd="0" parTransId="{25F5AC07-9397-4E30-A79C-D925B622128D}" sibTransId="{1A9F9A85-A12A-494A-A070-97BD549A6689}"/>
    <dgm:cxn modelId="{045E5FA5-EA6F-4684-AC63-690A53556A5C}" type="presOf" srcId="{AEF08B30-86B6-48C6-9EB2-6FAE7223D99B}" destId="{8FD11CEA-B654-40DF-9BD3-CD649A65AEF5}" srcOrd="0" destOrd="0" presId="urn:microsoft.com/office/officeart/2005/8/layout/vList2"/>
    <dgm:cxn modelId="{552F85C5-D02C-42EB-A801-F833216F627F}" type="presOf" srcId="{ABD62D88-8CCB-42F4-BD07-39513D0B46EC}" destId="{0A27391D-4C27-4D33-99BB-59B409684636}" srcOrd="0" destOrd="0" presId="urn:microsoft.com/office/officeart/2005/8/layout/vList2"/>
    <dgm:cxn modelId="{5D8B5A0D-3A91-4AC4-AE2E-1430D3FA387F}" type="presParOf" srcId="{FD4F3D42-1ED9-48A0-9251-3B596D89374A}" destId="{5BD2F52C-2CFB-4121-86E2-A625F8F662B2}" srcOrd="0" destOrd="0" presId="urn:microsoft.com/office/officeart/2005/8/layout/vList2"/>
    <dgm:cxn modelId="{AE24FAC1-8876-472F-A2C2-8B8C56E65A47}" type="presParOf" srcId="{FD4F3D42-1ED9-48A0-9251-3B596D89374A}" destId="{0D65D2DD-8262-4395-B604-1F900DAD76A5}" srcOrd="1" destOrd="0" presId="urn:microsoft.com/office/officeart/2005/8/layout/vList2"/>
    <dgm:cxn modelId="{B7FD157A-169A-4345-B2E8-A4476D957037}" type="presParOf" srcId="{FD4F3D42-1ED9-48A0-9251-3B596D89374A}" destId="{0A27391D-4C27-4D33-99BB-59B409684636}" srcOrd="2" destOrd="0" presId="urn:microsoft.com/office/officeart/2005/8/layout/vList2"/>
    <dgm:cxn modelId="{47C21F18-CBD3-4C0C-A9DE-499FF9D890F9}" type="presParOf" srcId="{FD4F3D42-1ED9-48A0-9251-3B596D89374A}" destId="{0938E1E2-28FE-4104-ABAE-37C8EC9F8180}" srcOrd="3" destOrd="0" presId="urn:microsoft.com/office/officeart/2005/8/layout/vList2"/>
    <dgm:cxn modelId="{D341A13A-E32F-450F-9B73-527768774EA6}" type="presParOf" srcId="{FD4F3D42-1ED9-48A0-9251-3B596D89374A}" destId="{8FD11CEA-B654-40DF-9BD3-CD649A65AEF5}" srcOrd="4" destOrd="0" presId="urn:microsoft.com/office/officeart/2005/8/layout/vList2"/>
    <dgm:cxn modelId="{CFB664AC-8F2A-4CFC-A0E2-05E96A31960B}" type="presParOf" srcId="{FD4F3D42-1ED9-48A0-9251-3B596D89374A}" destId="{7065CC06-6829-4169-ACCB-3FEE115A7033}" srcOrd="5" destOrd="0" presId="urn:microsoft.com/office/officeart/2005/8/layout/vList2"/>
    <dgm:cxn modelId="{011107FB-300E-430E-B838-41B383793425}" type="presParOf" srcId="{FD4F3D42-1ED9-48A0-9251-3B596D89374A}" destId="{AE7FE1E6-CAD3-4C16-978D-7A75C2D0D855}"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3A10D72-F3CC-4898-9DB7-5244B8DF2A8E}" type="doc">
      <dgm:prSet loTypeId="urn:microsoft.com/office/officeart/2005/8/layout/vList2" loCatId="list" qsTypeId="urn:microsoft.com/office/officeart/2005/8/quickstyle/3d1" qsCatId="3D" csTypeId="urn:microsoft.com/office/officeart/2005/8/colors/accent1_1" csCatId="accent1" phldr="1"/>
      <dgm:spPr/>
      <dgm:t>
        <a:bodyPr/>
        <a:lstStyle/>
        <a:p>
          <a:endParaRPr lang="en-US"/>
        </a:p>
      </dgm:t>
    </dgm:pt>
    <dgm:pt modelId="{D8D0C59A-DBDE-410C-B434-EDDAFC542384}">
      <dgm:prSet phldrT="[Text]"/>
      <dgm:spPr/>
      <dgm:t>
        <a:bodyPr/>
        <a:lstStyle/>
        <a:p>
          <a:pPr algn="just"/>
          <a:r>
            <a:rPr lang="en-GB" b="0" i="1" dirty="0"/>
            <a:t>What are the outputs that should come from the solution to the problem?</a:t>
          </a:r>
          <a:r>
            <a:rPr lang="en-GB" b="0" i="0" dirty="0"/>
            <a:t> One number, representing the sum of the inputs. Here too, it's worth thinking about type: should the output be a number, a string, or something else?</a:t>
          </a:r>
          <a:endParaRPr lang="en-US" dirty="0"/>
        </a:p>
      </dgm:t>
    </dgm:pt>
    <dgm:pt modelId="{0398736F-8411-43AD-964A-77149F6D92AB}" type="parTrans" cxnId="{F5946D36-36F2-4C2F-9AB7-3517AC3D3170}">
      <dgm:prSet/>
      <dgm:spPr/>
      <dgm:t>
        <a:bodyPr/>
        <a:lstStyle/>
        <a:p>
          <a:pPr algn="just"/>
          <a:endParaRPr lang="en-US"/>
        </a:p>
      </dgm:t>
    </dgm:pt>
    <dgm:pt modelId="{55FA289C-0E28-4F57-8D43-3B72C4111EBA}" type="sibTrans" cxnId="{F5946D36-36F2-4C2F-9AB7-3517AC3D3170}">
      <dgm:prSet/>
      <dgm:spPr/>
      <dgm:t>
        <a:bodyPr/>
        <a:lstStyle/>
        <a:p>
          <a:pPr algn="just"/>
          <a:endParaRPr lang="en-US"/>
        </a:p>
      </dgm:t>
    </dgm:pt>
    <dgm:pt modelId="{ABA920F6-C9F1-4285-9B65-29DC74A5BC19}">
      <dgm:prSet/>
      <dgm:spPr/>
      <dgm:t>
        <a:bodyPr/>
        <a:lstStyle/>
        <a:p>
          <a:pPr algn="just"/>
          <a:r>
            <a:rPr lang="en-GB" b="0" i="1" dirty="0"/>
            <a:t>Can the outputs be determined from the inputs?</a:t>
          </a:r>
          <a:r>
            <a:rPr lang="en-GB" b="0" i="0" dirty="0"/>
            <a:t> It seems that way, though the answer depends a bit on the answer to 2. For instance, if it's possible that there could be fewer than two inputs, it's not necessarily clear what the output should be if the user doesn't pass in any arguments at all. (Note how we're already finding examples of edge cases, before we've started writing any code!)</a:t>
          </a:r>
        </a:p>
      </dgm:t>
    </dgm:pt>
    <dgm:pt modelId="{2F619B12-CCB5-40C5-90B8-1FEE702FEDAD}" type="parTrans" cxnId="{A3BE8906-7C73-4874-A335-A6B9DC21DEF3}">
      <dgm:prSet/>
      <dgm:spPr/>
      <dgm:t>
        <a:bodyPr/>
        <a:lstStyle/>
        <a:p>
          <a:pPr algn="just"/>
          <a:endParaRPr lang="en-US"/>
        </a:p>
      </dgm:t>
    </dgm:pt>
    <dgm:pt modelId="{0FD6664D-4C61-40B1-82F2-4A5AF9132D07}" type="sibTrans" cxnId="{A3BE8906-7C73-4874-A335-A6B9DC21DEF3}">
      <dgm:prSet/>
      <dgm:spPr/>
      <dgm:t>
        <a:bodyPr/>
        <a:lstStyle/>
        <a:p>
          <a:pPr algn="just"/>
          <a:endParaRPr lang="en-US"/>
        </a:p>
      </dgm:t>
    </dgm:pt>
    <dgm:pt modelId="{774ABAAA-7E4D-413D-AB54-E92BF169FD25}">
      <dgm:prSet/>
      <dgm:spPr/>
      <dgm:t>
        <a:bodyPr/>
        <a:lstStyle/>
        <a:p>
          <a:pPr algn="just"/>
          <a:r>
            <a:rPr lang="en-GB" b="0" i="1"/>
            <a:t>How should I label the important pieces of data that are a part of the problem?</a:t>
          </a:r>
          <a:r>
            <a:rPr lang="en-GB" b="0" i="0"/>
            <a:t> This is a matter of personal preference, but it seems like there are four things that could use labels: the function, the two inputs, and the output. Names like add, num1, num2, and sum seem suitably descriptive.</a:t>
          </a:r>
        </a:p>
      </dgm:t>
    </dgm:pt>
    <dgm:pt modelId="{B657E1EC-60D8-468D-B496-6B0969E34EB4}" type="parTrans" cxnId="{B35A64EF-DB4A-48CE-97D7-333004590B76}">
      <dgm:prSet/>
      <dgm:spPr/>
      <dgm:t>
        <a:bodyPr/>
        <a:lstStyle/>
        <a:p>
          <a:pPr algn="just"/>
          <a:endParaRPr lang="en-US"/>
        </a:p>
      </dgm:t>
    </dgm:pt>
    <dgm:pt modelId="{A4DE103D-A812-404F-9BBF-572F720B66AD}" type="sibTrans" cxnId="{B35A64EF-DB4A-48CE-97D7-333004590B76}">
      <dgm:prSet/>
      <dgm:spPr/>
      <dgm:t>
        <a:bodyPr/>
        <a:lstStyle/>
        <a:p>
          <a:pPr algn="just"/>
          <a:endParaRPr lang="en-US"/>
        </a:p>
      </dgm:t>
    </dgm:pt>
    <dgm:pt modelId="{150AF8C7-5D91-4F64-A588-30032EDB8CEA}" type="pres">
      <dgm:prSet presAssocID="{E3A10D72-F3CC-4898-9DB7-5244B8DF2A8E}" presName="linear" presStyleCnt="0">
        <dgm:presLayoutVars>
          <dgm:animLvl val="lvl"/>
          <dgm:resizeHandles val="exact"/>
        </dgm:presLayoutVars>
      </dgm:prSet>
      <dgm:spPr/>
    </dgm:pt>
    <dgm:pt modelId="{D26749AC-CC00-48A4-8608-27BFF88FBCAE}" type="pres">
      <dgm:prSet presAssocID="{D8D0C59A-DBDE-410C-B434-EDDAFC542384}" presName="parentText" presStyleLbl="node1" presStyleIdx="0" presStyleCnt="3">
        <dgm:presLayoutVars>
          <dgm:chMax val="0"/>
          <dgm:bulletEnabled val="1"/>
        </dgm:presLayoutVars>
      </dgm:prSet>
      <dgm:spPr/>
    </dgm:pt>
    <dgm:pt modelId="{D8C0EAB9-B585-4745-8F33-7115AE8384E6}" type="pres">
      <dgm:prSet presAssocID="{55FA289C-0E28-4F57-8D43-3B72C4111EBA}" presName="spacer" presStyleCnt="0"/>
      <dgm:spPr/>
    </dgm:pt>
    <dgm:pt modelId="{877F440D-7436-4B93-81C9-C805A5DBD6D2}" type="pres">
      <dgm:prSet presAssocID="{ABA920F6-C9F1-4285-9B65-29DC74A5BC19}" presName="parentText" presStyleLbl="node1" presStyleIdx="1" presStyleCnt="3">
        <dgm:presLayoutVars>
          <dgm:chMax val="0"/>
          <dgm:bulletEnabled val="1"/>
        </dgm:presLayoutVars>
      </dgm:prSet>
      <dgm:spPr/>
    </dgm:pt>
    <dgm:pt modelId="{49EFD3DD-1206-4682-BC99-7365771F65D5}" type="pres">
      <dgm:prSet presAssocID="{0FD6664D-4C61-40B1-82F2-4A5AF9132D07}" presName="spacer" presStyleCnt="0"/>
      <dgm:spPr/>
    </dgm:pt>
    <dgm:pt modelId="{09DBB987-F3DF-425D-97B3-427E4E7E8A76}" type="pres">
      <dgm:prSet presAssocID="{774ABAAA-7E4D-413D-AB54-E92BF169FD25}" presName="parentText" presStyleLbl="node1" presStyleIdx="2" presStyleCnt="3">
        <dgm:presLayoutVars>
          <dgm:chMax val="0"/>
          <dgm:bulletEnabled val="1"/>
        </dgm:presLayoutVars>
      </dgm:prSet>
      <dgm:spPr/>
    </dgm:pt>
  </dgm:ptLst>
  <dgm:cxnLst>
    <dgm:cxn modelId="{A3BE8906-7C73-4874-A335-A6B9DC21DEF3}" srcId="{E3A10D72-F3CC-4898-9DB7-5244B8DF2A8E}" destId="{ABA920F6-C9F1-4285-9B65-29DC74A5BC19}" srcOrd="1" destOrd="0" parTransId="{2F619B12-CCB5-40C5-90B8-1FEE702FEDAD}" sibTransId="{0FD6664D-4C61-40B1-82F2-4A5AF9132D07}"/>
    <dgm:cxn modelId="{CAD88A21-4B1F-4C5D-B1B9-6798589B2F3B}" type="presOf" srcId="{D8D0C59A-DBDE-410C-B434-EDDAFC542384}" destId="{D26749AC-CC00-48A4-8608-27BFF88FBCAE}" srcOrd="0" destOrd="0" presId="urn:microsoft.com/office/officeart/2005/8/layout/vList2"/>
    <dgm:cxn modelId="{F5946D36-36F2-4C2F-9AB7-3517AC3D3170}" srcId="{E3A10D72-F3CC-4898-9DB7-5244B8DF2A8E}" destId="{D8D0C59A-DBDE-410C-B434-EDDAFC542384}" srcOrd="0" destOrd="0" parTransId="{0398736F-8411-43AD-964A-77149F6D92AB}" sibTransId="{55FA289C-0E28-4F57-8D43-3B72C4111EBA}"/>
    <dgm:cxn modelId="{43DCF073-F7F3-43E2-9107-6F49E2DC800E}" type="presOf" srcId="{774ABAAA-7E4D-413D-AB54-E92BF169FD25}" destId="{09DBB987-F3DF-425D-97B3-427E4E7E8A76}" srcOrd="0" destOrd="0" presId="urn:microsoft.com/office/officeart/2005/8/layout/vList2"/>
    <dgm:cxn modelId="{A8017897-171E-4F70-A3DB-023026A413C1}" type="presOf" srcId="{ABA920F6-C9F1-4285-9B65-29DC74A5BC19}" destId="{877F440D-7436-4B93-81C9-C805A5DBD6D2}" srcOrd="0" destOrd="0" presId="urn:microsoft.com/office/officeart/2005/8/layout/vList2"/>
    <dgm:cxn modelId="{898157D2-5A1E-4368-BFE9-9EACC1DBDB91}" type="presOf" srcId="{E3A10D72-F3CC-4898-9DB7-5244B8DF2A8E}" destId="{150AF8C7-5D91-4F64-A588-30032EDB8CEA}" srcOrd="0" destOrd="0" presId="urn:microsoft.com/office/officeart/2005/8/layout/vList2"/>
    <dgm:cxn modelId="{B35A64EF-DB4A-48CE-97D7-333004590B76}" srcId="{E3A10D72-F3CC-4898-9DB7-5244B8DF2A8E}" destId="{774ABAAA-7E4D-413D-AB54-E92BF169FD25}" srcOrd="2" destOrd="0" parTransId="{B657E1EC-60D8-468D-B496-6B0969E34EB4}" sibTransId="{A4DE103D-A812-404F-9BBF-572F720B66AD}"/>
    <dgm:cxn modelId="{A20D4EB0-9CEB-4B03-8A02-508B8E81E333}" type="presParOf" srcId="{150AF8C7-5D91-4F64-A588-30032EDB8CEA}" destId="{D26749AC-CC00-48A4-8608-27BFF88FBCAE}" srcOrd="0" destOrd="0" presId="urn:microsoft.com/office/officeart/2005/8/layout/vList2"/>
    <dgm:cxn modelId="{7CA60F7E-EFCD-4A80-8F58-9D2A1B8E4CA5}" type="presParOf" srcId="{150AF8C7-5D91-4F64-A588-30032EDB8CEA}" destId="{D8C0EAB9-B585-4745-8F33-7115AE8384E6}" srcOrd="1" destOrd="0" presId="urn:microsoft.com/office/officeart/2005/8/layout/vList2"/>
    <dgm:cxn modelId="{C3BBAE3D-AC27-4F07-910A-E7DE93D4A1F8}" type="presParOf" srcId="{150AF8C7-5D91-4F64-A588-30032EDB8CEA}" destId="{877F440D-7436-4B93-81C9-C805A5DBD6D2}" srcOrd="2" destOrd="0" presId="urn:microsoft.com/office/officeart/2005/8/layout/vList2"/>
    <dgm:cxn modelId="{A1400DDD-DE96-4E52-80F0-75F4D800F0B3}" type="presParOf" srcId="{150AF8C7-5D91-4F64-A588-30032EDB8CEA}" destId="{49EFD3DD-1206-4682-BC99-7365771F65D5}" srcOrd="3" destOrd="0" presId="urn:microsoft.com/office/officeart/2005/8/layout/vList2"/>
    <dgm:cxn modelId="{B142EE99-F49A-445D-B0D6-FEACE1814A5D}" type="presParOf" srcId="{150AF8C7-5D91-4F64-A588-30032EDB8CEA}" destId="{09DBB987-F3DF-425D-97B3-427E4E7E8A76}"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C4C3273-C8C8-46B1-B749-057BE0BF2222}" type="doc">
      <dgm:prSet loTypeId="urn:microsoft.com/office/officeart/2005/8/layout/pyramid2" loCatId="pyramid" qsTypeId="urn:microsoft.com/office/officeart/2005/8/quickstyle/3d2" qsCatId="3D" csTypeId="urn:microsoft.com/office/officeart/2005/8/colors/accent1_4" csCatId="accent1" phldr="1"/>
      <dgm:spPr/>
      <dgm:t>
        <a:bodyPr/>
        <a:lstStyle/>
        <a:p>
          <a:endParaRPr lang="en-US"/>
        </a:p>
      </dgm:t>
    </dgm:pt>
    <dgm:pt modelId="{09B072CC-DC3D-4A32-B881-AFA06792D5C7}">
      <dgm:prSet phldrT="[Text]"/>
      <dgm:spPr/>
      <dgm:t>
        <a:bodyPr/>
        <a:lstStyle/>
        <a:p>
          <a:r>
            <a:rPr lang="en-US" dirty="0"/>
            <a:t>Breaking the problem into Sub problems</a:t>
          </a:r>
        </a:p>
      </dgm:t>
    </dgm:pt>
    <dgm:pt modelId="{D470347A-1CD7-472B-818F-EF2D261254B5}" type="parTrans" cxnId="{50E609D3-514B-4D88-961A-227E724F4D3B}">
      <dgm:prSet/>
      <dgm:spPr/>
      <dgm:t>
        <a:bodyPr/>
        <a:lstStyle/>
        <a:p>
          <a:endParaRPr lang="en-US"/>
        </a:p>
      </dgm:t>
    </dgm:pt>
    <dgm:pt modelId="{36A69B07-8303-4940-9198-8E3346C925DE}" type="sibTrans" cxnId="{50E609D3-514B-4D88-961A-227E724F4D3B}">
      <dgm:prSet/>
      <dgm:spPr/>
      <dgm:t>
        <a:bodyPr/>
        <a:lstStyle/>
        <a:p>
          <a:endParaRPr lang="en-US"/>
        </a:p>
      </dgm:t>
    </dgm:pt>
    <dgm:pt modelId="{40D10913-1CEF-445F-87F4-0E2CDB9ABF24}">
      <dgm:prSet phldrT="[Text]"/>
      <dgm:spPr/>
      <dgm:t>
        <a:bodyPr/>
        <a:lstStyle/>
        <a:p>
          <a:r>
            <a:rPr lang="en-US" dirty="0"/>
            <a:t>Choice of Suitable Data Structure</a:t>
          </a:r>
        </a:p>
      </dgm:t>
    </dgm:pt>
    <dgm:pt modelId="{97DCA4EA-117D-41D2-8223-E2FAEC43D819}" type="parTrans" cxnId="{084E4045-123E-4D30-B098-190875583FE0}">
      <dgm:prSet/>
      <dgm:spPr/>
      <dgm:t>
        <a:bodyPr/>
        <a:lstStyle/>
        <a:p>
          <a:endParaRPr lang="en-US"/>
        </a:p>
      </dgm:t>
    </dgm:pt>
    <dgm:pt modelId="{8A5665BD-B4C9-46F5-8FE0-C2EAECFA69BD}" type="sibTrans" cxnId="{084E4045-123E-4D30-B098-190875583FE0}">
      <dgm:prSet/>
      <dgm:spPr/>
      <dgm:t>
        <a:bodyPr/>
        <a:lstStyle/>
        <a:p>
          <a:endParaRPr lang="en-US"/>
        </a:p>
      </dgm:t>
    </dgm:pt>
    <dgm:pt modelId="{66809001-2B67-4350-B46C-9634F13DA682}">
      <dgm:prSet phldrT="[Text]"/>
      <dgm:spPr/>
      <dgm:t>
        <a:bodyPr/>
        <a:lstStyle/>
        <a:p>
          <a:r>
            <a:rPr lang="en-US" dirty="0"/>
            <a:t>Construction of the loops</a:t>
          </a:r>
        </a:p>
      </dgm:t>
    </dgm:pt>
    <dgm:pt modelId="{7022BD1C-6668-4521-8A0E-8B4A886C936A}" type="parTrans" cxnId="{E035C184-F53F-4E4E-A97D-30DBE1E49720}">
      <dgm:prSet/>
      <dgm:spPr/>
      <dgm:t>
        <a:bodyPr/>
        <a:lstStyle/>
        <a:p>
          <a:endParaRPr lang="en-US"/>
        </a:p>
      </dgm:t>
    </dgm:pt>
    <dgm:pt modelId="{E8B5EC1B-90AF-4926-8DE5-EC32C499F36C}" type="sibTrans" cxnId="{E035C184-F53F-4E4E-A97D-30DBE1E49720}">
      <dgm:prSet/>
      <dgm:spPr/>
      <dgm:t>
        <a:bodyPr/>
        <a:lstStyle/>
        <a:p>
          <a:endParaRPr lang="en-US"/>
        </a:p>
      </dgm:t>
    </dgm:pt>
    <dgm:pt modelId="{276EFCC6-4E41-4B1C-9BCC-A6B1EEBF218A}">
      <dgm:prSet phldrT="[Text]"/>
      <dgm:spPr/>
      <dgm:t>
        <a:bodyPr/>
        <a:lstStyle/>
        <a:p>
          <a:r>
            <a:rPr lang="en-US" dirty="0"/>
            <a:t>Finding the Iterative Construct</a:t>
          </a:r>
        </a:p>
      </dgm:t>
    </dgm:pt>
    <dgm:pt modelId="{2158F7EC-AA14-490B-A132-13122C0A732F}" type="parTrans" cxnId="{FA31AF58-41F1-414D-AB7E-8B562281079A}">
      <dgm:prSet/>
      <dgm:spPr/>
      <dgm:t>
        <a:bodyPr/>
        <a:lstStyle/>
        <a:p>
          <a:endParaRPr lang="en-US"/>
        </a:p>
      </dgm:t>
    </dgm:pt>
    <dgm:pt modelId="{10EE826F-0426-4DE5-BB7D-AD3861A0B31A}" type="sibTrans" cxnId="{FA31AF58-41F1-414D-AB7E-8B562281079A}">
      <dgm:prSet/>
      <dgm:spPr/>
      <dgm:t>
        <a:bodyPr/>
        <a:lstStyle/>
        <a:p>
          <a:endParaRPr lang="en-US"/>
        </a:p>
      </dgm:t>
    </dgm:pt>
    <dgm:pt modelId="{C5EE9D87-57E9-4E14-A4C0-A2803DB72DA9}">
      <dgm:prSet phldrT="[Text]"/>
      <dgm:spPr/>
      <dgm:t>
        <a:bodyPr/>
        <a:lstStyle/>
        <a:p>
          <a:r>
            <a:rPr lang="en-US" dirty="0"/>
            <a:t>Termination of the loops</a:t>
          </a:r>
        </a:p>
      </dgm:t>
    </dgm:pt>
    <dgm:pt modelId="{22468D15-B844-492B-96E0-78C9DA6E826A}" type="parTrans" cxnId="{9DFD7A8B-3D41-41A7-A43E-AA94E609C1B0}">
      <dgm:prSet/>
      <dgm:spPr/>
      <dgm:t>
        <a:bodyPr/>
        <a:lstStyle/>
        <a:p>
          <a:endParaRPr lang="en-US"/>
        </a:p>
      </dgm:t>
    </dgm:pt>
    <dgm:pt modelId="{954B745D-4D0C-4FE8-8B63-42478C79216B}" type="sibTrans" cxnId="{9DFD7A8B-3D41-41A7-A43E-AA94E609C1B0}">
      <dgm:prSet/>
      <dgm:spPr/>
      <dgm:t>
        <a:bodyPr/>
        <a:lstStyle/>
        <a:p>
          <a:endParaRPr lang="en-US"/>
        </a:p>
      </dgm:t>
    </dgm:pt>
    <dgm:pt modelId="{5D0D3F67-FC67-4E1D-A217-0BE11D066A17}">
      <dgm:prSet phldrT="[Text]"/>
      <dgm:spPr/>
      <dgm:t>
        <a:bodyPr/>
        <a:lstStyle/>
        <a:p>
          <a:r>
            <a:rPr lang="en-US" dirty="0"/>
            <a:t>Establishing Initial Conditions for  the loops</a:t>
          </a:r>
        </a:p>
      </dgm:t>
    </dgm:pt>
    <dgm:pt modelId="{92CC50A5-C4FE-4177-96F0-CD18AD6F9BEB}" type="parTrans" cxnId="{1D79F65D-6B93-4E3B-8FEF-C129398F6CD0}">
      <dgm:prSet/>
      <dgm:spPr/>
      <dgm:t>
        <a:bodyPr/>
        <a:lstStyle/>
        <a:p>
          <a:endParaRPr lang="en-US"/>
        </a:p>
      </dgm:t>
    </dgm:pt>
    <dgm:pt modelId="{90E200A9-805C-4DAF-A654-B9CD470D4246}" type="sibTrans" cxnId="{1D79F65D-6B93-4E3B-8FEF-C129398F6CD0}">
      <dgm:prSet/>
      <dgm:spPr/>
      <dgm:t>
        <a:bodyPr/>
        <a:lstStyle/>
        <a:p>
          <a:endParaRPr lang="en-US"/>
        </a:p>
      </dgm:t>
    </dgm:pt>
    <dgm:pt modelId="{D33383C6-2519-4ED7-88D1-989C69A49C96}" type="pres">
      <dgm:prSet presAssocID="{5C4C3273-C8C8-46B1-B749-057BE0BF2222}" presName="compositeShape" presStyleCnt="0">
        <dgm:presLayoutVars>
          <dgm:dir/>
          <dgm:resizeHandles/>
        </dgm:presLayoutVars>
      </dgm:prSet>
      <dgm:spPr/>
    </dgm:pt>
    <dgm:pt modelId="{DBA0D4EB-F955-40E0-B3A6-8A3DA52A98DB}" type="pres">
      <dgm:prSet presAssocID="{5C4C3273-C8C8-46B1-B749-057BE0BF2222}" presName="pyramid" presStyleLbl="node1" presStyleIdx="0" presStyleCnt="1"/>
      <dgm:spPr/>
    </dgm:pt>
    <dgm:pt modelId="{34901655-07A0-4F0E-B6F9-672519CCA6AA}" type="pres">
      <dgm:prSet presAssocID="{5C4C3273-C8C8-46B1-B749-057BE0BF2222}" presName="theList" presStyleCnt="0"/>
      <dgm:spPr/>
    </dgm:pt>
    <dgm:pt modelId="{432EA7E7-1AEE-4B28-BA6E-CC1C1E6800CD}" type="pres">
      <dgm:prSet presAssocID="{09B072CC-DC3D-4A32-B881-AFA06792D5C7}" presName="aNode" presStyleLbl="fgAcc1" presStyleIdx="0" presStyleCnt="6">
        <dgm:presLayoutVars>
          <dgm:bulletEnabled val="1"/>
        </dgm:presLayoutVars>
      </dgm:prSet>
      <dgm:spPr/>
    </dgm:pt>
    <dgm:pt modelId="{F0C385A5-C9BF-4DCA-865B-00850D959E52}" type="pres">
      <dgm:prSet presAssocID="{09B072CC-DC3D-4A32-B881-AFA06792D5C7}" presName="aSpace" presStyleCnt="0"/>
      <dgm:spPr/>
    </dgm:pt>
    <dgm:pt modelId="{7F60B40D-0C57-4876-962D-8C6BD92BCC90}" type="pres">
      <dgm:prSet presAssocID="{40D10913-1CEF-445F-87F4-0E2CDB9ABF24}" presName="aNode" presStyleLbl="fgAcc1" presStyleIdx="1" presStyleCnt="6">
        <dgm:presLayoutVars>
          <dgm:bulletEnabled val="1"/>
        </dgm:presLayoutVars>
      </dgm:prSet>
      <dgm:spPr/>
    </dgm:pt>
    <dgm:pt modelId="{9C75B53A-82E6-4B78-BBB8-E5E3EBA84C8B}" type="pres">
      <dgm:prSet presAssocID="{40D10913-1CEF-445F-87F4-0E2CDB9ABF24}" presName="aSpace" presStyleCnt="0"/>
      <dgm:spPr/>
    </dgm:pt>
    <dgm:pt modelId="{9807F931-11BC-4CF7-9EFA-A5A949F29915}" type="pres">
      <dgm:prSet presAssocID="{66809001-2B67-4350-B46C-9634F13DA682}" presName="aNode" presStyleLbl="fgAcc1" presStyleIdx="2" presStyleCnt="6">
        <dgm:presLayoutVars>
          <dgm:bulletEnabled val="1"/>
        </dgm:presLayoutVars>
      </dgm:prSet>
      <dgm:spPr/>
    </dgm:pt>
    <dgm:pt modelId="{B0856AF3-8F0C-4E4F-9357-C8B7E2A98711}" type="pres">
      <dgm:prSet presAssocID="{66809001-2B67-4350-B46C-9634F13DA682}" presName="aSpace" presStyleCnt="0"/>
      <dgm:spPr/>
    </dgm:pt>
    <dgm:pt modelId="{2A67F3E8-DFD8-4F36-9B95-A8ADB528C1CD}" type="pres">
      <dgm:prSet presAssocID="{5D0D3F67-FC67-4E1D-A217-0BE11D066A17}" presName="aNode" presStyleLbl="fgAcc1" presStyleIdx="3" presStyleCnt="6">
        <dgm:presLayoutVars>
          <dgm:bulletEnabled val="1"/>
        </dgm:presLayoutVars>
      </dgm:prSet>
      <dgm:spPr/>
    </dgm:pt>
    <dgm:pt modelId="{5A652A52-E4E6-41DC-934E-CC57F496C350}" type="pres">
      <dgm:prSet presAssocID="{5D0D3F67-FC67-4E1D-A217-0BE11D066A17}" presName="aSpace" presStyleCnt="0"/>
      <dgm:spPr/>
    </dgm:pt>
    <dgm:pt modelId="{9720DAC6-894B-4FC8-8F39-9A83E4F56920}" type="pres">
      <dgm:prSet presAssocID="{276EFCC6-4E41-4B1C-9BCC-A6B1EEBF218A}" presName="aNode" presStyleLbl="fgAcc1" presStyleIdx="4" presStyleCnt="6">
        <dgm:presLayoutVars>
          <dgm:bulletEnabled val="1"/>
        </dgm:presLayoutVars>
      </dgm:prSet>
      <dgm:spPr/>
    </dgm:pt>
    <dgm:pt modelId="{221E3C4D-E3E9-4F90-B1EA-3D4DB78888B8}" type="pres">
      <dgm:prSet presAssocID="{276EFCC6-4E41-4B1C-9BCC-A6B1EEBF218A}" presName="aSpace" presStyleCnt="0"/>
      <dgm:spPr/>
    </dgm:pt>
    <dgm:pt modelId="{6B7D937B-964B-4921-93C3-989695FF4CF6}" type="pres">
      <dgm:prSet presAssocID="{C5EE9D87-57E9-4E14-A4C0-A2803DB72DA9}" presName="aNode" presStyleLbl="fgAcc1" presStyleIdx="5" presStyleCnt="6">
        <dgm:presLayoutVars>
          <dgm:bulletEnabled val="1"/>
        </dgm:presLayoutVars>
      </dgm:prSet>
      <dgm:spPr/>
    </dgm:pt>
    <dgm:pt modelId="{49C83C3A-8D6E-445B-AD2D-54801D7FC427}" type="pres">
      <dgm:prSet presAssocID="{C5EE9D87-57E9-4E14-A4C0-A2803DB72DA9}" presName="aSpace" presStyleCnt="0"/>
      <dgm:spPr/>
    </dgm:pt>
  </dgm:ptLst>
  <dgm:cxnLst>
    <dgm:cxn modelId="{9595F917-A322-48D6-ABC3-AA6823501717}" type="presOf" srcId="{276EFCC6-4E41-4B1C-9BCC-A6B1EEBF218A}" destId="{9720DAC6-894B-4FC8-8F39-9A83E4F56920}" srcOrd="0" destOrd="0" presId="urn:microsoft.com/office/officeart/2005/8/layout/pyramid2"/>
    <dgm:cxn modelId="{3705D932-A1C4-42EE-8BA0-5BC7B824E0C0}" type="presOf" srcId="{C5EE9D87-57E9-4E14-A4C0-A2803DB72DA9}" destId="{6B7D937B-964B-4921-93C3-989695FF4CF6}" srcOrd="0" destOrd="0" presId="urn:microsoft.com/office/officeart/2005/8/layout/pyramid2"/>
    <dgm:cxn modelId="{1D79F65D-6B93-4E3B-8FEF-C129398F6CD0}" srcId="{5C4C3273-C8C8-46B1-B749-057BE0BF2222}" destId="{5D0D3F67-FC67-4E1D-A217-0BE11D066A17}" srcOrd="3" destOrd="0" parTransId="{92CC50A5-C4FE-4177-96F0-CD18AD6F9BEB}" sibTransId="{90E200A9-805C-4DAF-A654-B9CD470D4246}"/>
    <dgm:cxn modelId="{6E7BF25E-F4B8-4676-AAE3-8B05F2B265A5}" type="presOf" srcId="{66809001-2B67-4350-B46C-9634F13DA682}" destId="{9807F931-11BC-4CF7-9EFA-A5A949F29915}" srcOrd="0" destOrd="0" presId="urn:microsoft.com/office/officeart/2005/8/layout/pyramid2"/>
    <dgm:cxn modelId="{084E4045-123E-4D30-B098-190875583FE0}" srcId="{5C4C3273-C8C8-46B1-B749-057BE0BF2222}" destId="{40D10913-1CEF-445F-87F4-0E2CDB9ABF24}" srcOrd="1" destOrd="0" parTransId="{97DCA4EA-117D-41D2-8223-E2FAEC43D819}" sibTransId="{8A5665BD-B4C9-46F5-8FE0-C2EAECFA69BD}"/>
    <dgm:cxn modelId="{56E27069-2379-420E-9083-96BA5C552A56}" type="presOf" srcId="{40D10913-1CEF-445F-87F4-0E2CDB9ABF24}" destId="{7F60B40D-0C57-4876-962D-8C6BD92BCC90}" srcOrd="0" destOrd="0" presId="urn:microsoft.com/office/officeart/2005/8/layout/pyramid2"/>
    <dgm:cxn modelId="{FA31AF58-41F1-414D-AB7E-8B562281079A}" srcId="{5C4C3273-C8C8-46B1-B749-057BE0BF2222}" destId="{276EFCC6-4E41-4B1C-9BCC-A6B1EEBF218A}" srcOrd="4" destOrd="0" parTransId="{2158F7EC-AA14-490B-A132-13122C0A732F}" sibTransId="{10EE826F-0426-4DE5-BB7D-AD3861A0B31A}"/>
    <dgm:cxn modelId="{A304197A-FF80-4E7D-839C-0F2FB4C50610}" type="presOf" srcId="{09B072CC-DC3D-4A32-B881-AFA06792D5C7}" destId="{432EA7E7-1AEE-4B28-BA6E-CC1C1E6800CD}" srcOrd="0" destOrd="0" presId="urn:microsoft.com/office/officeart/2005/8/layout/pyramid2"/>
    <dgm:cxn modelId="{E035C184-F53F-4E4E-A97D-30DBE1E49720}" srcId="{5C4C3273-C8C8-46B1-B749-057BE0BF2222}" destId="{66809001-2B67-4350-B46C-9634F13DA682}" srcOrd="2" destOrd="0" parTransId="{7022BD1C-6668-4521-8A0E-8B4A886C936A}" sibTransId="{E8B5EC1B-90AF-4926-8DE5-EC32C499F36C}"/>
    <dgm:cxn modelId="{9DFD7A8B-3D41-41A7-A43E-AA94E609C1B0}" srcId="{5C4C3273-C8C8-46B1-B749-057BE0BF2222}" destId="{C5EE9D87-57E9-4E14-A4C0-A2803DB72DA9}" srcOrd="5" destOrd="0" parTransId="{22468D15-B844-492B-96E0-78C9DA6E826A}" sibTransId="{954B745D-4D0C-4FE8-8B63-42478C79216B}"/>
    <dgm:cxn modelId="{8A1D2499-ECD8-4557-B24A-BCABF81A5DD0}" type="presOf" srcId="{5C4C3273-C8C8-46B1-B749-057BE0BF2222}" destId="{D33383C6-2519-4ED7-88D1-989C69A49C96}" srcOrd="0" destOrd="0" presId="urn:microsoft.com/office/officeart/2005/8/layout/pyramid2"/>
    <dgm:cxn modelId="{F45FDC99-BB55-452B-A2AE-F2C354C956D4}" type="presOf" srcId="{5D0D3F67-FC67-4E1D-A217-0BE11D066A17}" destId="{2A67F3E8-DFD8-4F36-9B95-A8ADB528C1CD}" srcOrd="0" destOrd="0" presId="urn:microsoft.com/office/officeart/2005/8/layout/pyramid2"/>
    <dgm:cxn modelId="{50E609D3-514B-4D88-961A-227E724F4D3B}" srcId="{5C4C3273-C8C8-46B1-B749-057BE0BF2222}" destId="{09B072CC-DC3D-4A32-B881-AFA06792D5C7}" srcOrd="0" destOrd="0" parTransId="{D470347A-1CD7-472B-818F-EF2D261254B5}" sibTransId="{36A69B07-8303-4940-9198-8E3346C925DE}"/>
    <dgm:cxn modelId="{85E04135-6D9A-413F-AFDB-CF0C00A27408}" type="presParOf" srcId="{D33383C6-2519-4ED7-88D1-989C69A49C96}" destId="{DBA0D4EB-F955-40E0-B3A6-8A3DA52A98DB}" srcOrd="0" destOrd="0" presId="urn:microsoft.com/office/officeart/2005/8/layout/pyramid2"/>
    <dgm:cxn modelId="{7848E872-5408-4F73-8AFD-0EB6476B8B25}" type="presParOf" srcId="{D33383C6-2519-4ED7-88D1-989C69A49C96}" destId="{34901655-07A0-4F0E-B6F9-672519CCA6AA}" srcOrd="1" destOrd="0" presId="urn:microsoft.com/office/officeart/2005/8/layout/pyramid2"/>
    <dgm:cxn modelId="{E6C704AA-E72E-4946-8990-E76ECF576A71}" type="presParOf" srcId="{34901655-07A0-4F0E-B6F9-672519CCA6AA}" destId="{432EA7E7-1AEE-4B28-BA6E-CC1C1E6800CD}" srcOrd="0" destOrd="0" presId="urn:microsoft.com/office/officeart/2005/8/layout/pyramid2"/>
    <dgm:cxn modelId="{08396714-AF85-4DBD-B85E-C6E308DB1D45}" type="presParOf" srcId="{34901655-07A0-4F0E-B6F9-672519CCA6AA}" destId="{F0C385A5-C9BF-4DCA-865B-00850D959E52}" srcOrd="1" destOrd="0" presId="urn:microsoft.com/office/officeart/2005/8/layout/pyramid2"/>
    <dgm:cxn modelId="{07E0EAA1-A99C-44C9-BD4D-E59A6604825A}" type="presParOf" srcId="{34901655-07A0-4F0E-B6F9-672519CCA6AA}" destId="{7F60B40D-0C57-4876-962D-8C6BD92BCC90}" srcOrd="2" destOrd="0" presId="urn:microsoft.com/office/officeart/2005/8/layout/pyramid2"/>
    <dgm:cxn modelId="{D2B47BE4-F098-43CB-828C-47965C4A3581}" type="presParOf" srcId="{34901655-07A0-4F0E-B6F9-672519CCA6AA}" destId="{9C75B53A-82E6-4B78-BBB8-E5E3EBA84C8B}" srcOrd="3" destOrd="0" presId="urn:microsoft.com/office/officeart/2005/8/layout/pyramid2"/>
    <dgm:cxn modelId="{5959F24F-3288-4F3F-A90A-74A5F536EDB4}" type="presParOf" srcId="{34901655-07A0-4F0E-B6F9-672519CCA6AA}" destId="{9807F931-11BC-4CF7-9EFA-A5A949F29915}" srcOrd="4" destOrd="0" presId="urn:microsoft.com/office/officeart/2005/8/layout/pyramid2"/>
    <dgm:cxn modelId="{499EE315-F35E-4518-A070-B80F0064B535}" type="presParOf" srcId="{34901655-07A0-4F0E-B6F9-672519CCA6AA}" destId="{B0856AF3-8F0C-4E4F-9357-C8B7E2A98711}" srcOrd="5" destOrd="0" presId="urn:microsoft.com/office/officeart/2005/8/layout/pyramid2"/>
    <dgm:cxn modelId="{317EB7E6-A6AB-4928-B55F-C3720239E3B8}" type="presParOf" srcId="{34901655-07A0-4F0E-B6F9-672519CCA6AA}" destId="{2A67F3E8-DFD8-4F36-9B95-A8ADB528C1CD}" srcOrd="6" destOrd="0" presId="urn:microsoft.com/office/officeart/2005/8/layout/pyramid2"/>
    <dgm:cxn modelId="{9E613CD9-CB72-405E-BE5E-A08A98DF6CFB}" type="presParOf" srcId="{34901655-07A0-4F0E-B6F9-672519CCA6AA}" destId="{5A652A52-E4E6-41DC-934E-CC57F496C350}" srcOrd="7" destOrd="0" presId="urn:microsoft.com/office/officeart/2005/8/layout/pyramid2"/>
    <dgm:cxn modelId="{5B559CB7-684E-4975-9402-9A046D99B1E8}" type="presParOf" srcId="{34901655-07A0-4F0E-B6F9-672519CCA6AA}" destId="{9720DAC6-894B-4FC8-8F39-9A83E4F56920}" srcOrd="8" destOrd="0" presId="urn:microsoft.com/office/officeart/2005/8/layout/pyramid2"/>
    <dgm:cxn modelId="{FA234C99-2451-4FFF-9FA0-72DDEB51FE3B}" type="presParOf" srcId="{34901655-07A0-4F0E-B6F9-672519CCA6AA}" destId="{221E3C4D-E3E9-4F90-B1EA-3D4DB78888B8}" srcOrd="9" destOrd="0" presId="urn:microsoft.com/office/officeart/2005/8/layout/pyramid2"/>
    <dgm:cxn modelId="{73C78607-EA68-4772-940F-936435E7B9DA}" type="presParOf" srcId="{34901655-07A0-4F0E-B6F9-672519CCA6AA}" destId="{6B7D937B-964B-4921-93C3-989695FF4CF6}" srcOrd="10" destOrd="0" presId="urn:microsoft.com/office/officeart/2005/8/layout/pyramid2"/>
    <dgm:cxn modelId="{F0F10CA0-4E33-42C2-AB38-C60E59BBC989}" type="presParOf" srcId="{34901655-07A0-4F0E-B6F9-672519CCA6AA}" destId="{49C83C3A-8D6E-445B-AD2D-54801D7FC427}" srcOrd="11"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B0216AF-C24C-44C9-80D7-8DF22372B79E}" type="doc">
      <dgm:prSet loTypeId="urn:microsoft.com/office/officeart/2005/8/layout/orgChart1" loCatId="hierarchy" qsTypeId="urn:microsoft.com/office/officeart/2005/8/quickstyle/3d7" qsCatId="3D" csTypeId="urn:microsoft.com/office/officeart/2005/8/colors/colorful1" csCatId="colorful" phldr="1"/>
      <dgm:spPr/>
      <dgm:t>
        <a:bodyPr/>
        <a:lstStyle/>
        <a:p>
          <a:endParaRPr lang="en-US"/>
        </a:p>
      </dgm:t>
    </dgm:pt>
    <dgm:pt modelId="{0C327A1C-9F23-4E3F-812C-83D836037646}">
      <dgm:prSet phldrT="[Text]"/>
      <dgm:spPr/>
      <dgm:t>
        <a:bodyPr/>
        <a:lstStyle/>
        <a:p>
          <a:r>
            <a:rPr lang="en-US" dirty="0"/>
            <a:t>Problem</a:t>
          </a:r>
        </a:p>
      </dgm:t>
    </dgm:pt>
    <dgm:pt modelId="{45DC4619-FD8B-4CCB-8600-C0C02DB9DE49}" type="parTrans" cxnId="{7FCBD738-B9DE-4D87-A8AC-5EC810FCC073}">
      <dgm:prSet/>
      <dgm:spPr/>
      <dgm:t>
        <a:bodyPr/>
        <a:lstStyle/>
        <a:p>
          <a:endParaRPr lang="en-US"/>
        </a:p>
      </dgm:t>
    </dgm:pt>
    <dgm:pt modelId="{AC998090-B17F-43BC-BBFE-E5594EF21ADD}" type="sibTrans" cxnId="{7FCBD738-B9DE-4D87-A8AC-5EC810FCC073}">
      <dgm:prSet/>
      <dgm:spPr/>
      <dgm:t>
        <a:bodyPr/>
        <a:lstStyle/>
        <a:p>
          <a:endParaRPr lang="en-US"/>
        </a:p>
      </dgm:t>
    </dgm:pt>
    <dgm:pt modelId="{862A7325-D70A-4B64-A62E-181AED332CB3}">
      <dgm:prSet phldrT="[Text]"/>
      <dgm:spPr/>
      <dgm:t>
        <a:bodyPr/>
        <a:lstStyle/>
        <a:p>
          <a:r>
            <a:rPr lang="en-US" dirty="0"/>
            <a:t>Input</a:t>
          </a:r>
        </a:p>
      </dgm:t>
    </dgm:pt>
    <dgm:pt modelId="{C2EAEC25-7E5E-46CC-8FCD-B79D22FFC4B6}" type="parTrans" cxnId="{60A79254-3231-4C30-A7BE-6FEC57B8A428}">
      <dgm:prSet/>
      <dgm:spPr/>
      <dgm:t>
        <a:bodyPr/>
        <a:lstStyle/>
        <a:p>
          <a:endParaRPr lang="en-US"/>
        </a:p>
      </dgm:t>
    </dgm:pt>
    <dgm:pt modelId="{20FD679C-7CCB-45F6-87F7-4754CA781D2B}" type="sibTrans" cxnId="{60A79254-3231-4C30-A7BE-6FEC57B8A428}">
      <dgm:prSet/>
      <dgm:spPr/>
      <dgm:t>
        <a:bodyPr/>
        <a:lstStyle/>
        <a:p>
          <a:endParaRPr lang="en-US"/>
        </a:p>
      </dgm:t>
    </dgm:pt>
    <dgm:pt modelId="{AD2589DB-B2EF-4E81-83D9-5C2AE6F752FE}">
      <dgm:prSet phldrT="[Text]"/>
      <dgm:spPr/>
      <dgm:t>
        <a:bodyPr/>
        <a:lstStyle/>
        <a:p>
          <a:r>
            <a:rPr lang="en-US" dirty="0"/>
            <a:t>Algorithm</a:t>
          </a:r>
        </a:p>
      </dgm:t>
    </dgm:pt>
    <dgm:pt modelId="{598E92DD-A448-42D3-9A85-7889C8597F32}" type="parTrans" cxnId="{0771CD90-AE2D-4811-8FE9-D29DA58D81B7}">
      <dgm:prSet/>
      <dgm:spPr/>
      <dgm:t>
        <a:bodyPr/>
        <a:lstStyle/>
        <a:p>
          <a:endParaRPr lang="en-US"/>
        </a:p>
      </dgm:t>
    </dgm:pt>
    <dgm:pt modelId="{23DA4D7A-D29A-4A2E-A517-0C68C484E224}" type="sibTrans" cxnId="{0771CD90-AE2D-4811-8FE9-D29DA58D81B7}">
      <dgm:prSet/>
      <dgm:spPr/>
      <dgm:t>
        <a:bodyPr/>
        <a:lstStyle/>
        <a:p>
          <a:endParaRPr lang="en-US"/>
        </a:p>
      </dgm:t>
    </dgm:pt>
    <dgm:pt modelId="{389705E3-94D3-40EE-949E-6C65BEC0E418}">
      <dgm:prSet phldrT="[Text]"/>
      <dgm:spPr/>
      <dgm:t>
        <a:bodyPr/>
        <a:lstStyle/>
        <a:p>
          <a:r>
            <a:rPr lang="en-US" dirty="0"/>
            <a:t>Output</a:t>
          </a:r>
        </a:p>
      </dgm:t>
    </dgm:pt>
    <dgm:pt modelId="{E7DA743C-94C5-4346-9F62-7D716958C17C}" type="parTrans" cxnId="{ACBA61CB-D04A-4BD2-B094-E94FE9A83EE2}">
      <dgm:prSet/>
      <dgm:spPr/>
      <dgm:t>
        <a:bodyPr/>
        <a:lstStyle/>
        <a:p>
          <a:endParaRPr lang="en-US"/>
        </a:p>
      </dgm:t>
    </dgm:pt>
    <dgm:pt modelId="{0CB17746-47EE-4C04-89C5-D39C98AD9F6A}" type="sibTrans" cxnId="{ACBA61CB-D04A-4BD2-B094-E94FE9A83EE2}">
      <dgm:prSet/>
      <dgm:spPr/>
      <dgm:t>
        <a:bodyPr/>
        <a:lstStyle/>
        <a:p>
          <a:endParaRPr lang="en-US"/>
        </a:p>
      </dgm:t>
    </dgm:pt>
    <dgm:pt modelId="{67AFC8C5-1D48-4CD5-9F8E-B307C3E70A19}">
      <dgm:prSet phldrT="[Text]"/>
      <dgm:spPr/>
      <dgm:t>
        <a:bodyPr/>
        <a:lstStyle/>
        <a:p>
          <a:r>
            <a:rPr lang="en-US" dirty="0"/>
            <a:t>Sub Problem 1</a:t>
          </a:r>
        </a:p>
      </dgm:t>
    </dgm:pt>
    <dgm:pt modelId="{4D5B82D6-9F1E-49AE-A26A-05FD58D1FD0C}" type="parTrans" cxnId="{99071F92-DEDD-4855-A758-6AD378FA41FD}">
      <dgm:prSet/>
      <dgm:spPr/>
      <dgm:t>
        <a:bodyPr/>
        <a:lstStyle/>
        <a:p>
          <a:endParaRPr lang="en-US"/>
        </a:p>
      </dgm:t>
    </dgm:pt>
    <dgm:pt modelId="{1AD3A1B9-C94A-4D43-8973-F03B1BCC94EE}" type="sibTrans" cxnId="{99071F92-DEDD-4855-A758-6AD378FA41FD}">
      <dgm:prSet/>
      <dgm:spPr/>
      <dgm:t>
        <a:bodyPr/>
        <a:lstStyle/>
        <a:p>
          <a:endParaRPr lang="en-US"/>
        </a:p>
      </dgm:t>
    </dgm:pt>
    <dgm:pt modelId="{F3369302-9FED-4B41-BB5E-D5B23A99D1FC}">
      <dgm:prSet phldrT="[Text]"/>
      <dgm:spPr/>
      <dgm:t>
        <a:bodyPr/>
        <a:lstStyle/>
        <a:p>
          <a:r>
            <a:rPr lang="en-US" dirty="0"/>
            <a:t>Sub Problem 2</a:t>
          </a:r>
        </a:p>
      </dgm:t>
    </dgm:pt>
    <dgm:pt modelId="{3AA4D164-2096-4435-8265-EDD1CB0DD078}" type="parTrans" cxnId="{7A3286DB-464D-447A-9146-2A673B17B383}">
      <dgm:prSet/>
      <dgm:spPr/>
      <dgm:t>
        <a:bodyPr/>
        <a:lstStyle/>
        <a:p>
          <a:endParaRPr lang="en-US"/>
        </a:p>
      </dgm:t>
    </dgm:pt>
    <dgm:pt modelId="{072A5381-ED26-47AF-86E5-0902BA2D1966}" type="sibTrans" cxnId="{7A3286DB-464D-447A-9146-2A673B17B383}">
      <dgm:prSet/>
      <dgm:spPr/>
      <dgm:t>
        <a:bodyPr/>
        <a:lstStyle/>
        <a:p>
          <a:endParaRPr lang="en-US"/>
        </a:p>
      </dgm:t>
    </dgm:pt>
    <dgm:pt modelId="{FE2E1491-F6EA-4194-926B-BC266D710A4A}">
      <dgm:prSet phldrT="[Text]"/>
      <dgm:spPr/>
      <dgm:t>
        <a:bodyPr/>
        <a:lstStyle/>
        <a:p>
          <a:r>
            <a:rPr lang="en-US" dirty="0"/>
            <a:t>Sub Problem 1.1</a:t>
          </a:r>
        </a:p>
      </dgm:t>
    </dgm:pt>
    <dgm:pt modelId="{E0320DE6-8474-4642-99A1-A947381DCB7D}" type="parTrans" cxnId="{26E1F8CF-95E2-43C5-A848-BC9B34CD18B8}">
      <dgm:prSet/>
      <dgm:spPr/>
      <dgm:t>
        <a:bodyPr/>
        <a:lstStyle/>
        <a:p>
          <a:endParaRPr lang="en-US"/>
        </a:p>
      </dgm:t>
    </dgm:pt>
    <dgm:pt modelId="{EAA54090-AAF8-48C6-8F34-4BDD104CB16E}" type="sibTrans" cxnId="{26E1F8CF-95E2-43C5-A848-BC9B34CD18B8}">
      <dgm:prSet/>
      <dgm:spPr/>
      <dgm:t>
        <a:bodyPr/>
        <a:lstStyle/>
        <a:p>
          <a:endParaRPr lang="en-US"/>
        </a:p>
      </dgm:t>
    </dgm:pt>
    <dgm:pt modelId="{654D8488-DE31-45C3-995D-8E478407E24F}">
      <dgm:prSet phldrT="[Text]"/>
      <dgm:spPr/>
      <dgm:t>
        <a:bodyPr/>
        <a:lstStyle/>
        <a:p>
          <a:r>
            <a:rPr lang="en-US" dirty="0"/>
            <a:t>Sub Problem 1.2</a:t>
          </a:r>
        </a:p>
      </dgm:t>
    </dgm:pt>
    <dgm:pt modelId="{D00DDEB9-B92E-4EF7-A8D2-7F5EC334B473}" type="parTrans" cxnId="{14DF23CF-EBBE-4342-8028-4B86A085F436}">
      <dgm:prSet/>
      <dgm:spPr/>
      <dgm:t>
        <a:bodyPr/>
        <a:lstStyle/>
        <a:p>
          <a:endParaRPr lang="en-US"/>
        </a:p>
      </dgm:t>
    </dgm:pt>
    <dgm:pt modelId="{4A4B911C-AA29-44D9-9EA5-DD3ED4455595}" type="sibTrans" cxnId="{14DF23CF-EBBE-4342-8028-4B86A085F436}">
      <dgm:prSet/>
      <dgm:spPr/>
      <dgm:t>
        <a:bodyPr/>
        <a:lstStyle/>
        <a:p>
          <a:endParaRPr lang="en-US"/>
        </a:p>
      </dgm:t>
    </dgm:pt>
    <dgm:pt modelId="{8F817DCE-57F6-4A6A-8E33-6E18056C2061}">
      <dgm:prSet phldrT="[Text]"/>
      <dgm:spPr/>
      <dgm:t>
        <a:bodyPr/>
        <a:lstStyle/>
        <a:p>
          <a:r>
            <a:rPr lang="en-US" dirty="0"/>
            <a:t>Sub Problem 2.1</a:t>
          </a:r>
        </a:p>
      </dgm:t>
    </dgm:pt>
    <dgm:pt modelId="{E001C5AA-02A6-476D-BE9C-848CE5705908}" type="parTrans" cxnId="{29E0F898-9EF0-4DDA-AB1B-F9F4C276D090}">
      <dgm:prSet/>
      <dgm:spPr/>
      <dgm:t>
        <a:bodyPr/>
        <a:lstStyle/>
        <a:p>
          <a:endParaRPr lang="en-US"/>
        </a:p>
      </dgm:t>
    </dgm:pt>
    <dgm:pt modelId="{4F319841-668A-48E8-B782-791294707BD4}" type="sibTrans" cxnId="{29E0F898-9EF0-4DDA-AB1B-F9F4C276D090}">
      <dgm:prSet/>
      <dgm:spPr/>
      <dgm:t>
        <a:bodyPr/>
        <a:lstStyle/>
        <a:p>
          <a:endParaRPr lang="en-US"/>
        </a:p>
      </dgm:t>
    </dgm:pt>
    <dgm:pt modelId="{C77A459E-79B2-43FD-935C-792FA92B9577}">
      <dgm:prSet phldrT="[Text]"/>
      <dgm:spPr/>
      <dgm:t>
        <a:bodyPr/>
        <a:lstStyle/>
        <a:p>
          <a:r>
            <a:rPr lang="en-US" dirty="0"/>
            <a:t>Sub Problem 2.2</a:t>
          </a:r>
        </a:p>
      </dgm:t>
    </dgm:pt>
    <dgm:pt modelId="{B61C17CA-C057-4ACE-86E3-6122F3873D6D}" type="parTrans" cxnId="{B6CF9ED4-79D3-4409-8AC5-8F6E9D664340}">
      <dgm:prSet/>
      <dgm:spPr/>
      <dgm:t>
        <a:bodyPr/>
        <a:lstStyle/>
        <a:p>
          <a:endParaRPr lang="en-US"/>
        </a:p>
      </dgm:t>
    </dgm:pt>
    <dgm:pt modelId="{696B892F-46F3-471E-9C3C-41F6B97B7737}" type="sibTrans" cxnId="{B6CF9ED4-79D3-4409-8AC5-8F6E9D664340}">
      <dgm:prSet/>
      <dgm:spPr/>
      <dgm:t>
        <a:bodyPr/>
        <a:lstStyle/>
        <a:p>
          <a:endParaRPr lang="en-US"/>
        </a:p>
      </dgm:t>
    </dgm:pt>
    <dgm:pt modelId="{FE686DB1-C43A-4872-ACD1-6E3EB9317E49}" type="pres">
      <dgm:prSet presAssocID="{8B0216AF-C24C-44C9-80D7-8DF22372B79E}" presName="hierChild1" presStyleCnt="0">
        <dgm:presLayoutVars>
          <dgm:orgChart val="1"/>
          <dgm:chPref val="1"/>
          <dgm:dir/>
          <dgm:animOne val="branch"/>
          <dgm:animLvl val="lvl"/>
          <dgm:resizeHandles/>
        </dgm:presLayoutVars>
      </dgm:prSet>
      <dgm:spPr/>
    </dgm:pt>
    <dgm:pt modelId="{FB76C16E-98C5-42FA-BC0C-616A70656D25}" type="pres">
      <dgm:prSet presAssocID="{0C327A1C-9F23-4E3F-812C-83D836037646}" presName="hierRoot1" presStyleCnt="0">
        <dgm:presLayoutVars>
          <dgm:hierBranch val="init"/>
        </dgm:presLayoutVars>
      </dgm:prSet>
      <dgm:spPr/>
    </dgm:pt>
    <dgm:pt modelId="{BFDF9802-E5E5-4A33-9FB2-3E1EAB7D3821}" type="pres">
      <dgm:prSet presAssocID="{0C327A1C-9F23-4E3F-812C-83D836037646}" presName="rootComposite1" presStyleCnt="0"/>
      <dgm:spPr/>
    </dgm:pt>
    <dgm:pt modelId="{23E69820-9D2B-407D-9DC1-D14719AFCB8B}" type="pres">
      <dgm:prSet presAssocID="{0C327A1C-9F23-4E3F-812C-83D836037646}" presName="rootText1" presStyleLbl="node0" presStyleIdx="0" presStyleCnt="1">
        <dgm:presLayoutVars>
          <dgm:chPref val="3"/>
        </dgm:presLayoutVars>
      </dgm:prSet>
      <dgm:spPr/>
    </dgm:pt>
    <dgm:pt modelId="{DBC446A9-964A-43D3-8028-10E4CBCE6E13}" type="pres">
      <dgm:prSet presAssocID="{0C327A1C-9F23-4E3F-812C-83D836037646}" presName="rootConnector1" presStyleLbl="node1" presStyleIdx="0" presStyleCnt="0"/>
      <dgm:spPr/>
    </dgm:pt>
    <dgm:pt modelId="{2BE355B4-6844-4624-8291-90D542619896}" type="pres">
      <dgm:prSet presAssocID="{0C327A1C-9F23-4E3F-812C-83D836037646}" presName="hierChild2" presStyleCnt="0"/>
      <dgm:spPr/>
    </dgm:pt>
    <dgm:pt modelId="{84B97812-66FD-4F61-9DFB-DF565D0A717F}" type="pres">
      <dgm:prSet presAssocID="{C2EAEC25-7E5E-46CC-8FCD-B79D22FFC4B6}" presName="Name37" presStyleLbl="parChTrans1D2" presStyleIdx="0" presStyleCnt="3"/>
      <dgm:spPr/>
    </dgm:pt>
    <dgm:pt modelId="{CC1F90A1-2382-4DE4-AE1F-AA5460964848}" type="pres">
      <dgm:prSet presAssocID="{862A7325-D70A-4B64-A62E-181AED332CB3}" presName="hierRoot2" presStyleCnt="0">
        <dgm:presLayoutVars>
          <dgm:hierBranch val="init"/>
        </dgm:presLayoutVars>
      </dgm:prSet>
      <dgm:spPr/>
    </dgm:pt>
    <dgm:pt modelId="{75E058DC-EF94-41DD-8E49-0C91CBA141CA}" type="pres">
      <dgm:prSet presAssocID="{862A7325-D70A-4B64-A62E-181AED332CB3}" presName="rootComposite" presStyleCnt="0"/>
      <dgm:spPr/>
    </dgm:pt>
    <dgm:pt modelId="{54EA6440-3D63-4CAF-80F4-434999966C8F}" type="pres">
      <dgm:prSet presAssocID="{862A7325-D70A-4B64-A62E-181AED332CB3}" presName="rootText" presStyleLbl="node2" presStyleIdx="0" presStyleCnt="3">
        <dgm:presLayoutVars>
          <dgm:chPref val="3"/>
        </dgm:presLayoutVars>
      </dgm:prSet>
      <dgm:spPr/>
    </dgm:pt>
    <dgm:pt modelId="{871CFD19-97F9-49F0-A58A-FD414C6583CA}" type="pres">
      <dgm:prSet presAssocID="{862A7325-D70A-4B64-A62E-181AED332CB3}" presName="rootConnector" presStyleLbl="node2" presStyleIdx="0" presStyleCnt="3"/>
      <dgm:spPr/>
    </dgm:pt>
    <dgm:pt modelId="{E3B858C6-5B49-43C2-A40C-02B846F34FB5}" type="pres">
      <dgm:prSet presAssocID="{862A7325-D70A-4B64-A62E-181AED332CB3}" presName="hierChild4" presStyleCnt="0"/>
      <dgm:spPr/>
    </dgm:pt>
    <dgm:pt modelId="{9900BB02-716A-48DC-8403-5B8B8358147C}" type="pres">
      <dgm:prSet presAssocID="{862A7325-D70A-4B64-A62E-181AED332CB3}" presName="hierChild5" presStyleCnt="0"/>
      <dgm:spPr/>
    </dgm:pt>
    <dgm:pt modelId="{30741CEB-6594-45E8-83EB-0A72E1A6D894}" type="pres">
      <dgm:prSet presAssocID="{598E92DD-A448-42D3-9A85-7889C8597F32}" presName="Name37" presStyleLbl="parChTrans1D2" presStyleIdx="1" presStyleCnt="3"/>
      <dgm:spPr/>
    </dgm:pt>
    <dgm:pt modelId="{B7466145-E515-43FD-81A2-EFB76FC17CED}" type="pres">
      <dgm:prSet presAssocID="{AD2589DB-B2EF-4E81-83D9-5C2AE6F752FE}" presName="hierRoot2" presStyleCnt="0">
        <dgm:presLayoutVars>
          <dgm:hierBranch val="init"/>
        </dgm:presLayoutVars>
      </dgm:prSet>
      <dgm:spPr/>
    </dgm:pt>
    <dgm:pt modelId="{03306531-EA94-4D8E-8EC7-50736E41C566}" type="pres">
      <dgm:prSet presAssocID="{AD2589DB-B2EF-4E81-83D9-5C2AE6F752FE}" presName="rootComposite" presStyleCnt="0"/>
      <dgm:spPr/>
    </dgm:pt>
    <dgm:pt modelId="{6610462E-37E5-45A9-9C06-0B1415053D9B}" type="pres">
      <dgm:prSet presAssocID="{AD2589DB-B2EF-4E81-83D9-5C2AE6F752FE}" presName="rootText" presStyleLbl="node2" presStyleIdx="1" presStyleCnt="3">
        <dgm:presLayoutVars>
          <dgm:chPref val="3"/>
        </dgm:presLayoutVars>
      </dgm:prSet>
      <dgm:spPr/>
    </dgm:pt>
    <dgm:pt modelId="{9C735B33-4080-4414-BA38-B3374E19AC92}" type="pres">
      <dgm:prSet presAssocID="{AD2589DB-B2EF-4E81-83D9-5C2AE6F752FE}" presName="rootConnector" presStyleLbl="node2" presStyleIdx="1" presStyleCnt="3"/>
      <dgm:spPr/>
    </dgm:pt>
    <dgm:pt modelId="{25243F86-EFF7-41EE-969F-27D347B84F5C}" type="pres">
      <dgm:prSet presAssocID="{AD2589DB-B2EF-4E81-83D9-5C2AE6F752FE}" presName="hierChild4" presStyleCnt="0"/>
      <dgm:spPr/>
    </dgm:pt>
    <dgm:pt modelId="{9443F175-79ED-4801-ABA8-12D56EB3A67A}" type="pres">
      <dgm:prSet presAssocID="{4D5B82D6-9F1E-49AE-A26A-05FD58D1FD0C}" presName="Name37" presStyleLbl="parChTrans1D3" presStyleIdx="0" presStyleCnt="2"/>
      <dgm:spPr/>
    </dgm:pt>
    <dgm:pt modelId="{1F05B493-48C7-4FCD-A77E-F0C5557180A5}" type="pres">
      <dgm:prSet presAssocID="{67AFC8C5-1D48-4CD5-9F8E-B307C3E70A19}" presName="hierRoot2" presStyleCnt="0">
        <dgm:presLayoutVars>
          <dgm:hierBranch val="init"/>
        </dgm:presLayoutVars>
      </dgm:prSet>
      <dgm:spPr/>
    </dgm:pt>
    <dgm:pt modelId="{7C95B667-9DB2-4EDF-B37E-AFDE0484EEB0}" type="pres">
      <dgm:prSet presAssocID="{67AFC8C5-1D48-4CD5-9F8E-B307C3E70A19}" presName="rootComposite" presStyleCnt="0"/>
      <dgm:spPr/>
    </dgm:pt>
    <dgm:pt modelId="{38D7F663-443E-4D19-B965-6EB0C51FEB4A}" type="pres">
      <dgm:prSet presAssocID="{67AFC8C5-1D48-4CD5-9F8E-B307C3E70A19}" presName="rootText" presStyleLbl="node3" presStyleIdx="0" presStyleCnt="2">
        <dgm:presLayoutVars>
          <dgm:chPref val="3"/>
        </dgm:presLayoutVars>
      </dgm:prSet>
      <dgm:spPr/>
    </dgm:pt>
    <dgm:pt modelId="{236966BE-DFB0-4A2F-B8C3-9178BE4D7C3B}" type="pres">
      <dgm:prSet presAssocID="{67AFC8C5-1D48-4CD5-9F8E-B307C3E70A19}" presName="rootConnector" presStyleLbl="node3" presStyleIdx="0" presStyleCnt="2"/>
      <dgm:spPr/>
    </dgm:pt>
    <dgm:pt modelId="{A922505B-027F-4269-B128-CAE46F2B36C6}" type="pres">
      <dgm:prSet presAssocID="{67AFC8C5-1D48-4CD5-9F8E-B307C3E70A19}" presName="hierChild4" presStyleCnt="0"/>
      <dgm:spPr/>
    </dgm:pt>
    <dgm:pt modelId="{52450797-9FE0-4FBF-977D-86B65135E598}" type="pres">
      <dgm:prSet presAssocID="{E0320DE6-8474-4642-99A1-A947381DCB7D}" presName="Name37" presStyleLbl="parChTrans1D4" presStyleIdx="0" presStyleCnt="4"/>
      <dgm:spPr/>
    </dgm:pt>
    <dgm:pt modelId="{8A4D248D-6DD1-4E2D-8AF6-126FDEA6B8FA}" type="pres">
      <dgm:prSet presAssocID="{FE2E1491-F6EA-4194-926B-BC266D710A4A}" presName="hierRoot2" presStyleCnt="0">
        <dgm:presLayoutVars>
          <dgm:hierBranch val="init"/>
        </dgm:presLayoutVars>
      </dgm:prSet>
      <dgm:spPr/>
    </dgm:pt>
    <dgm:pt modelId="{3F1A4442-DEDC-46F5-964D-008BB39E7B04}" type="pres">
      <dgm:prSet presAssocID="{FE2E1491-F6EA-4194-926B-BC266D710A4A}" presName="rootComposite" presStyleCnt="0"/>
      <dgm:spPr/>
    </dgm:pt>
    <dgm:pt modelId="{3BF264F2-AAD5-42AD-A92F-F05500F3CFB6}" type="pres">
      <dgm:prSet presAssocID="{FE2E1491-F6EA-4194-926B-BC266D710A4A}" presName="rootText" presStyleLbl="node4" presStyleIdx="0" presStyleCnt="4">
        <dgm:presLayoutVars>
          <dgm:chPref val="3"/>
        </dgm:presLayoutVars>
      </dgm:prSet>
      <dgm:spPr/>
    </dgm:pt>
    <dgm:pt modelId="{3E782AF0-88B4-4A5B-B3E1-93364DE861C8}" type="pres">
      <dgm:prSet presAssocID="{FE2E1491-F6EA-4194-926B-BC266D710A4A}" presName="rootConnector" presStyleLbl="node4" presStyleIdx="0" presStyleCnt="4"/>
      <dgm:spPr/>
    </dgm:pt>
    <dgm:pt modelId="{73D42ED1-01C3-46AC-8BC7-4CB51F67A2C7}" type="pres">
      <dgm:prSet presAssocID="{FE2E1491-F6EA-4194-926B-BC266D710A4A}" presName="hierChild4" presStyleCnt="0"/>
      <dgm:spPr/>
    </dgm:pt>
    <dgm:pt modelId="{C9541A3E-A4E9-42CA-9155-C2DB7EBDC734}" type="pres">
      <dgm:prSet presAssocID="{FE2E1491-F6EA-4194-926B-BC266D710A4A}" presName="hierChild5" presStyleCnt="0"/>
      <dgm:spPr/>
    </dgm:pt>
    <dgm:pt modelId="{19360F85-1A5A-404F-AEE4-543BB4EB6C65}" type="pres">
      <dgm:prSet presAssocID="{D00DDEB9-B92E-4EF7-A8D2-7F5EC334B473}" presName="Name37" presStyleLbl="parChTrans1D4" presStyleIdx="1" presStyleCnt="4"/>
      <dgm:spPr/>
    </dgm:pt>
    <dgm:pt modelId="{79F26F91-693C-4E28-BA37-AA40A756E03E}" type="pres">
      <dgm:prSet presAssocID="{654D8488-DE31-45C3-995D-8E478407E24F}" presName="hierRoot2" presStyleCnt="0">
        <dgm:presLayoutVars>
          <dgm:hierBranch val="init"/>
        </dgm:presLayoutVars>
      </dgm:prSet>
      <dgm:spPr/>
    </dgm:pt>
    <dgm:pt modelId="{B12A89C1-7D72-4CEA-873E-9744664D8C46}" type="pres">
      <dgm:prSet presAssocID="{654D8488-DE31-45C3-995D-8E478407E24F}" presName="rootComposite" presStyleCnt="0"/>
      <dgm:spPr/>
    </dgm:pt>
    <dgm:pt modelId="{8C792C0F-B37E-4C3A-8A12-4808B60AB3F4}" type="pres">
      <dgm:prSet presAssocID="{654D8488-DE31-45C3-995D-8E478407E24F}" presName="rootText" presStyleLbl="node4" presStyleIdx="1" presStyleCnt="4">
        <dgm:presLayoutVars>
          <dgm:chPref val="3"/>
        </dgm:presLayoutVars>
      </dgm:prSet>
      <dgm:spPr/>
    </dgm:pt>
    <dgm:pt modelId="{A9394A03-8E5C-4FFC-BCEA-285D62300F25}" type="pres">
      <dgm:prSet presAssocID="{654D8488-DE31-45C3-995D-8E478407E24F}" presName="rootConnector" presStyleLbl="node4" presStyleIdx="1" presStyleCnt="4"/>
      <dgm:spPr/>
    </dgm:pt>
    <dgm:pt modelId="{4A28573C-24AB-4233-95FA-47BEF708A6FE}" type="pres">
      <dgm:prSet presAssocID="{654D8488-DE31-45C3-995D-8E478407E24F}" presName="hierChild4" presStyleCnt="0"/>
      <dgm:spPr/>
    </dgm:pt>
    <dgm:pt modelId="{F16669FD-8E87-4108-8FB8-E3401CA645DC}" type="pres">
      <dgm:prSet presAssocID="{654D8488-DE31-45C3-995D-8E478407E24F}" presName="hierChild5" presStyleCnt="0"/>
      <dgm:spPr/>
    </dgm:pt>
    <dgm:pt modelId="{B59C0D2D-4CFE-4042-9908-7C754819B0F0}" type="pres">
      <dgm:prSet presAssocID="{67AFC8C5-1D48-4CD5-9F8E-B307C3E70A19}" presName="hierChild5" presStyleCnt="0"/>
      <dgm:spPr/>
    </dgm:pt>
    <dgm:pt modelId="{984C62D1-7994-4E37-AD97-42BB0EC346EA}" type="pres">
      <dgm:prSet presAssocID="{3AA4D164-2096-4435-8265-EDD1CB0DD078}" presName="Name37" presStyleLbl="parChTrans1D3" presStyleIdx="1" presStyleCnt="2"/>
      <dgm:spPr/>
    </dgm:pt>
    <dgm:pt modelId="{E44B298B-E26D-4D47-AC7E-B65CD752D0AD}" type="pres">
      <dgm:prSet presAssocID="{F3369302-9FED-4B41-BB5E-D5B23A99D1FC}" presName="hierRoot2" presStyleCnt="0">
        <dgm:presLayoutVars>
          <dgm:hierBranch val="init"/>
        </dgm:presLayoutVars>
      </dgm:prSet>
      <dgm:spPr/>
    </dgm:pt>
    <dgm:pt modelId="{44F959AE-0EAE-4671-98F0-9A6E675DF413}" type="pres">
      <dgm:prSet presAssocID="{F3369302-9FED-4B41-BB5E-D5B23A99D1FC}" presName="rootComposite" presStyleCnt="0"/>
      <dgm:spPr/>
    </dgm:pt>
    <dgm:pt modelId="{86A8A0B3-D5AB-4530-B4F6-7DCC4E34D78F}" type="pres">
      <dgm:prSet presAssocID="{F3369302-9FED-4B41-BB5E-D5B23A99D1FC}" presName="rootText" presStyleLbl="node3" presStyleIdx="1" presStyleCnt="2">
        <dgm:presLayoutVars>
          <dgm:chPref val="3"/>
        </dgm:presLayoutVars>
      </dgm:prSet>
      <dgm:spPr/>
    </dgm:pt>
    <dgm:pt modelId="{F88FB658-BE5E-448D-9D6A-DDDA33D34DF8}" type="pres">
      <dgm:prSet presAssocID="{F3369302-9FED-4B41-BB5E-D5B23A99D1FC}" presName="rootConnector" presStyleLbl="node3" presStyleIdx="1" presStyleCnt="2"/>
      <dgm:spPr/>
    </dgm:pt>
    <dgm:pt modelId="{E378E724-8823-4F6D-B071-7A1DCFDCCDD1}" type="pres">
      <dgm:prSet presAssocID="{F3369302-9FED-4B41-BB5E-D5B23A99D1FC}" presName="hierChild4" presStyleCnt="0"/>
      <dgm:spPr/>
    </dgm:pt>
    <dgm:pt modelId="{FD6566A9-5C73-4C44-A0C6-45720F37DC7E}" type="pres">
      <dgm:prSet presAssocID="{E001C5AA-02A6-476D-BE9C-848CE5705908}" presName="Name37" presStyleLbl="parChTrans1D4" presStyleIdx="2" presStyleCnt="4"/>
      <dgm:spPr/>
    </dgm:pt>
    <dgm:pt modelId="{C0661330-D321-4B23-A240-B30696FC582D}" type="pres">
      <dgm:prSet presAssocID="{8F817DCE-57F6-4A6A-8E33-6E18056C2061}" presName="hierRoot2" presStyleCnt="0">
        <dgm:presLayoutVars>
          <dgm:hierBranch val="init"/>
        </dgm:presLayoutVars>
      </dgm:prSet>
      <dgm:spPr/>
    </dgm:pt>
    <dgm:pt modelId="{8E3D320A-B198-4FA5-A382-2F82AE51798D}" type="pres">
      <dgm:prSet presAssocID="{8F817DCE-57F6-4A6A-8E33-6E18056C2061}" presName="rootComposite" presStyleCnt="0"/>
      <dgm:spPr/>
    </dgm:pt>
    <dgm:pt modelId="{F28B6756-DAF8-4066-B205-16E03413DDAF}" type="pres">
      <dgm:prSet presAssocID="{8F817DCE-57F6-4A6A-8E33-6E18056C2061}" presName="rootText" presStyleLbl="node4" presStyleIdx="2" presStyleCnt="4">
        <dgm:presLayoutVars>
          <dgm:chPref val="3"/>
        </dgm:presLayoutVars>
      </dgm:prSet>
      <dgm:spPr/>
    </dgm:pt>
    <dgm:pt modelId="{7100599F-4A46-4383-865C-EAB6E3A099D5}" type="pres">
      <dgm:prSet presAssocID="{8F817DCE-57F6-4A6A-8E33-6E18056C2061}" presName="rootConnector" presStyleLbl="node4" presStyleIdx="2" presStyleCnt="4"/>
      <dgm:spPr/>
    </dgm:pt>
    <dgm:pt modelId="{C2E9A1AB-9F7B-415B-AD4F-2CD0CB7FA52D}" type="pres">
      <dgm:prSet presAssocID="{8F817DCE-57F6-4A6A-8E33-6E18056C2061}" presName="hierChild4" presStyleCnt="0"/>
      <dgm:spPr/>
    </dgm:pt>
    <dgm:pt modelId="{13DD9703-74CC-4543-A198-84385103E772}" type="pres">
      <dgm:prSet presAssocID="{8F817DCE-57F6-4A6A-8E33-6E18056C2061}" presName="hierChild5" presStyleCnt="0"/>
      <dgm:spPr/>
    </dgm:pt>
    <dgm:pt modelId="{A8D24517-65C5-48F3-94AF-B583CE54C400}" type="pres">
      <dgm:prSet presAssocID="{B61C17CA-C057-4ACE-86E3-6122F3873D6D}" presName="Name37" presStyleLbl="parChTrans1D4" presStyleIdx="3" presStyleCnt="4"/>
      <dgm:spPr/>
    </dgm:pt>
    <dgm:pt modelId="{C807D6A4-2498-4169-A59C-ABB7F0B220F5}" type="pres">
      <dgm:prSet presAssocID="{C77A459E-79B2-43FD-935C-792FA92B9577}" presName="hierRoot2" presStyleCnt="0">
        <dgm:presLayoutVars>
          <dgm:hierBranch val="init"/>
        </dgm:presLayoutVars>
      </dgm:prSet>
      <dgm:spPr/>
    </dgm:pt>
    <dgm:pt modelId="{1C5BB5C3-DBCE-45D9-9F8F-F209D086BF74}" type="pres">
      <dgm:prSet presAssocID="{C77A459E-79B2-43FD-935C-792FA92B9577}" presName="rootComposite" presStyleCnt="0"/>
      <dgm:spPr/>
    </dgm:pt>
    <dgm:pt modelId="{68E0C939-0117-48C4-A0EA-687CA3AE6B3D}" type="pres">
      <dgm:prSet presAssocID="{C77A459E-79B2-43FD-935C-792FA92B9577}" presName="rootText" presStyleLbl="node4" presStyleIdx="3" presStyleCnt="4">
        <dgm:presLayoutVars>
          <dgm:chPref val="3"/>
        </dgm:presLayoutVars>
      </dgm:prSet>
      <dgm:spPr/>
    </dgm:pt>
    <dgm:pt modelId="{D9CBDD22-4022-4FF0-8B3A-837FE1F5D6E3}" type="pres">
      <dgm:prSet presAssocID="{C77A459E-79B2-43FD-935C-792FA92B9577}" presName="rootConnector" presStyleLbl="node4" presStyleIdx="3" presStyleCnt="4"/>
      <dgm:spPr/>
    </dgm:pt>
    <dgm:pt modelId="{1773EAE2-C431-4272-A80D-ECA3B5E6FD9A}" type="pres">
      <dgm:prSet presAssocID="{C77A459E-79B2-43FD-935C-792FA92B9577}" presName="hierChild4" presStyleCnt="0"/>
      <dgm:spPr/>
    </dgm:pt>
    <dgm:pt modelId="{504196A7-5620-4D61-ABF1-E7A680E56CAE}" type="pres">
      <dgm:prSet presAssocID="{C77A459E-79B2-43FD-935C-792FA92B9577}" presName="hierChild5" presStyleCnt="0"/>
      <dgm:spPr/>
    </dgm:pt>
    <dgm:pt modelId="{77923011-BB27-4A77-8D40-45A5770ADBD6}" type="pres">
      <dgm:prSet presAssocID="{F3369302-9FED-4B41-BB5E-D5B23A99D1FC}" presName="hierChild5" presStyleCnt="0"/>
      <dgm:spPr/>
    </dgm:pt>
    <dgm:pt modelId="{790CA9AA-A281-455E-8B52-C64A2E6E4732}" type="pres">
      <dgm:prSet presAssocID="{AD2589DB-B2EF-4E81-83D9-5C2AE6F752FE}" presName="hierChild5" presStyleCnt="0"/>
      <dgm:spPr/>
    </dgm:pt>
    <dgm:pt modelId="{992F90B7-FF0A-47FA-A1AD-BCC717C50A8B}" type="pres">
      <dgm:prSet presAssocID="{E7DA743C-94C5-4346-9F62-7D716958C17C}" presName="Name37" presStyleLbl="parChTrans1D2" presStyleIdx="2" presStyleCnt="3"/>
      <dgm:spPr/>
    </dgm:pt>
    <dgm:pt modelId="{A6BEFCCC-C0EF-4932-895D-48001B635E6A}" type="pres">
      <dgm:prSet presAssocID="{389705E3-94D3-40EE-949E-6C65BEC0E418}" presName="hierRoot2" presStyleCnt="0">
        <dgm:presLayoutVars>
          <dgm:hierBranch val="init"/>
        </dgm:presLayoutVars>
      </dgm:prSet>
      <dgm:spPr/>
    </dgm:pt>
    <dgm:pt modelId="{41EA4C14-FE1C-4FDA-898E-FB8AEF60709D}" type="pres">
      <dgm:prSet presAssocID="{389705E3-94D3-40EE-949E-6C65BEC0E418}" presName="rootComposite" presStyleCnt="0"/>
      <dgm:spPr/>
    </dgm:pt>
    <dgm:pt modelId="{B1708EFA-3DFE-442A-A4D7-4FFC02EEF12B}" type="pres">
      <dgm:prSet presAssocID="{389705E3-94D3-40EE-949E-6C65BEC0E418}" presName="rootText" presStyleLbl="node2" presStyleIdx="2" presStyleCnt="3">
        <dgm:presLayoutVars>
          <dgm:chPref val="3"/>
        </dgm:presLayoutVars>
      </dgm:prSet>
      <dgm:spPr/>
    </dgm:pt>
    <dgm:pt modelId="{4D09FDE1-8094-4BAF-8618-E8FC853E0BF2}" type="pres">
      <dgm:prSet presAssocID="{389705E3-94D3-40EE-949E-6C65BEC0E418}" presName="rootConnector" presStyleLbl="node2" presStyleIdx="2" presStyleCnt="3"/>
      <dgm:spPr/>
    </dgm:pt>
    <dgm:pt modelId="{5B03D9F7-758C-49B3-8A72-0417E2AAFC62}" type="pres">
      <dgm:prSet presAssocID="{389705E3-94D3-40EE-949E-6C65BEC0E418}" presName="hierChild4" presStyleCnt="0"/>
      <dgm:spPr/>
    </dgm:pt>
    <dgm:pt modelId="{1043E4CA-01DA-4C62-ABA3-52925E10D598}" type="pres">
      <dgm:prSet presAssocID="{389705E3-94D3-40EE-949E-6C65BEC0E418}" presName="hierChild5" presStyleCnt="0"/>
      <dgm:spPr/>
    </dgm:pt>
    <dgm:pt modelId="{80ED8061-4FF0-4DBA-B112-1369DF8A7470}" type="pres">
      <dgm:prSet presAssocID="{0C327A1C-9F23-4E3F-812C-83D836037646}" presName="hierChild3" presStyleCnt="0"/>
      <dgm:spPr/>
    </dgm:pt>
  </dgm:ptLst>
  <dgm:cxnLst>
    <dgm:cxn modelId="{A3D56012-6015-4293-AB50-6339CCBCB09C}" type="presOf" srcId="{F3369302-9FED-4B41-BB5E-D5B23A99D1FC}" destId="{86A8A0B3-D5AB-4530-B4F6-7DCC4E34D78F}" srcOrd="0" destOrd="0" presId="urn:microsoft.com/office/officeart/2005/8/layout/orgChart1"/>
    <dgm:cxn modelId="{5C0C3413-CFB2-4F30-9738-E73CB3E42FEB}" type="presOf" srcId="{389705E3-94D3-40EE-949E-6C65BEC0E418}" destId="{B1708EFA-3DFE-442A-A4D7-4FFC02EEF12B}" srcOrd="0" destOrd="0" presId="urn:microsoft.com/office/officeart/2005/8/layout/orgChart1"/>
    <dgm:cxn modelId="{1E7C4218-D382-4402-B966-F2B4340969D1}" type="presOf" srcId="{0C327A1C-9F23-4E3F-812C-83D836037646}" destId="{DBC446A9-964A-43D3-8028-10E4CBCE6E13}" srcOrd="1" destOrd="0" presId="urn:microsoft.com/office/officeart/2005/8/layout/orgChart1"/>
    <dgm:cxn modelId="{5C800E1E-9C38-4F1E-AB4E-F7BA983BFCA5}" type="presOf" srcId="{67AFC8C5-1D48-4CD5-9F8E-B307C3E70A19}" destId="{38D7F663-443E-4D19-B965-6EB0C51FEB4A}" srcOrd="0" destOrd="0" presId="urn:microsoft.com/office/officeart/2005/8/layout/orgChart1"/>
    <dgm:cxn modelId="{E2F7501E-240B-42D0-BC8C-E927342C5276}" type="presOf" srcId="{862A7325-D70A-4B64-A62E-181AED332CB3}" destId="{54EA6440-3D63-4CAF-80F4-434999966C8F}" srcOrd="0" destOrd="0" presId="urn:microsoft.com/office/officeart/2005/8/layout/orgChart1"/>
    <dgm:cxn modelId="{F8041120-9D57-49FE-8EE0-09F7ECFC32AA}" type="presOf" srcId="{8B0216AF-C24C-44C9-80D7-8DF22372B79E}" destId="{FE686DB1-C43A-4872-ACD1-6E3EB9317E49}" srcOrd="0" destOrd="0" presId="urn:microsoft.com/office/officeart/2005/8/layout/orgChart1"/>
    <dgm:cxn modelId="{1A044C31-D0A5-4C61-BF71-23DD2758D0CB}" type="presOf" srcId="{598E92DD-A448-42D3-9A85-7889C8597F32}" destId="{30741CEB-6594-45E8-83EB-0A72E1A6D894}" srcOrd="0" destOrd="0" presId="urn:microsoft.com/office/officeart/2005/8/layout/orgChart1"/>
    <dgm:cxn modelId="{7FCBD738-B9DE-4D87-A8AC-5EC810FCC073}" srcId="{8B0216AF-C24C-44C9-80D7-8DF22372B79E}" destId="{0C327A1C-9F23-4E3F-812C-83D836037646}" srcOrd="0" destOrd="0" parTransId="{45DC4619-FD8B-4CCB-8600-C0C02DB9DE49}" sibTransId="{AC998090-B17F-43BC-BBFE-E5594EF21ADD}"/>
    <dgm:cxn modelId="{6CB8A25B-8D40-4178-B373-49AF9515272D}" type="presOf" srcId="{F3369302-9FED-4B41-BB5E-D5B23A99D1FC}" destId="{F88FB658-BE5E-448D-9D6A-DDDA33D34DF8}" srcOrd="1" destOrd="0" presId="urn:microsoft.com/office/officeart/2005/8/layout/orgChart1"/>
    <dgm:cxn modelId="{F13E675E-C4C2-40E8-9642-311D6AA68515}" type="presOf" srcId="{67AFC8C5-1D48-4CD5-9F8E-B307C3E70A19}" destId="{236966BE-DFB0-4A2F-B8C3-9178BE4D7C3B}" srcOrd="1" destOrd="0" presId="urn:microsoft.com/office/officeart/2005/8/layout/orgChart1"/>
    <dgm:cxn modelId="{6536626E-3644-421B-A651-74F5C772C183}" type="presOf" srcId="{3AA4D164-2096-4435-8265-EDD1CB0DD078}" destId="{984C62D1-7994-4E37-AD97-42BB0EC346EA}" srcOrd="0" destOrd="0" presId="urn:microsoft.com/office/officeart/2005/8/layout/orgChart1"/>
    <dgm:cxn modelId="{ACD24653-0C21-4474-B580-1CE1A6D9343E}" type="presOf" srcId="{862A7325-D70A-4B64-A62E-181AED332CB3}" destId="{871CFD19-97F9-49F0-A58A-FD414C6583CA}" srcOrd="1" destOrd="0" presId="urn:microsoft.com/office/officeart/2005/8/layout/orgChart1"/>
    <dgm:cxn modelId="{60A79254-3231-4C30-A7BE-6FEC57B8A428}" srcId="{0C327A1C-9F23-4E3F-812C-83D836037646}" destId="{862A7325-D70A-4B64-A62E-181AED332CB3}" srcOrd="0" destOrd="0" parTransId="{C2EAEC25-7E5E-46CC-8FCD-B79D22FFC4B6}" sibTransId="{20FD679C-7CCB-45F6-87F7-4754CA781D2B}"/>
    <dgm:cxn modelId="{61BFA274-063E-4E46-99BE-B3455ABC7568}" type="presOf" srcId="{E001C5AA-02A6-476D-BE9C-848CE5705908}" destId="{FD6566A9-5C73-4C44-A0C6-45720F37DC7E}" srcOrd="0" destOrd="0" presId="urn:microsoft.com/office/officeart/2005/8/layout/orgChart1"/>
    <dgm:cxn modelId="{A19AC954-1B00-4E92-B444-87AE3F594692}" type="presOf" srcId="{FE2E1491-F6EA-4194-926B-BC266D710A4A}" destId="{3BF264F2-AAD5-42AD-A92F-F05500F3CFB6}" srcOrd="0" destOrd="0" presId="urn:microsoft.com/office/officeart/2005/8/layout/orgChart1"/>
    <dgm:cxn modelId="{F810CC78-36CE-4BB8-92D2-97874B665DBA}" type="presOf" srcId="{0C327A1C-9F23-4E3F-812C-83D836037646}" destId="{23E69820-9D2B-407D-9DC1-D14719AFCB8B}" srcOrd="0" destOrd="0" presId="urn:microsoft.com/office/officeart/2005/8/layout/orgChart1"/>
    <dgm:cxn modelId="{CBB0457D-50CE-41CA-BD23-513C73DC278E}" type="presOf" srcId="{654D8488-DE31-45C3-995D-8E478407E24F}" destId="{8C792C0F-B37E-4C3A-8A12-4808B60AB3F4}" srcOrd="0" destOrd="0" presId="urn:microsoft.com/office/officeart/2005/8/layout/orgChart1"/>
    <dgm:cxn modelId="{5F8B5686-493E-4980-8E36-D27C99BC5288}" type="presOf" srcId="{AD2589DB-B2EF-4E81-83D9-5C2AE6F752FE}" destId="{9C735B33-4080-4414-BA38-B3374E19AC92}" srcOrd="1" destOrd="0" presId="urn:microsoft.com/office/officeart/2005/8/layout/orgChart1"/>
    <dgm:cxn modelId="{0771CD90-AE2D-4811-8FE9-D29DA58D81B7}" srcId="{0C327A1C-9F23-4E3F-812C-83D836037646}" destId="{AD2589DB-B2EF-4E81-83D9-5C2AE6F752FE}" srcOrd="1" destOrd="0" parTransId="{598E92DD-A448-42D3-9A85-7889C8597F32}" sibTransId="{23DA4D7A-D29A-4A2E-A517-0C68C484E224}"/>
    <dgm:cxn modelId="{99071F92-DEDD-4855-A758-6AD378FA41FD}" srcId="{AD2589DB-B2EF-4E81-83D9-5C2AE6F752FE}" destId="{67AFC8C5-1D48-4CD5-9F8E-B307C3E70A19}" srcOrd="0" destOrd="0" parTransId="{4D5B82D6-9F1E-49AE-A26A-05FD58D1FD0C}" sibTransId="{1AD3A1B9-C94A-4D43-8973-F03B1BCC94EE}"/>
    <dgm:cxn modelId="{29E0F898-9EF0-4DDA-AB1B-F9F4C276D090}" srcId="{F3369302-9FED-4B41-BB5E-D5B23A99D1FC}" destId="{8F817DCE-57F6-4A6A-8E33-6E18056C2061}" srcOrd="0" destOrd="0" parTransId="{E001C5AA-02A6-476D-BE9C-848CE5705908}" sibTransId="{4F319841-668A-48E8-B782-791294707BD4}"/>
    <dgm:cxn modelId="{6033A79F-6AE4-46C2-986A-EB41975B3E8C}" type="presOf" srcId="{4D5B82D6-9F1E-49AE-A26A-05FD58D1FD0C}" destId="{9443F175-79ED-4801-ABA8-12D56EB3A67A}" srcOrd="0" destOrd="0" presId="urn:microsoft.com/office/officeart/2005/8/layout/orgChart1"/>
    <dgm:cxn modelId="{8B3983A5-0A4B-43FF-BFE8-7BBD52D74E1C}" type="presOf" srcId="{D00DDEB9-B92E-4EF7-A8D2-7F5EC334B473}" destId="{19360F85-1A5A-404F-AEE4-543BB4EB6C65}" srcOrd="0" destOrd="0" presId="urn:microsoft.com/office/officeart/2005/8/layout/orgChart1"/>
    <dgm:cxn modelId="{D1F120AE-CC14-421A-95F8-097C2C8A4121}" type="presOf" srcId="{E0320DE6-8474-4642-99A1-A947381DCB7D}" destId="{52450797-9FE0-4FBF-977D-86B65135E598}" srcOrd="0" destOrd="0" presId="urn:microsoft.com/office/officeart/2005/8/layout/orgChart1"/>
    <dgm:cxn modelId="{E29AE3AE-F658-470D-B81B-B818F1032935}" type="presOf" srcId="{E7DA743C-94C5-4346-9F62-7D716958C17C}" destId="{992F90B7-FF0A-47FA-A1AD-BCC717C50A8B}" srcOrd="0" destOrd="0" presId="urn:microsoft.com/office/officeart/2005/8/layout/orgChart1"/>
    <dgm:cxn modelId="{A5CA56B7-A475-4F3F-9D24-091805D34C06}" type="presOf" srcId="{8F817DCE-57F6-4A6A-8E33-6E18056C2061}" destId="{F28B6756-DAF8-4066-B205-16E03413DDAF}" srcOrd="0" destOrd="0" presId="urn:microsoft.com/office/officeart/2005/8/layout/orgChart1"/>
    <dgm:cxn modelId="{38C49FB9-BDC0-409C-96F8-5B1325FA5B13}" type="presOf" srcId="{B61C17CA-C057-4ACE-86E3-6122F3873D6D}" destId="{A8D24517-65C5-48F3-94AF-B583CE54C400}" srcOrd="0" destOrd="0" presId="urn:microsoft.com/office/officeart/2005/8/layout/orgChart1"/>
    <dgm:cxn modelId="{233FDABA-5800-4C3B-AA1A-E8C7313DE234}" type="presOf" srcId="{C77A459E-79B2-43FD-935C-792FA92B9577}" destId="{68E0C939-0117-48C4-A0EA-687CA3AE6B3D}" srcOrd="0" destOrd="0" presId="urn:microsoft.com/office/officeart/2005/8/layout/orgChart1"/>
    <dgm:cxn modelId="{23218FBD-2D72-4921-91CA-675367E8460B}" type="presOf" srcId="{389705E3-94D3-40EE-949E-6C65BEC0E418}" destId="{4D09FDE1-8094-4BAF-8618-E8FC853E0BF2}" srcOrd="1" destOrd="0" presId="urn:microsoft.com/office/officeart/2005/8/layout/orgChart1"/>
    <dgm:cxn modelId="{1878A4C3-08A3-47DB-9728-A5740CEF7396}" type="presOf" srcId="{C2EAEC25-7E5E-46CC-8FCD-B79D22FFC4B6}" destId="{84B97812-66FD-4F61-9DFB-DF565D0A717F}" srcOrd="0" destOrd="0" presId="urn:microsoft.com/office/officeart/2005/8/layout/orgChart1"/>
    <dgm:cxn modelId="{ACBA61CB-D04A-4BD2-B094-E94FE9A83EE2}" srcId="{0C327A1C-9F23-4E3F-812C-83D836037646}" destId="{389705E3-94D3-40EE-949E-6C65BEC0E418}" srcOrd="2" destOrd="0" parTransId="{E7DA743C-94C5-4346-9F62-7D716958C17C}" sibTransId="{0CB17746-47EE-4C04-89C5-D39C98AD9F6A}"/>
    <dgm:cxn modelId="{14DF23CF-EBBE-4342-8028-4B86A085F436}" srcId="{67AFC8C5-1D48-4CD5-9F8E-B307C3E70A19}" destId="{654D8488-DE31-45C3-995D-8E478407E24F}" srcOrd="1" destOrd="0" parTransId="{D00DDEB9-B92E-4EF7-A8D2-7F5EC334B473}" sibTransId="{4A4B911C-AA29-44D9-9EA5-DD3ED4455595}"/>
    <dgm:cxn modelId="{26E1F8CF-95E2-43C5-A848-BC9B34CD18B8}" srcId="{67AFC8C5-1D48-4CD5-9F8E-B307C3E70A19}" destId="{FE2E1491-F6EA-4194-926B-BC266D710A4A}" srcOrd="0" destOrd="0" parTransId="{E0320DE6-8474-4642-99A1-A947381DCB7D}" sibTransId="{EAA54090-AAF8-48C6-8F34-4BDD104CB16E}"/>
    <dgm:cxn modelId="{B6CF9ED4-79D3-4409-8AC5-8F6E9D664340}" srcId="{F3369302-9FED-4B41-BB5E-D5B23A99D1FC}" destId="{C77A459E-79B2-43FD-935C-792FA92B9577}" srcOrd="1" destOrd="0" parTransId="{B61C17CA-C057-4ACE-86E3-6122F3873D6D}" sibTransId="{696B892F-46F3-471E-9C3C-41F6B97B7737}"/>
    <dgm:cxn modelId="{E59F61D5-EB21-4287-A855-A06F9F054D27}" type="presOf" srcId="{FE2E1491-F6EA-4194-926B-BC266D710A4A}" destId="{3E782AF0-88B4-4A5B-B3E1-93364DE861C8}" srcOrd="1" destOrd="0" presId="urn:microsoft.com/office/officeart/2005/8/layout/orgChart1"/>
    <dgm:cxn modelId="{7A3286DB-464D-447A-9146-2A673B17B383}" srcId="{AD2589DB-B2EF-4E81-83D9-5C2AE6F752FE}" destId="{F3369302-9FED-4B41-BB5E-D5B23A99D1FC}" srcOrd="1" destOrd="0" parTransId="{3AA4D164-2096-4435-8265-EDD1CB0DD078}" sibTransId="{072A5381-ED26-47AF-86E5-0902BA2D1966}"/>
    <dgm:cxn modelId="{7949FDE2-BA42-4B70-935D-1576E99F2F65}" type="presOf" srcId="{654D8488-DE31-45C3-995D-8E478407E24F}" destId="{A9394A03-8E5C-4FFC-BCEA-285D62300F25}" srcOrd="1" destOrd="0" presId="urn:microsoft.com/office/officeart/2005/8/layout/orgChart1"/>
    <dgm:cxn modelId="{30ACD7E8-7354-4C3A-98C3-9690CA83A4DE}" type="presOf" srcId="{AD2589DB-B2EF-4E81-83D9-5C2AE6F752FE}" destId="{6610462E-37E5-45A9-9C06-0B1415053D9B}" srcOrd="0" destOrd="0" presId="urn:microsoft.com/office/officeart/2005/8/layout/orgChart1"/>
    <dgm:cxn modelId="{7478E9F8-836D-4471-83DA-2D054194F001}" type="presOf" srcId="{C77A459E-79B2-43FD-935C-792FA92B9577}" destId="{D9CBDD22-4022-4FF0-8B3A-837FE1F5D6E3}" srcOrd="1" destOrd="0" presId="urn:microsoft.com/office/officeart/2005/8/layout/orgChart1"/>
    <dgm:cxn modelId="{F967DDF9-DF82-4891-8CB8-125FC36B64F6}" type="presOf" srcId="{8F817DCE-57F6-4A6A-8E33-6E18056C2061}" destId="{7100599F-4A46-4383-865C-EAB6E3A099D5}" srcOrd="1" destOrd="0" presId="urn:microsoft.com/office/officeart/2005/8/layout/orgChart1"/>
    <dgm:cxn modelId="{B1A27E5D-1345-4BC4-8DA3-967D0E243820}" type="presParOf" srcId="{FE686DB1-C43A-4872-ACD1-6E3EB9317E49}" destId="{FB76C16E-98C5-42FA-BC0C-616A70656D25}" srcOrd="0" destOrd="0" presId="urn:microsoft.com/office/officeart/2005/8/layout/orgChart1"/>
    <dgm:cxn modelId="{82B37887-1D6A-45C9-8291-2B573582FF6F}" type="presParOf" srcId="{FB76C16E-98C5-42FA-BC0C-616A70656D25}" destId="{BFDF9802-E5E5-4A33-9FB2-3E1EAB7D3821}" srcOrd="0" destOrd="0" presId="urn:microsoft.com/office/officeart/2005/8/layout/orgChart1"/>
    <dgm:cxn modelId="{18C4FB3C-1F28-428F-99C3-21A31CB9763C}" type="presParOf" srcId="{BFDF9802-E5E5-4A33-9FB2-3E1EAB7D3821}" destId="{23E69820-9D2B-407D-9DC1-D14719AFCB8B}" srcOrd="0" destOrd="0" presId="urn:microsoft.com/office/officeart/2005/8/layout/orgChart1"/>
    <dgm:cxn modelId="{7BC3D822-5D78-4DC2-A225-7441EEB9EDB2}" type="presParOf" srcId="{BFDF9802-E5E5-4A33-9FB2-3E1EAB7D3821}" destId="{DBC446A9-964A-43D3-8028-10E4CBCE6E13}" srcOrd="1" destOrd="0" presId="urn:microsoft.com/office/officeart/2005/8/layout/orgChart1"/>
    <dgm:cxn modelId="{D58FB16E-02D7-4FFC-BB0B-8DC00BB859DD}" type="presParOf" srcId="{FB76C16E-98C5-42FA-BC0C-616A70656D25}" destId="{2BE355B4-6844-4624-8291-90D542619896}" srcOrd="1" destOrd="0" presId="urn:microsoft.com/office/officeart/2005/8/layout/orgChart1"/>
    <dgm:cxn modelId="{8DD03A40-670E-4073-BF45-E227E2DEAA05}" type="presParOf" srcId="{2BE355B4-6844-4624-8291-90D542619896}" destId="{84B97812-66FD-4F61-9DFB-DF565D0A717F}" srcOrd="0" destOrd="0" presId="urn:microsoft.com/office/officeart/2005/8/layout/orgChart1"/>
    <dgm:cxn modelId="{D969B3AA-9634-464E-9ACF-FD6FBADDFB06}" type="presParOf" srcId="{2BE355B4-6844-4624-8291-90D542619896}" destId="{CC1F90A1-2382-4DE4-AE1F-AA5460964848}" srcOrd="1" destOrd="0" presId="urn:microsoft.com/office/officeart/2005/8/layout/orgChart1"/>
    <dgm:cxn modelId="{0DA13D7F-B88F-4933-80C5-EB2EA5B81364}" type="presParOf" srcId="{CC1F90A1-2382-4DE4-AE1F-AA5460964848}" destId="{75E058DC-EF94-41DD-8E49-0C91CBA141CA}" srcOrd="0" destOrd="0" presId="urn:microsoft.com/office/officeart/2005/8/layout/orgChart1"/>
    <dgm:cxn modelId="{1FEC6917-742F-48BB-B841-EC4E051C1E7D}" type="presParOf" srcId="{75E058DC-EF94-41DD-8E49-0C91CBA141CA}" destId="{54EA6440-3D63-4CAF-80F4-434999966C8F}" srcOrd="0" destOrd="0" presId="urn:microsoft.com/office/officeart/2005/8/layout/orgChart1"/>
    <dgm:cxn modelId="{F6DAD956-741F-4004-803A-C18013AD8ABC}" type="presParOf" srcId="{75E058DC-EF94-41DD-8E49-0C91CBA141CA}" destId="{871CFD19-97F9-49F0-A58A-FD414C6583CA}" srcOrd="1" destOrd="0" presId="urn:microsoft.com/office/officeart/2005/8/layout/orgChart1"/>
    <dgm:cxn modelId="{D97F9876-3FCE-40AD-92A3-57ACE595636D}" type="presParOf" srcId="{CC1F90A1-2382-4DE4-AE1F-AA5460964848}" destId="{E3B858C6-5B49-43C2-A40C-02B846F34FB5}" srcOrd="1" destOrd="0" presId="urn:microsoft.com/office/officeart/2005/8/layout/orgChart1"/>
    <dgm:cxn modelId="{F5879D88-6A65-41F0-82DF-A8C398AA2B70}" type="presParOf" srcId="{CC1F90A1-2382-4DE4-AE1F-AA5460964848}" destId="{9900BB02-716A-48DC-8403-5B8B8358147C}" srcOrd="2" destOrd="0" presId="urn:microsoft.com/office/officeart/2005/8/layout/orgChart1"/>
    <dgm:cxn modelId="{47581E2B-BF3C-44E8-B893-16257F2C975E}" type="presParOf" srcId="{2BE355B4-6844-4624-8291-90D542619896}" destId="{30741CEB-6594-45E8-83EB-0A72E1A6D894}" srcOrd="2" destOrd="0" presId="urn:microsoft.com/office/officeart/2005/8/layout/orgChart1"/>
    <dgm:cxn modelId="{BB267BEB-94C1-4394-9994-FE72E2759CCE}" type="presParOf" srcId="{2BE355B4-6844-4624-8291-90D542619896}" destId="{B7466145-E515-43FD-81A2-EFB76FC17CED}" srcOrd="3" destOrd="0" presId="urn:microsoft.com/office/officeart/2005/8/layout/orgChart1"/>
    <dgm:cxn modelId="{C5FC14AD-D1BD-439E-920B-FCD7A7AFBD8B}" type="presParOf" srcId="{B7466145-E515-43FD-81A2-EFB76FC17CED}" destId="{03306531-EA94-4D8E-8EC7-50736E41C566}" srcOrd="0" destOrd="0" presId="urn:microsoft.com/office/officeart/2005/8/layout/orgChart1"/>
    <dgm:cxn modelId="{B8070F86-8F4D-44E1-A8F1-AE1AE049EB61}" type="presParOf" srcId="{03306531-EA94-4D8E-8EC7-50736E41C566}" destId="{6610462E-37E5-45A9-9C06-0B1415053D9B}" srcOrd="0" destOrd="0" presId="urn:microsoft.com/office/officeart/2005/8/layout/orgChart1"/>
    <dgm:cxn modelId="{E4DF6675-72C9-4F88-A4C9-04E2085C92FB}" type="presParOf" srcId="{03306531-EA94-4D8E-8EC7-50736E41C566}" destId="{9C735B33-4080-4414-BA38-B3374E19AC92}" srcOrd="1" destOrd="0" presId="urn:microsoft.com/office/officeart/2005/8/layout/orgChart1"/>
    <dgm:cxn modelId="{F1E3F52A-34A6-4B7F-852E-9090221FB464}" type="presParOf" srcId="{B7466145-E515-43FD-81A2-EFB76FC17CED}" destId="{25243F86-EFF7-41EE-969F-27D347B84F5C}" srcOrd="1" destOrd="0" presId="urn:microsoft.com/office/officeart/2005/8/layout/orgChart1"/>
    <dgm:cxn modelId="{C333B59F-35AA-4CA9-940A-A40458D51F7F}" type="presParOf" srcId="{25243F86-EFF7-41EE-969F-27D347B84F5C}" destId="{9443F175-79ED-4801-ABA8-12D56EB3A67A}" srcOrd="0" destOrd="0" presId="urn:microsoft.com/office/officeart/2005/8/layout/orgChart1"/>
    <dgm:cxn modelId="{E0BCD923-5561-41A0-82F5-3B56DD26B6A7}" type="presParOf" srcId="{25243F86-EFF7-41EE-969F-27D347B84F5C}" destId="{1F05B493-48C7-4FCD-A77E-F0C5557180A5}" srcOrd="1" destOrd="0" presId="urn:microsoft.com/office/officeart/2005/8/layout/orgChart1"/>
    <dgm:cxn modelId="{2DD2F269-8A1B-4338-B4B2-3B857147F025}" type="presParOf" srcId="{1F05B493-48C7-4FCD-A77E-F0C5557180A5}" destId="{7C95B667-9DB2-4EDF-B37E-AFDE0484EEB0}" srcOrd="0" destOrd="0" presId="urn:microsoft.com/office/officeart/2005/8/layout/orgChart1"/>
    <dgm:cxn modelId="{BC4616B8-9B0A-400D-825E-9133D225A243}" type="presParOf" srcId="{7C95B667-9DB2-4EDF-B37E-AFDE0484EEB0}" destId="{38D7F663-443E-4D19-B965-6EB0C51FEB4A}" srcOrd="0" destOrd="0" presId="urn:microsoft.com/office/officeart/2005/8/layout/orgChart1"/>
    <dgm:cxn modelId="{3EB5275E-377A-41A0-955D-20CE9BA127D2}" type="presParOf" srcId="{7C95B667-9DB2-4EDF-B37E-AFDE0484EEB0}" destId="{236966BE-DFB0-4A2F-B8C3-9178BE4D7C3B}" srcOrd="1" destOrd="0" presId="urn:microsoft.com/office/officeart/2005/8/layout/orgChart1"/>
    <dgm:cxn modelId="{AA075646-0CA1-4DA9-8E4E-5297AE6B0F57}" type="presParOf" srcId="{1F05B493-48C7-4FCD-A77E-F0C5557180A5}" destId="{A922505B-027F-4269-B128-CAE46F2B36C6}" srcOrd="1" destOrd="0" presId="urn:microsoft.com/office/officeart/2005/8/layout/orgChart1"/>
    <dgm:cxn modelId="{95BD734E-3812-4BA5-A7CB-215EDA060D3E}" type="presParOf" srcId="{A922505B-027F-4269-B128-CAE46F2B36C6}" destId="{52450797-9FE0-4FBF-977D-86B65135E598}" srcOrd="0" destOrd="0" presId="urn:microsoft.com/office/officeart/2005/8/layout/orgChart1"/>
    <dgm:cxn modelId="{AB2929BD-084D-436E-9631-4A5159F9DC44}" type="presParOf" srcId="{A922505B-027F-4269-B128-CAE46F2B36C6}" destId="{8A4D248D-6DD1-4E2D-8AF6-126FDEA6B8FA}" srcOrd="1" destOrd="0" presId="urn:microsoft.com/office/officeart/2005/8/layout/orgChart1"/>
    <dgm:cxn modelId="{03248352-4C76-4E73-AF55-9382123FA30C}" type="presParOf" srcId="{8A4D248D-6DD1-4E2D-8AF6-126FDEA6B8FA}" destId="{3F1A4442-DEDC-46F5-964D-008BB39E7B04}" srcOrd="0" destOrd="0" presId="urn:microsoft.com/office/officeart/2005/8/layout/orgChart1"/>
    <dgm:cxn modelId="{7A9B72EA-1008-418F-8ABB-7252798B455D}" type="presParOf" srcId="{3F1A4442-DEDC-46F5-964D-008BB39E7B04}" destId="{3BF264F2-AAD5-42AD-A92F-F05500F3CFB6}" srcOrd="0" destOrd="0" presId="urn:microsoft.com/office/officeart/2005/8/layout/orgChart1"/>
    <dgm:cxn modelId="{227E93A5-FA00-4A42-9A6C-1C44C42749AF}" type="presParOf" srcId="{3F1A4442-DEDC-46F5-964D-008BB39E7B04}" destId="{3E782AF0-88B4-4A5B-B3E1-93364DE861C8}" srcOrd="1" destOrd="0" presId="urn:microsoft.com/office/officeart/2005/8/layout/orgChart1"/>
    <dgm:cxn modelId="{41CD8BCB-6C1F-47F9-A375-AF7EAB846B1E}" type="presParOf" srcId="{8A4D248D-6DD1-4E2D-8AF6-126FDEA6B8FA}" destId="{73D42ED1-01C3-46AC-8BC7-4CB51F67A2C7}" srcOrd="1" destOrd="0" presId="urn:microsoft.com/office/officeart/2005/8/layout/orgChart1"/>
    <dgm:cxn modelId="{13AB5E1A-484B-47B6-8269-76093F7F653C}" type="presParOf" srcId="{8A4D248D-6DD1-4E2D-8AF6-126FDEA6B8FA}" destId="{C9541A3E-A4E9-42CA-9155-C2DB7EBDC734}" srcOrd="2" destOrd="0" presId="urn:microsoft.com/office/officeart/2005/8/layout/orgChart1"/>
    <dgm:cxn modelId="{F1A85568-D7C6-4C44-962D-58AFD5BD2AFC}" type="presParOf" srcId="{A922505B-027F-4269-B128-CAE46F2B36C6}" destId="{19360F85-1A5A-404F-AEE4-543BB4EB6C65}" srcOrd="2" destOrd="0" presId="urn:microsoft.com/office/officeart/2005/8/layout/orgChart1"/>
    <dgm:cxn modelId="{683AB434-9C6E-4676-AF57-462494009C9B}" type="presParOf" srcId="{A922505B-027F-4269-B128-CAE46F2B36C6}" destId="{79F26F91-693C-4E28-BA37-AA40A756E03E}" srcOrd="3" destOrd="0" presId="urn:microsoft.com/office/officeart/2005/8/layout/orgChart1"/>
    <dgm:cxn modelId="{CA1C1B24-4A92-4458-82B2-EA4F137139CF}" type="presParOf" srcId="{79F26F91-693C-4E28-BA37-AA40A756E03E}" destId="{B12A89C1-7D72-4CEA-873E-9744664D8C46}" srcOrd="0" destOrd="0" presId="urn:microsoft.com/office/officeart/2005/8/layout/orgChart1"/>
    <dgm:cxn modelId="{7E3068CA-B7F3-4C74-82CF-79C40CE68587}" type="presParOf" srcId="{B12A89C1-7D72-4CEA-873E-9744664D8C46}" destId="{8C792C0F-B37E-4C3A-8A12-4808B60AB3F4}" srcOrd="0" destOrd="0" presId="urn:microsoft.com/office/officeart/2005/8/layout/orgChart1"/>
    <dgm:cxn modelId="{F707AB63-00E3-4E70-9A1C-9EE2428F365B}" type="presParOf" srcId="{B12A89C1-7D72-4CEA-873E-9744664D8C46}" destId="{A9394A03-8E5C-4FFC-BCEA-285D62300F25}" srcOrd="1" destOrd="0" presId="urn:microsoft.com/office/officeart/2005/8/layout/orgChart1"/>
    <dgm:cxn modelId="{54F42646-6EAD-4872-8F05-2D906607AB86}" type="presParOf" srcId="{79F26F91-693C-4E28-BA37-AA40A756E03E}" destId="{4A28573C-24AB-4233-95FA-47BEF708A6FE}" srcOrd="1" destOrd="0" presId="urn:microsoft.com/office/officeart/2005/8/layout/orgChart1"/>
    <dgm:cxn modelId="{06AE08CB-5028-4986-AD3A-46B047650717}" type="presParOf" srcId="{79F26F91-693C-4E28-BA37-AA40A756E03E}" destId="{F16669FD-8E87-4108-8FB8-E3401CA645DC}" srcOrd="2" destOrd="0" presId="urn:microsoft.com/office/officeart/2005/8/layout/orgChart1"/>
    <dgm:cxn modelId="{DEB3E682-6644-4ED5-B1FD-1C37930E1D32}" type="presParOf" srcId="{1F05B493-48C7-4FCD-A77E-F0C5557180A5}" destId="{B59C0D2D-4CFE-4042-9908-7C754819B0F0}" srcOrd="2" destOrd="0" presId="urn:microsoft.com/office/officeart/2005/8/layout/orgChart1"/>
    <dgm:cxn modelId="{6465E924-3C38-41FC-99BA-387C7E704149}" type="presParOf" srcId="{25243F86-EFF7-41EE-969F-27D347B84F5C}" destId="{984C62D1-7994-4E37-AD97-42BB0EC346EA}" srcOrd="2" destOrd="0" presId="urn:microsoft.com/office/officeart/2005/8/layout/orgChart1"/>
    <dgm:cxn modelId="{8D4F804D-DD78-4862-AECC-CD3372465CE2}" type="presParOf" srcId="{25243F86-EFF7-41EE-969F-27D347B84F5C}" destId="{E44B298B-E26D-4D47-AC7E-B65CD752D0AD}" srcOrd="3" destOrd="0" presId="urn:microsoft.com/office/officeart/2005/8/layout/orgChart1"/>
    <dgm:cxn modelId="{2CAB453F-9860-45C1-824D-DA331C4525E8}" type="presParOf" srcId="{E44B298B-E26D-4D47-AC7E-B65CD752D0AD}" destId="{44F959AE-0EAE-4671-98F0-9A6E675DF413}" srcOrd="0" destOrd="0" presId="urn:microsoft.com/office/officeart/2005/8/layout/orgChart1"/>
    <dgm:cxn modelId="{08C26305-30C8-4FD3-B2E6-4B8C1248BF2D}" type="presParOf" srcId="{44F959AE-0EAE-4671-98F0-9A6E675DF413}" destId="{86A8A0B3-D5AB-4530-B4F6-7DCC4E34D78F}" srcOrd="0" destOrd="0" presId="urn:microsoft.com/office/officeart/2005/8/layout/orgChart1"/>
    <dgm:cxn modelId="{4B1A3F04-D17C-462C-B166-98C9B209CBE8}" type="presParOf" srcId="{44F959AE-0EAE-4671-98F0-9A6E675DF413}" destId="{F88FB658-BE5E-448D-9D6A-DDDA33D34DF8}" srcOrd="1" destOrd="0" presId="urn:microsoft.com/office/officeart/2005/8/layout/orgChart1"/>
    <dgm:cxn modelId="{448F2024-92B1-43BA-A54C-886BB9542FAC}" type="presParOf" srcId="{E44B298B-E26D-4D47-AC7E-B65CD752D0AD}" destId="{E378E724-8823-4F6D-B071-7A1DCFDCCDD1}" srcOrd="1" destOrd="0" presId="urn:microsoft.com/office/officeart/2005/8/layout/orgChart1"/>
    <dgm:cxn modelId="{1904F9B9-8D4C-42F1-AAC4-5C4895F463F0}" type="presParOf" srcId="{E378E724-8823-4F6D-B071-7A1DCFDCCDD1}" destId="{FD6566A9-5C73-4C44-A0C6-45720F37DC7E}" srcOrd="0" destOrd="0" presId="urn:microsoft.com/office/officeart/2005/8/layout/orgChart1"/>
    <dgm:cxn modelId="{2C52ACE8-2E29-4749-93A1-5E960A7BA35D}" type="presParOf" srcId="{E378E724-8823-4F6D-B071-7A1DCFDCCDD1}" destId="{C0661330-D321-4B23-A240-B30696FC582D}" srcOrd="1" destOrd="0" presId="urn:microsoft.com/office/officeart/2005/8/layout/orgChart1"/>
    <dgm:cxn modelId="{0AFD5AF8-31DB-4B56-A998-CF5D6CA9AE7B}" type="presParOf" srcId="{C0661330-D321-4B23-A240-B30696FC582D}" destId="{8E3D320A-B198-4FA5-A382-2F82AE51798D}" srcOrd="0" destOrd="0" presId="urn:microsoft.com/office/officeart/2005/8/layout/orgChart1"/>
    <dgm:cxn modelId="{E2581746-6581-45BA-A104-8A8BE0CB5E80}" type="presParOf" srcId="{8E3D320A-B198-4FA5-A382-2F82AE51798D}" destId="{F28B6756-DAF8-4066-B205-16E03413DDAF}" srcOrd="0" destOrd="0" presId="urn:microsoft.com/office/officeart/2005/8/layout/orgChart1"/>
    <dgm:cxn modelId="{DFC0C319-72FE-4A03-AB14-6378FC627ADE}" type="presParOf" srcId="{8E3D320A-B198-4FA5-A382-2F82AE51798D}" destId="{7100599F-4A46-4383-865C-EAB6E3A099D5}" srcOrd="1" destOrd="0" presId="urn:microsoft.com/office/officeart/2005/8/layout/orgChart1"/>
    <dgm:cxn modelId="{1675A3CC-1D93-47DA-8C6C-0737954FEBD4}" type="presParOf" srcId="{C0661330-D321-4B23-A240-B30696FC582D}" destId="{C2E9A1AB-9F7B-415B-AD4F-2CD0CB7FA52D}" srcOrd="1" destOrd="0" presId="urn:microsoft.com/office/officeart/2005/8/layout/orgChart1"/>
    <dgm:cxn modelId="{6E085327-D10B-4271-A641-3BE9E8FDB682}" type="presParOf" srcId="{C0661330-D321-4B23-A240-B30696FC582D}" destId="{13DD9703-74CC-4543-A198-84385103E772}" srcOrd="2" destOrd="0" presId="urn:microsoft.com/office/officeart/2005/8/layout/orgChart1"/>
    <dgm:cxn modelId="{EBA84406-24F9-4281-93B2-F719DE96A2A8}" type="presParOf" srcId="{E378E724-8823-4F6D-B071-7A1DCFDCCDD1}" destId="{A8D24517-65C5-48F3-94AF-B583CE54C400}" srcOrd="2" destOrd="0" presId="urn:microsoft.com/office/officeart/2005/8/layout/orgChart1"/>
    <dgm:cxn modelId="{19708D3C-C6E7-417F-9314-B7F146D69EC2}" type="presParOf" srcId="{E378E724-8823-4F6D-B071-7A1DCFDCCDD1}" destId="{C807D6A4-2498-4169-A59C-ABB7F0B220F5}" srcOrd="3" destOrd="0" presId="urn:microsoft.com/office/officeart/2005/8/layout/orgChart1"/>
    <dgm:cxn modelId="{A5D71B96-8F82-439F-9462-25FF7DEA9754}" type="presParOf" srcId="{C807D6A4-2498-4169-A59C-ABB7F0B220F5}" destId="{1C5BB5C3-DBCE-45D9-9F8F-F209D086BF74}" srcOrd="0" destOrd="0" presId="urn:microsoft.com/office/officeart/2005/8/layout/orgChart1"/>
    <dgm:cxn modelId="{BDF0D770-8A9F-496A-87F6-8CA7AF2F854A}" type="presParOf" srcId="{1C5BB5C3-DBCE-45D9-9F8F-F209D086BF74}" destId="{68E0C939-0117-48C4-A0EA-687CA3AE6B3D}" srcOrd="0" destOrd="0" presId="urn:microsoft.com/office/officeart/2005/8/layout/orgChart1"/>
    <dgm:cxn modelId="{2E37B5EF-D56B-4A44-BE26-7123023A0916}" type="presParOf" srcId="{1C5BB5C3-DBCE-45D9-9F8F-F209D086BF74}" destId="{D9CBDD22-4022-4FF0-8B3A-837FE1F5D6E3}" srcOrd="1" destOrd="0" presId="urn:microsoft.com/office/officeart/2005/8/layout/orgChart1"/>
    <dgm:cxn modelId="{CD7E76B2-ACE3-4E05-944F-CC953E17D8C1}" type="presParOf" srcId="{C807D6A4-2498-4169-A59C-ABB7F0B220F5}" destId="{1773EAE2-C431-4272-A80D-ECA3B5E6FD9A}" srcOrd="1" destOrd="0" presId="urn:microsoft.com/office/officeart/2005/8/layout/orgChart1"/>
    <dgm:cxn modelId="{9C558AEE-14ED-463B-A66F-9FD03AF74ADE}" type="presParOf" srcId="{C807D6A4-2498-4169-A59C-ABB7F0B220F5}" destId="{504196A7-5620-4D61-ABF1-E7A680E56CAE}" srcOrd="2" destOrd="0" presId="urn:microsoft.com/office/officeart/2005/8/layout/orgChart1"/>
    <dgm:cxn modelId="{717EED70-6A49-409C-BC8C-6B6521C891AF}" type="presParOf" srcId="{E44B298B-E26D-4D47-AC7E-B65CD752D0AD}" destId="{77923011-BB27-4A77-8D40-45A5770ADBD6}" srcOrd="2" destOrd="0" presId="urn:microsoft.com/office/officeart/2005/8/layout/orgChart1"/>
    <dgm:cxn modelId="{8FBA683A-33CD-49C8-B3CE-03C65267D452}" type="presParOf" srcId="{B7466145-E515-43FD-81A2-EFB76FC17CED}" destId="{790CA9AA-A281-455E-8B52-C64A2E6E4732}" srcOrd="2" destOrd="0" presId="urn:microsoft.com/office/officeart/2005/8/layout/orgChart1"/>
    <dgm:cxn modelId="{6E329652-2317-4741-98ED-E988210CB4BE}" type="presParOf" srcId="{2BE355B4-6844-4624-8291-90D542619896}" destId="{992F90B7-FF0A-47FA-A1AD-BCC717C50A8B}" srcOrd="4" destOrd="0" presId="urn:microsoft.com/office/officeart/2005/8/layout/orgChart1"/>
    <dgm:cxn modelId="{F88AD139-70C8-4A64-A004-227CA3F29910}" type="presParOf" srcId="{2BE355B4-6844-4624-8291-90D542619896}" destId="{A6BEFCCC-C0EF-4932-895D-48001B635E6A}" srcOrd="5" destOrd="0" presId="urn:microsoft.com/office/officeart/2005/8/layout/orgChart1"/>
    <dgm:cxn modelId="{7C192DAB-801A-40FE-95F8-883947E2988B}" type="presParOf" srcId="{A6BEFCCC-C0EF-4932-895D-48001B635E6A}" destId="{41EA4C14-FE1C-4FDA-898E-FB8AEF60709D}" srcOrd="0" destOrd="0" presId="urn:microsoft.com/office/officeart/2005/8/layout/orgChart1"/>
    <dgm:cxn modelId="{94C0C61D-4E4A-40F6-8CEA-2D638C4AC056}" type="presParOf" srcId="{41EA4C14-FE1C-4FDA-898E-FB8AEF60709D}" destId="{B1708EFA-3DFE-442A-A4D7-4FFC02EEF12B}" srcOrd="0" destOrd="0" presId="urn:microsoft.com/office/officeart/2005/8/layout/orgChart1"/>
    <dgm:cxn modelId="{B7E5A1EA-E659-4873-A9FD-C85D9B6D810C}" type="presParOf" srcId="{41EA4C14-FE1C-4FDA-898E-FB8AEF60709D}" destId="{4D09FDE1-8094-4BAF-8618-E8FC853E0BF2}" srcOrd="1" destOrd="0" presId="urn:microsoft.com/office/officeart/2005/8/layout/orgChart1"/>
    <dgm:cxn modelId="{E52FC39F-10E1-4412-A7BD-DA27F7680BF6}" type="presParOf" srcId="{A6BEFCCC-C0EF-4932-895D-48001B635E6A}" destId="{5B03D9F7-758C-49B3-8A72-0417E2AAFC62}" srcOrd="1" destOrd="0" presId="urn:microsoft.com/office/officeart/2005/8/layout/orgChart1"/>
    <dgm:cxn modelId="{C8756944-E7CA-4527-B414-E575812385F9}" type="presParOf" srcId="{A6BEFCCC-C0EF-4932-895D-48001B635E6A}" destId="{1043E4CA-01DA-4C62-ABA3-52925E10D598}" srcOrd="2" destOrd="0" presId="urn:microsoft.com/office/officeart/2005/8/layout/orgChart1"/>
    <dgm:cxn modelId="{34DB3A00-BB5F-4D8D-9074-BA27DE6B20A2}" type="presParOf" srcId="{FB76C16E-98C5-42FA-BC0C-616A70656D25}" destId="{80ED8061-4FF0-4DBA-B112-1369DF8A7470}"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AA4E2F66-037A-4363-9A80-1469BC386C2A}" type="doc">
      <dgm:prSet loTypeId="urn:microsoft.com/office/officeart/2005/8/layout/vList2" loCatId="list" qsTypeId="urn:microsoft.com/office/officeart/2005/8/quickstyle/simple1" qsCatId="simple" csTypeId="urn:microsoft.com/office/officeart/2005/8/colors/accent1_1" csCatId="accent1" phldr="1"/>
      <dgm:spPr/>
      <dgm:t>
        <a:bodyPr/>
        <a:lstStyle/>
        <a:p>
          <a:endParaRPr lang="en-US"/>
        </a:p>
      </dgm:t>
    </dgm:pt>
    <dgm:pt modelId="{71FBB12D-735C-4A0A-BF80-8E32AB4AB507}">
      <dgm:prSet custT="1"/>
      <dgm:spPr/>
      <dgm:t>
        <a:bodyPr/>
        <a:lstStyle/>
        <a:p>
          <a:pPr rtl="0"/>
          <a:r>
            <a:rPr lang="en-US" sz="2000"/>
            <a:t>Once upon a time, there lived four cows in the forest. Every day, they used to graze together in a particular place. </a:t>
          </a:r>
          <a:endParaRPr lang="en-GB" sz="2000"/>
        </a:p>
      </dgm:t>
    </dgm:pt>
    <dgm:pt modelId="{3BCAB771-277A-4C99-8D69-FC784F9FB0CF}" type="parTrans" cxnId="{E744F1A1-F709-4D25-A5DC-4DF9D5DD1339}">
      <dgm:prSet/>
      <dgm:spPr/>
      <dgm:t>
        <a:bodyPr/>
        <a:lstStyle/>
        <a:p>
          <a:endParaRPr lang="en-US" sz="2000"/>
        </a:p>
      </dgm:t>
    </dgm:pt>
    <dgm:pt modelId="{D397A050-9B61-4772-A0C5-B020E3A58239}" type="sibTrans" cxnId="{E744F1A1-F709-4D25-A5DC-4DF9D5DD1339}">
      <dgm:prSet/>
      <dgm:spPr/>
      <dgm:t>
        <a:bodyPr/>
        <a:lstStyle/>
        <a:p>
          <a:endParaRPr lang="en-US" sz="2000"/>
        </a:p>
      </dgm:t>
    </dgm:pt>
    <dgm:pt modelId="{77A935AB-D3AE-4277-AF28-FD48A18E1688}">
      <dgm:prSet custT="1"/>
      <dgm:spPr/>
      <dgm:t>
        <a:bodyPr/>
        <a:lstStyle/>
        <a:p>
          <a:pPr rtl="0"/>
          <a:r>
            <a:rPr lang="en-US" sz="2000"/>
            <a:t>One day a lion passed that way and saw the four cows. The lion went near the cows.</a:t>
          </a:r>
          <a:endParaRPr lang="en-GB" sz="2000"/>
        </a:p>
      </dgm:t>
    </dgm:pt>
    <dgm:pt modelId="{B178147E-17AC-4CF1-96F7-825AA404CD53}" type="parTrans" cxnId="{7A65C3E9-4F6E-438C-98F5-B1A3714AD190}">
      <dgm:prSet/>
      <dgm:spPr/>
      <dgm:t>
        <a:bodyPr/>
        <a:lstStyle/>
        <a:p>
          <a:endParaRPr lang="en-US" sz="2000"/>
        </a:p>
      </dgm:t>
    </dgm:pt>
    <dgm:pt modelId="{55D168A0-7C8A-4527-9938-4DF93A582D94}" type="sibTrans" cxnId="{7A65C3E9-4F6E-438C-98F5-B1A3714AD190}">
      <dgm:prSet/>
      <dgm:spPr/>
      <dgm:t>
        <a:bodyPr/>
        <a:lstStyle/>
        <a:p>
          <a:endParaRPr lang="en-US" sz="2000"/>
        </a:p>
      </dgm:t>
    </dgm:pt>
    <dgm:pt modelId="{C161D5CA-77F1-4B16-AE00-E190E2ACDEBB}">
      <dgm:prSet custT="1"/>
      <dgm:spPr/>
      <dgm:t>
        <a:bodyPr/>
        <a:lstStyle/>
        <a:p>
          <a:pPr rtl="0"/>
          <a:r>
            <a:rPr lang="en-US" sz="2000" dirty="0"/>
            <a:t>When the cows saw the lion coming near to them, all of them fought together against the lion.</a:t>
          </a:r>
          <a:endParaRPr lang="en-GB" sz="2000" dirty="0"/>
        </a:p>
      </dgm:t>
    </dgm:pt>
    <dgm:pt modelId="{CC0C2C0B-2B25-409F-BE60-0C15EF856453}" type="parTrans" cxnId="{F1E565AB-4D8A-4287-8106-D33708CD09B3}">
      <dgm:prSet/>
      <dgm:spPr/>
      <dgm:t>
        <a:bodyPr/>
        <a:lstStyle/>
        <a:p>
          <a:endParaRPr lang="en-US" sz="2000"/>
        </a:p>
      </dgm:t>
    </dgm:pt>
    <dgm:pt modelId="{12A0452F-DCEC-464B-A674-0EC4DEA3F07E}" type="sibTrans" cxnId="{F1E565AB-4D8A-4287-8106-D33708CD09B3}">
      <dgm:prSet/>
      <dgm:spPr/>
      <dgm:t>
        <a:bodyPr/>
        <a:lstStyle/>
        <a:p>
          <a:endParaRPr lang="en-US" sz="2000"/>
        </a:p>
      </dgm:t>
    </dgm:pt>
    <dgm:pt modelId="{9E91FAC6-82A6-4C2F-8207-E06447418613}">
      <dgm:prSet custT="1"/>
      <dgm:spPr/>
      <dgm:t>
        <a:bodyPr/>
        <a:lstStyle/>
        <a:p>
          <a:pPr rtl="0"/>
          <a:r>
            <a:rPr lang="en-US" sz="2000"/>
            <a:t>The Lion ran away.</a:t>
          </a:r>
          <a:endParaRPr lang="en-GB" sz="2000"/>
        </a:p>
      </dgm:t>
    </dgm:pt>
    <dgm:pt modelId="{BAFDB447-7C34-42D9-AE45-1CF46F7404AF}" type="parTrans" cxnId="{44B7FD04-4A48-42F6-90F4-58C98BA8F7AB}">
      <dgm:prSet/>
      <dgm:spPr/>
      <dgm:t>
        <a:bodyPr/>
        <a:lstStyle/>
        <a:p>
          <a:endParaRPr lang="en-US" sz="2000"/>
        </a:p>
      </dgm:t>
    </dgm:pt>
    <dgm:pt modelId="{FFCBFAE9-90B3-466E-9F24-BED3D91B92BA}" type="sibTrans" cxnId="{44B7FD04-4A48-42F6-90F4-58C98BA8F7AB}">
      <dgm:prSet/>
      <dgm:spPr/>
      <dgm:t>
        <a:bodyPr/>
        <a:lstStyle/>
        <a:p>
          <a:endParaRPr lang="en-US" sz="2000"/>
        </a:p>
      </dgm:t>
    </dgm:pt>
    <dgm:pt modelId="{578E230B-FA1C-4F73-96E5-18E85F728908}">
      <dgm:prSet custT="1"/>
      <dgm:spPr/>
      <dgm:t>
        <a:bodyPr/>
        <a:lstStyle/>
        <a:p>
          <a:pPr rtl="0"/>
          <a:r>
            <a:rPr lang="en-US" sz="2000"/>
            <a:t>After some days, the cows quarreled with each other and began to graze in different directions and all alone.</a:t>
          </a:r>
          <a:endParaRPr lang="en-GB" sz="2000"/>
        </a:p>
      </dgm:t>
    </dgm:pt>
    <dgm:pt modelId="{05432E51-8FA9-4E11-A52A-4F0FBA15A70A}" type="parTrans" cxnId="{D234681B-0B5E-4689-B423-218BB9C5CC3F}">
      <dgm:prSet/>
      <dgm:spPr/>
      <dgm:t>
        <a:bodyPr/>
        <a:lstStyle/>
        <a:p>
          <a:endParaRPr lang="en-US" sz="2000"/>
        </a:p>
      </dgm:t>
    </dgm:pt>
    <dgm:pt modelId="{2B9C187C-9652-4164-9FD4-AB211C8E5971}" type="sibTrans" cxnId="{D234681B-0B5E-4689-B423-218BB9C5CC3F}">
      <dgm:prSet/>
      <dgm:spPr/>
      <dgm:t>
        <a:bodyPr/>
        <a:lstStyle/>
        <a:p>
          <a:endParaRPr lang="en-US" sz="2000"/>
        </a:p>
      </dgm:t>
    </dgm:pt>
    <dgm:pt modelId="{F9C69667-0F8E-44AF-8228-B1F6C3D43669}">
      <dgm:prSet custT="1"/>
      <dgm:spPr/>
      <dgm:t>
        <a:bodyPr/>
        <a:lstStyle/>
        <a:p>
          <a:pPr rtl="0"/>
          <a:r>
            <a:rPr lang="en-US" sz="2000" dirty="0"/>
            <a:t>This was noticed by the lion. The lion thought that its turn had come and came there.</a:t>
          </a:r>
          <a:endParaRPr lang="en-GB" sz="2000" dirty="0"/>
        </a:p>
      </dgm:t>
    </dgm:pt>
    <dgm:pt modelId="{09320D38-7478-488A-B836-63C2F91E2777}" type="parTrans" cxnId="{9949D8D4-489D-41BF-AFFB-63BF2463534E}">
      <dgm:prSet/>
      <dgm:spPr/>
      <dgm:t>
        <a:bodyPr/>
        <a:lstStyle/>
        <a:p>
          <a:endParaRPr lang="en-US" sz="2000"/>
        </a:p>
      </dgm:t>
    </dgm:pt>
    <dgm:pt modelId="{0C59D9F9-3076-4EDB-8CE7-E91A1BD144EF}" type="sibTrans" cxnId="{9949D8D4-489D-41BF-AFFB-63BF2463534E}">
      <dgm:prSet/>
      <dgm:spPr/>
      <dgm:t>
        <a:bodyPr/>
        <a:lstStyle/>
        <a:p>
          <a:endParaRPr lang="en-US" sz="2000"/>
        </a:p>
      </dgm:t>
    </dgm:pt>
    <dgm:pt modelId="{1E05890E-498E-4D16-82ED-103B39CA0574}">
      <dgm:prSet custT="1"/>
      <dgm:spPr/>
      <dgm:t>
        <a:bodyPr/>
        <a:lstStyle/>
        <a:p>
          <a:pPr rtl="0"/>
          <a:r>
            <a:rPr lang="en-US" sz="2000" dirty="0"/>
            <a:t>The lion killed all the four cows one by one.</a:t>
          </a:r>
          <a:endParaRPr lang="en-GB" sz="2000" dirty="0"/>
        </a:p>
      </dgm:t>
    </dgm:pt>
    <dgm:pt modelId="{E8E9B2B9-5DA5-4F76-AA97-C3959E76228D}" type="parTrans" cxnId="{8421FC14-579B-4A08-9E1A-1F09D830ABB1}">
      <dgm:prSet/>
      <dgm:spPr/>
      <dgm:t>
        <a:bodyPr/>
        <a:lstStyle/>
        <a:p>
          <a:endParaRPr lang="en-US" sz="2000"/>
        </a:p>
      </dgm:t>
    </dgm:pt>
    <dgm:pt modelId="{F8613884-F31D-44FC-B96D-D7010C9C6127}" type="sibTrans" cxnId="{8421FC14-579B-4A08-9E1A-1F09D830ABB1}">
      <dgm:prSet/>
      <dgm:spPr/>
      <dgm:t>
        <a:bodyPr/>
        <a:lstStyle/>
        <a:p>
          <a:endParaRPr lang="en-US" sz="2000"/>
        </a:p>
      </dgm:t>
    </dgm:pt>
    <dgm:pt modelId="{75CC44A1-2967-4FEC-A4A8-96E424550979}">
      <dgm:prSet custT="1"/>
      <dgm:spPr/>
      <dgm:t>
        <a:bodyPr/>
        <a:lstStyle/>
        <a:p>
          <a:pPr rtl="0"/>
          <a:r>
            <a:rPr lang="en-US" sz="2000"/>
            <a:t>Moral : Break the group of problems and Deal with them individually. </a:t>
          </a:r>
          <a:endParaRPr lang="en-GB" sz="2000"/>
        </a:p>
      </dgm:t>
    </dgm:pt>
    <dgm:pt modelId="{D04F9A28-4751-4071-82F9-4001A31ED077}" type="parTrans" cxnId="{525C9873-49AF-4040-8B2C-A39B5DEB7611}">
      <dgm:prSet/>
      <dgm:spPr/>
      <dgm:t>
        <a:bodyPr/>
        <a:lstStyle/>
        <a:p>
          <a:endParaRPr lang="en-US" sz="2000"/>
        </a:p>
      </dgm:t>
    </dgm:pt>
    <dgm:pt modelId="{002B4E57-F1AB-4DDE-A54D-16D75A8ABD0A}" type="sibTrans" cxnId="{525C9873-49AF-4040-8B2C-A39B5DEB7611}">
      <dgm:prSet/>
      <dgm:spPr/>
      <dgm:t>
        <a:bodyPr/>
        <a:lstStyle/>
        <a:p>
          <a:endParaRPr lang="en-US" sz="2000"/>
        </a:p>
      </dgm:t>
    </dgm:pt>
    <dgm:pt modelId="{23158B85-E2E3-4A46-8CC7-4EED6843B0ED}" type="pres">
      <dgm:prSet presAssocID="{AA4E2F66-037A-4363-9A80-1469BC386C2A}" presName="linear" presStyleCnt="0">
        <dgm:presLayoutVars>
          <dgm:animLvl val="lvl"/>
          <dgm:resizeHandles val="exact"/>
        </dgm:presLayoutVars>
      </dgm:prSet>
      <dgm:spPr/>
    </dgm:pt>
    <dgm:pt modelId="{E36278F1-FF33-4C74-A36A-2F5F6EC67E51}" type="pres">
      <dgm:prSet presAssocID="{71FBB12D-735C-4A0A-BF80-8E32AB4AB507}" presName="parentText" presStyleLbl="node1" presStyleIdx="0" presStyleCnt="8">
        <dgm:presLayoutVars>
          <dgm:chMax val="0"/>
          <dgm:bulletEnabled val="1"/>
        </dgm:presLayoutVars>
      </dgm:prSet>
      <dgm:spPr/>
    </dgm:pt>
    <dgm:pt modelId="{BD83AE00-5308-435F-B91A-396C3E14ABB0}" type="pres">
      <dgm:prSet presAssocID="{D397A050-9B61-4772-A0C5-B020E3A58239}" presName="spacer" presStyleCnt="0"/>
      <dgm:spPr/>
    </dgm:pt>
    <dgm:pt modelId="{01736AC1-01AD-4814-B42F-6A610223D5F7}" type="pres">
      <dgm:prSet presAssocID="{77A935AB-D3AE-4277-AF28-FD48A18E1688}" presName="parentText" presStyleLbl="node1" presStyleIdx="1" presStyleCnt="8">
        <dgm:presLayoutVars>
          <dgm:chMax val="0"/>
          <dgm:bulletEnabled val="1"/>
        </dgm:presLayoutVars>
      </dgm:prSet>
      <dgm:spPr/>
    </dgm:pt>
    <dgm:pt modelId="{A5F13B6E-7977-4132-8CB7-61BE96CA3414}" type="pres">
      <dgm:prSet presAssocID="{55D168A0-7C8A-4527-9938-4DF93A582D94}" presName="spacer" presStyleCnt="0"/>
      <dgm:spPr/>
    </dgm:pt>
    <dgm:pt modelId="{999B086F-A2E9-4255-A1A6-AF60338E05C4}" type="pres">
      <dgm:prSet presAssocID="{C161D5CA-77F1-4B16-AE00-E190E2ACDEBB}" presName="parentText" presStyleLbl="node1" presStyleIdx="2" presStyleCnt="8">
        <dgm:presLayoutVars>
          <dgm:chMax val="0"/>
          <dgm:bulletEnabled val="1"/>
        </dgm:presLayoutVars>
      </dgm:prSet>
      <dgm:spPr/>
    </dgm:pt>
    <dgm:pt modelId="{8C2E181F-B5B0-430D-9FB8-CA9574F6A912}" type="pres">
      <dgm:prSet presAssocID="{12A0452F-DCEC-464B-A674-0EC4DEA3F07E}" presName="spacer" presStyleCnt="0"/>
      <dgm:spPr/>
    </dgm:pt>
    <dgm:pt modelId="{31D118B9-9C1B-445C-AE30-2178CE02C123}" type="pres">
      <dgm:prSet presAssocID="{9E91FAC6-82A6-4C2F-8207-E06447418613}" presName="parentText" presStyleLbl="node1" presStyleIdx="3" presStyleCnt="8">
        <dgm:presLayoutVars>
          <dgm:chMax val="0"/>
          <dgm:bulletEnabled val="1"/>
        </dgm:presLayoutVars>
      </dgm:prSet>
      <dgm:spPr/>
    </dgm:pt>
    <dgm:pt modelId="{314D8567-10F0-49A3-8CE5-51437C104173}" type="pres">
      <dgm:prSet presAssocID="{FFCBFAE9-90B3-466E-9F24-BED3D91B92BA}" presName="spacer" presStyleCnt="0"/>
      <dgm:spPr/>
    </dgm:pt>
    <dgm:pt modelId="{67DE16E0-FDED-44E0-AB39-7FEA05956DA3}" type="pres">
      <dgm:prSet presAssocID="{578E230B-FA1C-4F73-96E5-18E85F728908}" presName="parentText" presStyleLbl="node1" presStyleIdx="4" presStyleCnt="8">
        <dgm:presLayoutVars>
          <dgm:chMax val="0"/>
          <dgm:bulletEnabled val="1"/>
        </dgm:presLayoutVars>
      </dgm:prSet>
      <dgm:spPr/>
    </dgm:pt>
    <dgm:pt modelId="{0956AC11-829E-45AE-A398-0D730327391A}" type="pres">
      <dgm:prSet presAssocID="{2B9C187C-9652-4164-9FD4-AB211C8E5971}" presName="spacer" presStyleCnt="0"/>
      <dgm:spPr/>
    </dgm:pt>
    <dgm:pt modelId="{A7A47899-4BBC-49F9-B680-41DFF5274A83}" type="pres">
      <dgm:prSet presAssocID="{F9C69667-0F8E-44AF-8228-B1F6C3D43669}" presName="parentText" presStyleLbl="node1" presStyleIdx="5" presStyleCnt="8">
        <dgm:presLayoutVars>
          <dgm:chMax val="0"/>
          <dgm:bulletEnabled val="1"/>
        </dgm:presLayoutVars>
      </dgm:prSet>
      <dgm:spPr/>
    </dgm:pt>
    <dgm:pt modelId="{4EF60243-6264-47C7-A113-E52C792AB4D0}" type="pres">
      <dgm:prSet presAssocID="{0C59D9F9-3076-4EDB-8CE7-E91A1BD144EF}" presName="spacer" presStyleCnt="0"/>
      <dgm:spPr/>
    </dgm:pt>
    <dgm:pt modelId="{8FD24941-B726-4690-8E43-B8AC6390AE6C}" type="pres">
      <dgm:prSet presAssocID="{1E05890E-498E-4D16-82ED-103B39CA0574}" presName="parentText" presStyleLbl="node1" presStyleIdx="6" presStyleCnt="8">
        <dgm:presLayoutVars>
          <dgm:chMax val="0"/>
          <dgm:bulletEnabled val="1"/>
        </dgm:presLayoutVars>
      </dgm:prSet>
      <dgm:spPr/>
    </dgm:pt>
    <dgm:pt modelId="{198529DF-36F3-46DB-8136-10C68054B73F}" type="pres">
      <dgm:prSet presAssocID="{F8613884-F31D-44FC-B96D-D7010C9C6127}" presName="spacer" presStyleCnt="0"/>
      <dgm:spPr/>
    </dgm:pt>
    <dgm:pt modelId="{B5687753-8976-4128-9DA7-CD46332C57D8}" type="pres">
      <dgm:prSet presAssocID="{75CC44A1-2967-4FEC-A4A8-96E424550979}" presName="parentText" presStyleLbl="node1" presStyleIdx="7" presStyleCnt="8">
        <dgm:presLayoutVars>
          <dgm:chMax val="0"/>
          <dgm:bulletEnabled val="1"/>
        </dgm:presLayoutVars>
      </dgm:prSet>
      <dgm:spPr/>
    </dgm:pt>
  </dgm:ptLst>
  <dgm:cxnLst>
    <dgm:cxn modelId="{44B7FD04-4A48-42F6-90F4-58C98BA8F7AB}" srcId="{AA4E2F66-037A-4363-9A80-1469BC386C2A}" destId="{9E91FAC6-82A6-4C2F-8207-E06447418613}" srcOrd="3" destOrd="0" parTransId="{BAFDB447-7C34-42D9-AE45-1CF46F7404AF}" sibTransId="{FFCBFAE9-90B3-466E-9F24-BED3D91B92BA}"/>
    <dgm:cxn modelId="{8421FC14-579B-4A08-9E1A-1F09D830ABB1}" srcId="{AA4E2F66-037A-4363-9A80-1469BC386C2A}" destId="{1E05890E-498E-4D16-82ED-103B39CA0574}" srcOrd="6" destOrd="0" parTransId="{E8E9B2B9-5DA5-4F76-AA97-C3959E76228D}" sibTransId="{F8613884-F31D-44FC-B96D-D7010C9C6127}"/>
    <dgm:cxn modelId="{D234681B-0B5E-4689-B423-218BB9C5CC3F}" srcId="{AA4E2F66-037A-4363-9A80-1469BC386C2A}" destId="{578E230B-FA1C-4F73-96E5-18E85F728908}" srcOrd="4" destOrd="0" parTransId="{05432E51-8FA9-4E11-A52A-4F0FBA15A70A}" sibTransId="{2B9C187C-9652-4164-9FD4-AB211C8E5971}"/>
    <dgm:cxn modelId="{0D447C36-3FA4-4BA7-A293-18FBA862D72D}" type="presOf" srcId="{75CC44A1-2967-4FEC-A4A8-96E424550979}" destId="{B5687753-8976-4128-9DA7-CD46332C57D8}" srcOrd="0" destOrd="0" presId="urn:microsoft.com/office/officeart/2005/8/layout/vList2"/>
    <dgm:cxn modelId="{5DB02A62-4C2C-4257-9939-5638A3FF96B1}" type="presOf" srcId="{AA4E2F66-037A-4363-9A80-1469BC386C2A}" destId="{23158B85-E2E3-4A46-8CC7-4EED6843B0ED}" srcOrd="0" destOrd="0" presId="urn:microsoft.com/office/officeart/2005/8/layout/vList2"/>
    <dgm:cxn modelId="{5479F16D-7D9B-4B94-85E8-A4E38DE3F48E}" type="presOf" srcId="{C161D5CA-77F1-4B16-AE00-E190E2ACDEBB}" destId="{999B086F-A2E9-4255-A1A6-AF60338E05C4}" srcOrd="0" destOrd="0" presId="urn:microsoft.com/office/officeart/2005/8/layout/vList2"/>
    <dgm:cxn modelId="{525C9873-49AF-4040-8B2C-A39B5DEB7611}" srcId="{AA4E2F66-037A-4363-9A80-1469BC386C2A}" destId="{75CC44A1-2967-4FEC-A4A8-96E424550979}" srcOrd="7" destOrd="0" parTransId="{D04F9A28-4751-4071-82F9-4001A31ED077}" sibTransId="{002B4E57-F1AB-4DDE-A54D-16D75A8ABD0A}"/>
    <dgm:cxn modelId="{18A59B5A-F0BB-4D6C-88C3-E5DE174E102C}" type="presOf" srcId="{71FBB12D-735C-4A0A-BF80-8E32AB4AB507}" destId="{E36278F1-FF33-4C74-A36A-2F5F6EC67E51}" srcOrd="0" destOrd="0" presId="urn:microsoft.com/office/officeart/2005/8/layout/vList2"/>
    <dgm:cxn modelId="{1ADBA39C-13F5-4B3A-8976-BAFB3E7F2773}" type="presOf" srcId="{578E230B-FA1C-4F73-96E5-18E85F728908}" destId="{67DE16E0-FDED-44E0-AB39-7FEA05956DA3}" srcOrd="0" destOrd="0" presId="urn:microsoft.com/office/officeart/2005/8/layout/vList2"/>
    <dgm:cxn modelId="{1420B5A1-BC23-4E25-864C-ED6B6AF684BB}" type="presOf" srcId="{77A935AB-D3AE-4277-AF28-FD48A18E1688}" destId="{01736AC1-01AD-4814-B42F-6A610223D5F7}" srcOrd="0" destOrd="0" presId="urn:microsoft.com/office/officeart/2005/8/layout/vList2"/>
    <dgm:cxn modelId="{E744F1A1-F709-4D25-A5DC-4DF9D5DD1339}" srcId="{AA4E2F66-037A-4363-9A80-1469BC386C2A}" destId="{71FBB12D-735C-4A0A-BF80-8E32AB4AB507}" srcOrd="0" destOrd="0" parTransId="{3BCAB771-277A-4C99-8D69-FC784F9FB0CF}" sibTransId="{D397A050-9B61-4772-A0C5-B020E3A58239}"/>
    <dgm:cxn modelId="{F1E565AB-4D8A-4287-8106-D33708CD09B3}" srcId="{AA4E2F66-037A-4363-9A80-1469BC386C2A}" destId="{C161D5CA-77F1-4B16-AE00-E190E2ACDEBB}" srcOrd="2" destOrd="0" parTransId="{CC0C2C0B-2B25-409F-BE60-0C15EF856453}" sibTransId="{12A0452F-DCEC-464B-A674-0EC4DEA3F07E}"/>
    <dgm:cxn modelId="{9949D8D4-489D-41BF-AFFB-63BF2463534E}" srcId="{AA4E2F66-037A-4363-9A80-1469BC386C2A}" destId="{F9C69667-0F8E-44AF-8228-B1F6C3D43669}" srcOrd="5" destOrd="0" parTransId="{09320D38-7478-488A-B836-63C2F91E2777}" sibTransId="{0C59D9F9-3076-4EDB-8CE7-E91A1BD144EF}"/>
    <dgm:cxn modelId="{7A65C3E9-4F6E-438C-98F5-B1A3714AD190}" srcId="{AA4E2F66-037A-4363-9A80-1469BC386C2A}" destId="{77A935AB-D3AE-4277-AF28-FD48A18E1688}" srcOrd="1" destOrd="0" parTransId="{B178147E-17AC-4CF1-96F7-825AA404CD53}" sibTransId="{55D168A0-7C8A-4527-9938-4DF93A582D94}"/>
    <dgm:cxn modelId="{6EEB7EF1-EB95-4513-AB1D-0689D49DEB7E}" type="presOf" srcId="{F9C69667-0F8E-44AF-8228-B1F6C3D43669}" destId="{A7A47899-4BBC-49F9-B680-41DFF5274A83}" srcOrd="0" destOrd="0" presId="urn:microsoft.com/office/officeart/2005/8/layout/vList2"/>
    <dgm:cxn modelId="{ADB692F8-8357-46B5-B71E-519DB531F7C7}" type="presOf" srcId="{1E05890E-498E-4D16-82ED-103B39CA0574}" destId="{8FD24941-B726-4690-8E43-B8AC6390AE6C}" srcOrd="0" destOrd="0" presId="urn:microsoft.com/office/officeart/2005/8/layout/vList2"/>
    <dgm:cxn modelId="{70F22CFF-1E46-4334-AC97-69175E8A4012}" type="presOf" srcId="{9E91FAC6-82A6-4C2F-8207-E06447418613}" destId="{31D118B9-9C1B-445C-AE30-2178CE02C123}" srcOrd="0" destOrd="0" presId="urn:microsoft.com/office/officeart/2005/8/layout/vList2"/>
    <dgm:cxn modelId="{136A32F5-A6A9-44B5-9E6E-0FE855418200}" type="presParOf" srcId="{23158B85-E2E3-4A46-8CC7-4EED6843B0ED}" destId="{E36278F1-FF33-4C74-A36A-2F5F6EC67E51}" srcOrd="0" destOrd="0" presId="urn:microsoft.com/office/officeart/2005/8/layout/vList2"/>
    <dgm:cxn modelId="{B0BF56CA-1BDB-41E3-A96F-4CFF029E896E}" type="presParOf" srcId="{23158B85-E2E3-4A46-8CC7-4EED6843B0ED}" destId="{BD83AE00-5308-435F-B91A-396C3E14ABB0}" srcOrd="1" destOrd="0" presId="urn:microsoft.com/office/officeart/2005/8/layout/vList2"/>
    <dgm:cxn modelId="{20735B6E-9F6E-49A9-9C45-CB2E5588D02A}" type="presParOf" srcId="{23158B85-E2E3-4A46-8CC7-4EED6843B0ED}" destId="{01736AC1-01AD-4814-B42F-6A610223D5F7}" srcOrd="2" destOrd="0" presId="urn:microsoft.com/office/officeart/2005/8/layout/vList2"/>
    <dgm:cxn modelId="{42A9D595-82D5-4869-8462-17770FBC9D42}" type="presParOf" srcId="{23158B85-E2E3-4A46-8CC7-4EED6843B0ED}" destId="{A5F13B6E-7977-4132-8CB7-61BE96CA3414}" srcOrd="3" destOrd="0" presId="urn:microsoft.com/office/officeart/2005/8/layout/vList2"/>
    <dgm:cxn modelId="{97FC7EFF-0887-410A-BC7B-E0D311052F39}" type="presParOf" srcId="{23158B85-E2E3-4A46-8CC7-4EED6843B0ED}" destId="{999B086F-A2E9-4255-A1A6-AF60338E05C4}" srcOrd="4" destOrd="0" presId="urn:microsoft.com/office/officeart/2005/8/layout/vList2"/>
    <dgm:cxn modelId="{89D1175C-C8AE-48B9-A279-505905E6EC2F}" type="presParOf" srcId="{23158B85-E2E3-4A46-8CC7-4EED6843B0ED}" destId="{8C2E181F-B5B0-430D-9FB8-CA9574F6A912}" srcOrd="5" destOrd="0" presId="urn:microsoft.com/office/officeart/2005/8/layout/vList2"/>
    <dgm:cxn modelId="{7CF0C7E0-F4E5-49A0-B4F8-CC5A6EFD00E1}" type="presParOf" srcId="{23158B85-E2E3-4A46-8CC7-4EED6843B0ED}" destId="{31D118B9-9C1B-445C-AE30-2178CE02C123}" srcOrd="6" destOrd="0" presId="urn:microsoft.com/office/officeart/2005/8/layout/vList2"/>
    <dgm:cxn modelId="{A66DEDA7-2A4F-4AD9-AA24-520273FE1389}" type="presParOf" srcId="{23158B85-E2E3-4A46-8CC7-4EED6843B0ED}" destId="{314D8567-10F0-49A3-8CE5-51437C104173}" srcOrd="7" destOrd="0" presId="urn:microsoft.com/office/officeart/2005/8/layout/vList2"/>
    <dgm:cxn modelId="{FDA14D95-00CE-4CF9-9B24-05A62A0D3ACB}" type="presParOf" srcId="{23158B85-E2E3-4A46-8CC7-4EED6843B0ED}" destId="{67DE16E0-FDED-44E0-AB39-7FEA05956DA3}" srcOrd="8" destOrd="0" presId="urn:microsoft.com/office/officeart/2005/8/layout/vList2"/>
    <dgm:cxn modelId="{44B17C6B-9C4A-46ED-BE30-D924EDBC508B}" type="presParOf" srcId="{23158B85-E2E3-4A46-8CC7-4EED6843B0ED}" destId="{0956AC11-829E-45AE-A398-0D730327391A}" srcOrd="9" destOrd="0" presId="urn:microsoft.com/office/officeart/2005/8/layout/vList2"/>
    <dgm:cxn modelId="{BC73856D-D3B4-4E28-A7FD-EF0A2FC21033}" type="presParOf" srcId="{23158B85-E2E3-4A46-8CC7-4EED6843B0ED}" destId="{A7A47899-4BBC-49F9-B680-41DFF5274A83}" srcOrd="10" destOrd="0" presId="urn:microsoft.com/office/officeart/2005/8/layout/vList2"/>
    <dgm:cxn modelId="{4238BC3D-6487-4B42-A5DD-BD85EE57F618}" type="presParOf" srcId="{23158B85-E2E3-4A46-8CC7-4EED6843B0ED}" destId="{4EF60243-6264-47C7-A113-E52C792AB4D0}" srcOrd="11" destOrd="0" presId="urn:microsoft.com/office/officeart/2005/8/layout/vList2"/>
    <dgm:cxn modelId="{7C6CEB0A-EF0A-4CB3-991C-7EF921E201AF}" type="presParOf" srcId="{23158B85-E2E3-4A46-8CC7-4EED6843B0ED}" destId="{8FD24941-B726-4690-8E43-B8AC6390AE6C}" srcOrd="12" destOrd="0" presId="urn:microsoft.com/office/officeart/2005/8/layout/vList2"/>
    <dgm:cxn modelId="{D5D5E905-3C41-4F43-B43F-2A35D38D1F01}" type="presParOf" srcId="{23158B85-E2E3-4A46-8CC7-4EED6843B0ED}" destId="{198529DF-36F3-46DB-8136-10C68054B73F}" srcOrd="13" destOrd="0" presId="urn:microsoft.com/office/officeart/2005/8/layout/vList2"/>
    <dgm:cxn modelId="{4050A6FA-E21E-4332-992A-00B06BC63291}" type="presParOf" srcId="{23158B85-E2E3-4A46-8CC7-4EED6843B0ED}" destId="{B5687753-8976-4128-9DA7-CD46332C57D8}" srcOrd="1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B0216AF-C24C-44C9-80D7-8DF22372B79E}" type="doc">
      <dgm:prSet loTypeId="urn:microsoft.com/office/officeart/2005/8/layout/hierarchy1" loCatId="hierarchy" qsTypeId="urn:microsoft.com/office/officeart/2005/8/quickstyle/3d9" qsCatId="3D" csTypeId="urn:microsoft.com/office/officeart/2005/8/colors/colorful1" csCatId="colorful" phldr="1"/>
      <dgm:spPr/>
      <dgm:t>
        <a:bodyPr/>
        <a:lstStyle/>
        <a:p>
          <a:endParaRPr lang="en-US"/>
        </a:p>
      </dgm:t>
    </dgm:pt>
    <dgm:pt modelId="{0C327A1C-9F23-4E3F-812C-83D836037646}">
      <dgm:prSet phldrT="[Text]"/>
      <dgm:spPr/>
      <dgm:t>
        <a:bodyPr/>
        <a:lstStyle/>
        <a:p>
          <a:r>
            <a:rPr lang="en-US" dirty="0"/>
            <a:t>Data Structures</a:t>
          </a:r>
        </a:p>
      </dgm:t>
    </dgm:pt>
    <dgm:pt modelId="{45DC4619-FD8B-4CCB-8600-C0C02DB9DE49}" type="parTrans" cxnId="{7FCBD738-B9DE-4D87-A8AC-5EC810FCC073}">
      <dgm:prSet/>
      <dgm:spPr/>
      <dgm:t>
        <a:bodyPr/>
        <a:lstStyle/>
        <a:p>
          <a:endParaRPr lang="en-US"/>
        </a:p>
      </dgm:t>
    </dgm:pt>
    <dgm:pt modelId="{AC998090-B17F-43BC-BBFE-E5594EF21ADD}" type="sibTrans" cxnId="{7FCBD738-B9DE-4D87-A8AC-5EC810FCC073}">
      <dgm:prSet/>
      <dgm:spPr/>
      <dgm:t>
        <a:bodyPr/>
        <a:lstStyle/>
        <a:p>
          <a:endParaRPr lang="en-US"/>
        </a:p>
      </dgm:t>
    </dgm:pt>
    <dgm:pt modelId="{862A7325-D70A-4B64-A62E-181AED332CB3}">
      <dgm:prSet phldrT="[Text]"/>
      <dgm:spPr/>
      <dgm:t>
        <a:bodyPr/>
        <a:lstStyle/>
        <a:p>
          <a:r>
            <a:rPr lang="en-US" dirty="0"/>
            <a:t>Easy Search and Update</a:t>
          </a:r>
        </a:p>
      </dgm:t>
    </dgm:pt>
    <dgm:pt modelId="{C2EAEC25-7E5E-46CC-8FCD-B79D22FFC4B6}" type="parTrans" cxnId="{60A79254-3231-4C30-A7BE-6FEC57B8A428}">
      <dgm:prSet/>
      <dgm:spPr/>
      <dgm:t>
        <a:bodyPr/>
        <a:lstStyle/>
        <a:p>
          <a:endParaRPr lang="en-US"/>
        </a:p>
      </dgm:t>
    </dgm:pt>
    <dgm:pt modelId="{20FD679C-7CCB-45F6-87F7-4754CA781D2B}" type="sibTrans" cxnId="{60A79254-3231-4C30-A7BE-6FEC57B8A428}">
      <dgm:prSet/>
      <dgm:spPr/>
      <dgm:t>
        <a:bodyPr/>
        <a:lstStyle/>
        <a:p>
          <a:endParaRPr lang="en-US"/>
        </a:p>
      </dgm:t>
    </dgm:pt>
    <dgm:pt modelId="{AD2589DB-B2EF-4E81-83D9-5C2AE6F752FE}">
      <dgm:prSet phldrT="[Text]"/>
      <dgm:spPr/>
      <dgm:t>
        <a:bodyPr/>
        <a:lstStyle/>
        <a:p>
          <a:r>
            <a:rPr lang="en-US" dirty="0"/>
            <a:t>Computation and Storage</a:t>
          </a:r>
        </a:p>
      </dgm:t>
    </dgm:pt>
    <dgm:pt modelId="{598E92DD-A448-42D3-9A85-7889C8597F32}" type="parTrans" cxnId="{0771CD90-AE2D-4811-8FE9-D29DA58D81B7}">
      <dgm:prSet/>
      <dgm:spPr/>
      <dgm:t>
        <a:bodyPr/>
        <a:lstStyle/>
        <a:p>
          <a:endParaRPr lang="en-US"/>
        </a:p>
      </dgm:t>
    </dgm:pt>
    <dgm:pt modelId="{23DA4D7A-D29A-4A2E-A517-0C68C484E224}" type="sibTrans" cxnId="{0771CD90-AE2D-4811-8FE9-D29DA58D81B7}">
      <dgm:prSet/>
      <dgm:spPr/>
      <dgm:t>
        <a:bodyPr/>
        <a:lstStyle/>
        <a:p>
          <a:endParaRPr lang="en-US"/>
        </a:p>
      </dgm:t>
    </dgm:pt>
    <dgm:pt modelId="{5D086218-E786-41B1-8740-013653DBB4BE}">
      <dgm:prSet phldrT="[Text]"/>
      <dgm:spPr/>
      <dgm:t>
        <a:bodyPr/>
        <a:lstStyle/>
        <a:p>
          <a:r>
            <a:rPr lang="en-US" dirty="0"/>
            <a:t>Types In Need Against Problems</a:t>
          </a:r>
        </a:p>
      </dgm:t>
    </dgm:pt>
    <dgm:pt modelId="{EE2293F5-2148-4901-A00B-457AAC4D289E}" type="parTrans" cxnId="{C42C9122-5ABE-48B7-A8E0-0873A9B66853}">
      <dgm:prSet/>
      <dgm:spPr/>
      <dgm:t>
        <a:bodyPr/>
        <a:lstStyle/>
        <a:p>
          <a:endParaRPr lang="en-US"/>
        </a:p>
      </dgm:t>
    </dgm:pt>
    <dgm:pt modelId="{AE11DBDB-387C-4993-B7D4-FCC4F40147F7}" type="sibTrans" cxnId="{C42C9122-5ABE-48B7-A8E0-0873A9B66853}">
      <dgm:prSet/>
      <dgm:spPr/>
      <dgm:t>
        <a:bodyPr/>
        <a:lstStyle/>
        <a:p>
          <a:endParaRPr lang="en-US"/>
        </a:p>
      </dgm:t>
    </dgm:pt>
    <dgm:pt modelId="{18FAFCAE-EB90-4B98-8452-9556868854B7}">
      <dgm:prSet phldrT="[Text]"/>
      <dgm:spPr/>
      <dgm:t>
        <a:bodyPr/>
        <a:lstStyle/>
        <a:p>
          <a:r>
            <a:rPr lang="en-US" dirty="0"/>
            <a:t>Arrays, Strings, Numbers etc.</a:t>
          </a:r>
        </a:p>
      </dgm:t>
    </dgm:pt>
    <dgm:pt modelId="{714493FD-EF05-41D0-85D2-4FD0A6E0819A}" type="parTrans" cxnId="{69BA3663-E92B-474D-86CA-B7E48365BAE5}">
      <dgm:prSet/>
      <dgm:spPr/>
      <dgm:t>
        <a:bodyPr/>
        <a:lstStyle/>
        <a:p>
          <a:endParaRPr lang="en-US"/>
        </a:p>
      </dgm:t>
    </dgm:pt>
    <dgm:pt modelId="{7AE5235C-B0A2-4DB0-9456-7D0166312541}" type="sibTrans" cxnId="{69BA3663-E92B-474D-86CA-B7E48365BAE5}">
      <dgm:prSet/>
      <dgm:spPr/>
      <dgm:t>
        <a:bodyPr/>
        <a:lstStyle/>
        <a:p>
          <a:endParaRPr lang="en-US"/>
        </a:p>
      </dgm:t>
    </dgm:pt>
    <dgm:pt modelId="{D3A0BB8A-4D94-41D6-806D-42B76CB07C34}" type="pres">
      <dgm:prSet presAssocID="{8B0216AF-C24C-44C9-80D7-8DF22372B79E}" presName="hierChild1" presStyleCnt="0">
        <dgm:presLayoutVars>
          <dgm:chPref val="1"/>
          <dgm:dir/>
          <dgm:animOne val="branch"/>
          <dgm:animLvl val="lvl"/>
          <dgm:resizeHandles/>
        </dgm:presLayoutVars>
      </dgm:prSet>
      <dgm:spPr/>
    </dgm:pt>
    <dgm:pt modelId="{A575552E-0EDF-4FE4-94A1-8C6286CC05DD}" type="pres">
      <dgm:prSet presAssocID="{0C327A1C-9F23-4E3F-812C-83D836037646}" presName="hierRoot1" presStyleCnt="0"/>
      <dgm:spPr/>
    </dgm:pt>
    <dgm:pt modelId="{81388E55-A16E-4960-9697-5092A55EF9D3}" type="pres">
      <dgm:prSet presAssocID="{0C327A1C-9F23-4E3F-812C-83D836037646}" presName="composite" presStyleCnt="0"/>
      <dgm:spPr/>
    </dgm:pt>
    <dgm:pt modelId="{24A84BF8-A725-499E-8277-1C459330AB75}" type="pres">
      <dgm:prSet presAssocID="{0C327A1C-9F23-4E3F-812C-83D836037646}" presName="background" presStyleLbl="node0" presStyleIdx="0" presStyleCnt="1"/>
      <dgm:spPr/>
    </dgm:pt>
    <dgm:pt modelId="{109AD061-9D9C-4148-8DD8-92641CD75062}" type="pres">
      <dgm:prSet presAssocID="{0C327A1C-9F23-4E3F-812C-83D836037646}" presName="text" presStyleLbl="fgAcc0" presStyleIdx="0" presStyleCnt="1">
        <dgm:presLayoutVars>
          <dgm:chPref val="3"/>
        </dgm:presLayoutVars>
      </dgm:prSet>
      <dgm:spPr/>
    </dgm:pt>
    <dgm:pt modelId="{6EBEAD15-F531-4C32-9F47-F230A38A158F}" type="pres">
      <dgm:prSet presAssocID="{0C327A1C-9F23-4E3F-812C-83D836037646}" presName="hierChild2" presStyleCnt="0"/>
      <dgm:spPr/>
    </dgm:pt>
    <dgm:pt modelId="{F4C53F28-090C-4B0F-8821-94C06E65B4DE}" type="pres">
      <dgm:prSet presAssocID="{C2EAEC25-7E5E-46CC-8FCD-B79D22FFC4B6}" presName="Name10" presStyleLbl="parChTrans1D2" presStyleIdx="0" presStyleCnt="3"/>
      <dgm:spPr/>
    </dgm:pt>
    <dgm:pt modelId="{61D40CA1-CA30-4E7B-B6AA-A255C00D3637}" type="pres">
      <dgm:prSet presAssocID="{862A7325-D70A-4B64-A62E-181AED332CB3}" presName="hierRoot2" presStyleCnt="0"/>
      <dgm:spPr/>
    </dgm:pt>
    <dgm:pt modelId="{2245635D-7A10-416C-95E2-1EC6189BAF4B}" type="pres">
      <dgm:prSet presAssocID="{862A7325-D70A-4B64-A62E-181AED332CB3}" presName="composite2" presStyleCnt="0"/>
      <dgm:spPr/>
    </dgm:pt>
    <dgm:pt modelId="{843C69C9-CD4A-4210-8BF2-B6F07689BDC5}" type="pres">
      <dgm:prSet presAssocID="{862A7325-D70A-4B64-A62E-181AED332CB3}" presName="background2" presStyleLbl="node2" presStyleIdx="0" presStyleCnt="3"/>
      <dgm:spPr/>
    </dgm:pt>
    <dgm:pt modelId="{0DFD2484-FFCA-4A56-A1FD-A2C228F2EF8E}" type="pres">
      <dgm:prSet presAssocID="{862A7325-D70A-4B64-A62E-181AED332CB3}" presName="text2" presStyleLbl="fgAcc2" presStyleIdx="0" presStyleCnt="3">
        <dgm:presLayoutVars>
          <dgm:chPref val="3"/>
        </dgm:presLayoutVars>
      </dgm:prSet>
      <dgm:spPr/>
    </dgm:pt>
    <dgm:pt modelId="{92E18EC7-7D73-441B-9434-04438685B4F0}" type="pres">
      <dgm:prSet presAssocID="{862A7325-D70A-4B64-A62E-181AED332CB3}" presName="hierChild3" presStyleCnt="0"/>
      <dgm:spPr/>
    </dgm:pt>
    <dgm:pt modelId="{E5D7237B-E8E2-4873-8020-7862D069EC07}" type="pres">
      <dgm:prSet presAssocID="{598E92DD-A448-42D3-9A85-7889C8597F32}" presName="Name10" presStyleLbl="parChTrans1D2" presStyleIdx="1" presStyleCnt="3"/>
      <dgm:spPr/>
    </dgm:pt>
    <dgm:pt modelId="{962C9BF3-8267-4114-BC81-27D9D8DEB8C4}" type="pres">
      <dgm:prSet presAssocID="{AD2589DB-B2EF-4E81-83D9-5C2AE6F752FE}" presName="hierRoot2" presStyleCnt="0"/>
      <dgm:spPr/>
    </dgm:pt>
    <dgm:pt modelId="{4893F295-70BF-4BAF-8F29-651F025AA281}" type="pres">
      <dgm:prSet presAssocID="{AD2589DB-B2EF-4E81-83D9-5C2AE6F752FE}" presName="composite2" presStyleCnt="0"/>
      <dgm:spPr/>
    </dgm:pt>
    <dgm:pt modelId="{199E8786-976A-486A-B0CF-2139A0CC7B46}" type="pres">
      <dgm:prSet presAssocID="{AD2589DB-B2EF-4E81-83D9-5C2AE6F752FE}" presName="background2" presStyleLbl="node2" presStyleIdx="1" presStyleCnt="3"/>
      <dgm:spPr/>
    </dgm:pt>
    <dgm:pt modelId="{8F3637F1-943B-4F6C-8FF0-58B0597876AD}" type="pres">
      <dgm:prSet presAssocID="{AD2589DB-B2EF-4E81-83D9-5C2AE6F752FE}" presName="text2" presStyleLbl="fgAcc2" presStyleIdx="1" presStyleCnt="3">
        <dgm:presLayoutVars>
          <dgm:chPref val="3"/>
        </dgm:presLayoutVars>
      </dgm:prSet>
      <dgm:spPr/>
    </dgm:pt>
    <dgm:pt modelId="{F2DA0910-9326-4FBE-BB8A-518D3CBCD99A}" type="pres">
      <dgm:prSet presAssocID="{AD2589DB-B2EF-4E81-83D9-5C2AE6F752FE}" presName="hierChild3" presStyleCnt="0"/>
      <dgm:spPr/>
    </dgm:pt>
    <dgm:pt modelId="{66F3DB59-0B77-43C5-BC18-ACBECB50A3A9}" type="pres">
      <dgm:prSet presAssocID="{EE2293F5-2148-4901-A00B-457AAC4D289E}" presName="Name10" presStyleLbl="parChTrans1D2" presStyleIdx="2" presStyleCnt="3"/>
      <dgm:spPr/>
    </dgm:pt>
    <dgm:pt modelId="{01C72C7E-1767-4786-8810-8A2C21948E81}" type="pres">
      <dgm:prSet presAssocID="{5D086218-E786-41B1-8740-013653DBB4BE}" presName="hierRoot2" presStyleCnt="0"/>
      <dgm:spPr/>
    </dgm:pt>
    <dgm:pt modelId="{FBA9E14C-AED2-4348-B540-7E0204ADB5A3}" type="pres">
      <dgm:prSet presAssocID="{5D086218-E786-41B1-8740-013653DBB4BE}" presName="composite2" presStyleCnt="0"/>
      <dgm:spPr/>
    </dgm:pt>
    <dgm:pt modelId="{0BA1FBC1-C506-4B02-A87C-596A755E1C05}" type="pres">
      <dgm:prSet presAssocID="{5D086218-E786-41B1-8740-013653DBB4BE}" presName="background2" presStyleLbl="node2" presStyleIdx="2" presStyleCnt="3"/>
      <dgm:spPr/>
    </dgm:pt>
    <dgm:pt modelId="{94E514E4-09B8-4664-BE65-2813B25B40F6}" type="pres">
      <dgm:prSet presAssocID="{5D086218-E786-41B1-8740-013653DBB4BE}" presName="text2" presStyleLbl="fgAcc2" presStyleIdx="2" presStyleCnt="3">
        <dgm:presLayoutVars>
          <dgm:chPref val="3"/>
        </dgm:presLayoutVars>
      </dgm:prSet>
      <dgm:spPr/>
    </dgm:pt>
    <dgm:pt modelId="{21FCE66F-EA91-4340-8D05-EAB805B46A61}" type="pres">
      <dgm:prSet presAssocID="{5D086218-E786-41B1-8740-013653DBB4BE}" presName="hierChild3" presStyleCnt="0"/>
      <dgm:spPr/>
    </dgm:pt>
    <dgm:pt modelId="{D246076A-C42D-4D8F-B2D7-2F18A38E430E}" type="pres">
      <dgm:prSet presAssocID="{714493FD-EF05-41D0-85D2-4FD0A6E0819A}" presName="Name17" presStyleLbl="parChTrans1D3" presStyleIdx="0" presStyleCnt="1"/>
      <dgm:spPr/>
    </dgm:pt>
    <dgm:pt modelId="{16607C7A-A3A8-457C-BACB-4F2BCD176389}" type="pres">
      <dgm:prSet presAssocID="{18FAFCAE-EB90-4B98-8452-9556868854B7}" presName="hierRoot3" presStyleCnt="0"/>
      <dgm:spPr/>
    </dgm:pt>
    <dgm:pt modelId="{71F70A16-12A4-43FA-9DB5-18D8E5475741}" type="pres">
      <dgm:prSet presAssocID="{18FAFCAE-EB90-4B98-8452-9556868854B7}" presName="composite3" presStyleCnt="0"/>
      <dgm:spPr/>
    </dgm:pt>
    <dgm:pt modelId="{0E717B50-EE23-45DD-A153-6366065D6CAB}" type="pres">
      <dgm:prSet presAssocID="{18FAFCAE-EB90-4B98-8452-9556868854B7}" presName="background3" presStyleLbl="node3" presStyleIdx="0" presStyleCnt="1"/>
      <dgm:spPr/>
    </dgm:pt>
    <dgm:pt modelId="{DD04A687-4BE4-4726-B3FF-7A7C29E6FDCD}" type="pres">
      <dgm:prSet presAssocID="{18FAFCAE-EB90-4B98-8452-9556868854B7}" presName="text3" presStyleLbl="fgAcc3" presStyleIdx="0" presStyleCnt="1">
        <dgm:presLayoutVars>
          <dgm:chPref val="3"/>
        </dgm:presLayoutVars>
      </dgm:prSet>
      <dgm:spPr/>
    </dgm:pt>
    <dgm:pt modelId="{77BDEFBE-F9D6-49EB-B73A-B28085B4A303}" type="pres">
      <dgm:prSet presAssocID="{18FAFCAE-EB90-4B98-8452-9556868854B7}" presName="hierChild4" presStyleCnt="0"/>
      <dgm:spPr/>
    </dgm:pt>
  </dgm:ptLst>
  <dgm:cxnLst>
    <dgm:cxn modelId="{1C4E3007-737F-43FB-B53A-2E6DA838A017}" type="presOf" srcId="{0C327A1C-9F23-4E3F-812C-83D836037646}" destId="{109AD061-9D9C-4148-8DD8-92641CD75062}" srcOrd="0" destOrd="0" presId="urn:microsoft.com/office/officeart/2005/8/layout/hierarchy1"/>
    <dgm:cxn modelId="{CED3AB0F-43A0-49C3-BD5B-110A1F274022}" type="presOf" srcId="{AD2589DB-B2EF-4E81-83D9-5C2AE6F752FE}" destId="{8F3637F1-943B-4F6C-8FF0-58B0597876AD}" srcOrd="0" destOrd="0" presId="urn:microsoft.com/office/officeart/2005/8/layout/hierarchy1"/>
    <dgm:cxn modelId="{C42C9122-5ABE-48B7-A8E0-0873A9B66853}" srcId="{0C327A1C-9F23-4E3F-812C-83D836037646}" destId="{5D086218-E786-41B1-8740-013653DBB4BE}" srcOrd="2" destOrd="0" parTransId="{EE2293F5-2148-4901-A00B-457AAC4D289E}" sibTransId="{AE11DBDB-387C-4993-B7D4-FCC4F40147F7}"/>
    <dgm:cxn modelId="{98645524-C430-415F-90BF-1324FA64A549}" type="presOf" srcId="{598E92DD-A448-42D3-9A85-7889C8597F32}" destId="{E5D7237B-E8E2-4873-8020-7862D069EC07}" srcOrd="0" destOrd="0" presId="urn:microsoft.com/office/officeart/2005/8/layout/hierarchy1"/>
    <dgm:cxn modelId="{26A01433-734F-4A08-9E28-A0539F09BEC1}" type="presOf" srcId="{8B0216AF-C24C-44C9-80D7-8DF22372B79E}" destId="{D3A0BB8A-4D94-41D6-806D-42B76CB07C34}" srcOrd="0" destOrd="0" presId="urn:microsoft.com/office/officeart/2005/8/layout/hierarchy1"/>
    <dgm:cxn modelId="{7FCBD738-B9DE-4D87-A8AC-5EC810FCC073}" srcId="{8B0216AF-C24C-44C9-80D7-8DF22372B79E}" destId="{0C327A1C-9F23-4E3F-812C-83D836037646}" srcOrd="0" destOrd="0" parTransId="{45DC4619-FD8B-4CCB-8600-C0C02DB9DE49}" sibTransId="{AC998090-B17F-43BC-BBFE-E5594EF21ADD}"/>
    <dgm:cxn modelId="{69BA3663-E92B-474D-86CA-B7E48365BAE5}" srcId="{5D086218-E786-41B1-8740-013653DBB4BE}" destId="{18FAFCAE-EB90-4B98-8452-9556868854B7}" srcOrd="0" destOrd="0" parTransId="{714493FD-EF05-41D0-85D2-4FD0A6E0819A}" sibTransId="{7AE5235C-B0A2-4DB0-9456-7D0166312541}"/>
    <dgm:cxn modelId="{0C1F4D6C-131B-4CD9-95C1-F5813B50E8F8}" type="presOf" srcId="{862A7325-D70A-4B64-A62E-181AED332CB3}" destId="{0DFD2484-FFCA-4A56-A1FD-A2C228F2EF8E}" srcOrd="0" destOrd="0" presId="urn:microsoft.com/office/officeart/2005/8/layout/hierarchy1"/>
    <dgm:cxn modelId="{60A79254-3231-4C30-A7BE-6FEC57B8A428}" srcId="{0C327A1C-9F23-4E3F-812C-83D836037646}" destId="{862A7325-D70A-4B64-A62E-181AED332CB3}" srcOrd="0" destOrd="0" parTransId="{C2EAEC25-7E5E-46CC-8FCD-B79D22FFC4B6}" sibTransId="{20FD679C-7CCB-45F6-87F7-4754CA781D2B}"/>
    <dgm:cxn modelId="{05DDBE57-A420-4D8B-A632-8F20DAC92CDC}" type="presOf" srcId="{18FAFCAE-EB90-4B98-8452-9556868854B7}" destId="{DD04A687-4BE4-4726-B3FF-7A7C29E6FDCD}" srcOrd="0" destOrd="0" presId="urn:microsoft.com/office/officeart/2005/8/layout/hierarchy1"/>
    <dgm:cxn modelId="{5AFB7D7E-AFD6-4A40-A1EC-02B8392CF0AA}" type="presOf" srcId="{5D086218-E786-41B1-8740-013653DBB4BE}" destId="{94E514E4-09B8-4664-BE65-2813B25B40F6}" srcOrd="0" destOrd="0" presId="urn:microsoft.com/office/officeart/2005/8/layout/hierarchy1"/>
    <dgm:cxn modelId="{2AED4280-0FB7-4AFE-B62A-B523C57AAA4D}" type="presOf" srcId="{C2EAEC25-7E5E-46CC-8FCD-B79D22FFC4B6}" destId="{F4C53F28-090C-4B0F-8821-94C06E65B4DE}" srcOrd="0" destOrd="0" presId="urn:microsoft.com/office/officeart/2005/8/layout/hierarchy1"/>
    <dgm:cxn modelId="{0771CD90-AE2D-4811-8FE9-D29DA58D81B7}" srcId="{0C327A1C-9F23-4E3F-812C-83D836037646}" destId="{AD2589DB-B2EF-4E81-83D9-5C2AE6F752FE}" srcOrd="1" destOrd="0" parTransId="{598E92DD-A448-42D3-9A85-7889C8597F32}" sibTransId="{23DA4D7A-D29A-4A2E-A517-0C68C484E224}"/>
    <dgm:cxn modelId="{81518292-25B1-4EC8-80BB-AF439F985C15}" type="presOf" srcId="{EE2293F5-2148-4901-A00B-457AAC4D289E}" destId="{66F3DB59-0B77-43C5-BC18-ACBECB50A3A9}" srcOrd="0" destOrd="0" presId="urn:microsoft.com/office/officeart/2005/8/layout/hierarchy1"/>
    <dgm:cxn modelId="{8B1077EC-790E-4FA7-B33B-75CC9485E472}" type="presOf" srcId="{714493FD-EF05-41D0-85D2-4FD0A6E0819A}" destId="{D246076A-C42D-4D8F-B2D7-2F18A38E430E}" srcOrd="0" destOrd="0" presId="urn:microsoft.com/office/officeart/2005/8/layout/hierarchy1"/>
    <dgm:cxn modelId="{C8675382-83AB-40ED-9D36-4044933AF1FC}" type="presParOf" srcId="{D3A0BB8A-4D94-41D6-806D-42B76CB07C34}" destId="{A575552E-0EDF-4FE4-94A1-8C6286CC05DD}" srcOrd="0" destOrd="0" presId="urn:microsoft.com/office/officeart/2005/8/layout/hierarchy1"/>
    <dgm:cxn modelId="{162559D4-0F9B-4571-9CAC-09A4AAD4679D}" type="presParOf" srcId="{A575552E-0EDF-4FE4-94A1-8C6286CC05DD}" destId="{81388E55-A16E-4960-9697-5092A55EF9D3}" srcOrd="0" destOrd="0" presId="urn:microsoft.com/office/officeart/2005/8/layout/hierarchy1"/>
    <dgm:cxn modelId="{8707A4C4-7C31-45C6-9D32-36DC9FD45670}" type="presParOf" srcId="{81388E55-A16E-4960-9697-5092A55EF9D3}" destId="{24A84BF8-A725-499E-8277-1C459330AB75}" srcOrd="0" destOrd="0" presId="urn:microsoft.com/office/officeart/2005/8/layout/hierarchy1"/>
    <dgm:cxn modelId="{5E44BFEB-BCC5-4173-B87A-2C4EA2D748E2}" type="presParOf" srcId="{81388E55-A16E-4960-9697-5092A55EF9D3}" destId="{109AD061-9D9C-4148-8DD8-92641CD75062}" srcOrd="1" destOrd="0" presId="urn:microsoft.com/office/officeart/2005/8/layout/hierarchy1"/>
    <dgm:cxn modelId="{CD312500-4F13-4795-B7F2-C4FB99B0781A}" type="presParOf" srcId="{A575552E-0EDF-4FE4-94A1-8C6286CC05DD}" destId="{6EBEAD15-F531-4C32-9F47-F230A38A158F}" srcOrd="1" destOrd="0" presId="urn:microsoft.com/office/officeart/2005/8/layout/hierarchy1"/>
    <dgm:cxn modelId="{EE04F025-69B9-4ED9-9ADF-9ACFD9215D2E}" type="presParOf" srcId="{6EBEAD15-F531-4C32-9F47-F230A38A158F}" destId="{F4C53F28-090C-4B0F-8821-94C06E65B4DE}" srcOrd="0" destOrd="0" presId="urn:microsoft.com/office/officeart/2005/8/layout/hierarchy1"/>
    <dgm:cxn modelId="{2C50A5BF-EE95-4BB0-8ACA-4C2EDC63BD3F}" type="presParOf" srcId="{6EBEAD15-F531-4C32-9F47-F230A38A158F}" destId="{61D40CA1-CA30-4E7B-B6AA-A255C00D3637}" srcOrd="1" destOrd="0" presId="urn:microsoft.com/office/officeart/2005/8/layout/hierarchy1"/>
    <dgm:cxn modelId="{90904F7C-9594-4FA0-BBF4-10CB54F888B9}" type="presParOf" srcId="{61D40CA1-CA30-4E7B-B6AA-A255C00D3637}" destId="{2245635D-7A10-416C-95E2-1EC6189BAF4B}" srcOrd="0" destOrd="0" presId="urn:microsoft.com/office/officeart/2005/8/layout/hierarchy1"/>
    <dgm:cxn modelId="{43682022-3C59-4F12-9CA5-8D0E6B5B0E99}" type="presParOf" srcId="{2245635D-7A10-416C-95E2-1EC6189BAF4B}" destId="{843C69C9-CD4A-4210-8BF2-B6F07689BDC5}" srcOrd="0" destOrd="0" presId="urn:microsoft.com/office/officeart/2005/8/layout/hierarchy1"/>
    <dgm:cxn modelId="{E8DA2B13-11FC-485F-AC69-C8084BA1D682}" type="presParOf" srcId="{2245635D-7A10-416C-95E2-1EC6189BAF4B}" destId="{0DFD2484-FFCA-4A56-A1FD-A2C228F2EF8E}" srcOrd="1" destOrd="0" presId="urn:microsoft.com/office/officeart/2005/8/layout/hierarchy1"/>
    <dgm:cxn modelId="{2107789E-5EF8-4988-BC0E-678407FF5707}" type="presParOf" srcId="{61D40CA1-CA30-4E7B-B6AA-A255C00D3637}" destId="{92E18EC7-7D73-441B-9434-04438685B4F0}" srcOrd="1" destOrd="0" presId="urn:microsoft.com/office/officeart/2005/8/layout/hierarchy1"/>
    <dgm:cxn modelId="{85BB513D-D5E6-4E7C-AFF2-288FA1EF4F44}" type="presParOf" srcId="{6EBEAD15-F531-4C32-9F47-F230A38A158F}" destId="{E5D7237B-E8E2-4873-8020-7862D069EC07}" srcOrd="2" destOrd="0" presId="urn:microsoft.com/office/officeart/2005/8/layout/hierarchy1"/>
    <dgm:cxn modelId="{FA79D1F1-A898-407E-B0D8-6BC9AE4F02FB}" type="presParOf" srcId="{6EBEAD15-F531-4C32-9F47-F230A38A158F}" destId="{962C9BF3-8267-4114-BC81-27D9D8DEB8C4}" srcOrd="3" destOrd="0" presId="urn:microsoft.com/office/officeart/2005/8/layout/hierarchy1"/>
    <dgm:cxn modelId="{54D3086F-B688-4E44-B734-ACCE6D0BB583}" type="presParOf" srcId="{962C9BF3-8267-4114-BC81-27D9D8DEB8C4}" destId="{4893F295-70BF-4BAF-8F29-651F025AA281}" srcOrd="0" destOrd="0" presId="urn:microsoft.com/office/officeart/2005/8/layout/hierarchy1"/>
    <dgm:cxn modelId="{11B9C331-A075-40BF-B436-1D06FDDD6DD2}" type="presParOf" srcId="{4893F295-70BF-4BAF-8F29-651F025AA281}" destId="{199E8786-976A-486A-B0CF-2139A0CC7B46}" srcOrd="0" destOrd="0" presId="urn:microsoft.com/office/officeart/2005/8/layout/hierarchy1"/>
    <dgm:cxn modelId="{2AD5BD57-C692-4D55-B98C-C1C61F917D5B}" type="presParOf" srcId="{4893F295-70BF-4BAF-8F29-651F025AA281}" destId="{8F3637F1-943B-4F6C-8FF0-58B0597876AD}" srcOrd="1" destOrd="0" presId="urn:microsoft.com/office/officeart/2005/8/layout/hierarchy1"/>
    <dgm:cxn modelId="{080C3E66-C958-413D-B213-956EF8999B12}" type="presParOf" srcId="{962C9BF3-8267-4114-BC81-27D9D8DEB8C4}" destId="{F2DA0910-9326-4FBE-BB8A-518D3CBCD99A}" srcOrd="1" destOrd="0" presId="urn:microsoft.com/office/officeart/2005/8/layout/hierarchy1"/>
    <dgm:cxn modelId="{393C330F-A33F-4A0D-8E4F-ED3DDBE7B7AD}" type="presParOf" srcId="{6EBEAD15-F531-4C32-9F47-F230A38A158F}" destId="{66F3DB59-0B77-43C5-BC18-ACBECB50A3A9}" srcOrd="4" destOrd="0" presId="urn:microsoft.com/office/officeart/2005/8/layout/hierarchy1"/>
    <dgm:cxn modelId="{173EE779-1EC0-46E2-9BD9-CDCF3A4297D5}" type="presParOf" srcId="{6EBEAD15-F531-4C32-9F47-F230A38A158F}" destId="{01C72C7E-1767-4786-8810-8A2C21948E81}" srcOrd="5" destOrd="0" presId="urn:microsoft.com/office/officeart/2005/8/layout/hierarchy1"/>
    <dgm:cxn modelId="{E661E08F-300D-4072-AA02-6525946A4FE2}" type="presParOf" srcId="{01C72C7E-1767-4786-8810-8A2C21948E81}" destId="{FBA9E14C-AED2-4348-B540-7E0204ADB5A3}" srcOrd="0" destOrd="0" presId="urn:microsoft.com/office/officeart/2005/8/layout/hierarchy1"/>
    <dgm:cxn modelId="{A7CBA835-70A6-46CA-9D2A-34A446641493}" type="presParOf" srcId="{FBA9E14C-AED2-4348-B540-7E0204ADB5A3}" destId="{0BA1FBC1-C506-4B02-A87C-596A755E1C05}" srcOrd="0" destOrd="0" presId="urn:microsoft.com/office/officeart/2005/8/layout/hierarchy1"/>
    <dgm:cxn modelId="{A2CD17EB-7139-4BDD-8F63-9DCA65BF8A2C}" type="presParOf" srcId="{FBA9E14C-AED2-4348-B540-7E0204ADB5A3}" destId="{94E514E4-09B8-4664-BE65-2813B25B40F6}" srcOrd="1" destOrd="0" presId="urn:microsoft.com/office/officeart/2005/8/layout/hierarchy1"/>
    <dgm:cxn modelId="{202A88B3-F2DA-4B70-82AC-E0CDA7C5BEEE}" type="presParOf" srcId="{01C72C7E-1767-4786-8810-8A2C21948E81}" destId="{21FCE66F-EA91-4340-8D05-EAB805B46A61}" srcOrd="1" destOrd="0" presId="urn:microsoft.com/office/officeart/2005/8/layout/hierarchy1"/>
    <dgm:cxn modelId="{FCE2A89C-4844-4884-9FF8-D95D8ACA9278}" type="presParOf" srcId="{21FCE66F-EA91-4340-8D05-EAB805B46A61}" destId="{D246076A-C42D-4D8F-B2D7-2F18A38E430E}" srcOrd="0" destOrd="0" presId="urn:microsoft.com/office/officeart/2005/8/layout/hierarchy1"/>
    <dgm:cxn modelId="{91F713B2-9A46-4FD0-B166-88546CD0AF4B}" type="presParOf" srcId="{21FCE66F-EA91-4340-8D05-EAB805B46A61}" destId="{16607C7A-A3A8-457C-BACB-4F2BCD176389}" srcOrd="1" destOrd="0" presId="urn:microsoft.com/office/officeart/2005/8/layout/hierarchy1"/>
    <dgm:cxn modelId="{53C56824-2CBB-4AB0-9776-4D981F6DFD1C}" type="presParOf" srcId="{16607C7A-A3A8-457C-BACB-4F2BCD176389}" destId="{71F70A16-12A4-43FA-9DB5-18D8E5475741}" srcOrd="0" destOrd="0" presId="urn:microsoft.com/office/officeart/2005/8/layout/hierarchy1"/>
    <dgm:cxn modelId="{7A7D654C-CA76-4983-A8A3-A07089A031BA}" type="presParOf" srcId="{71F70A16-12A4-43FA-9DB5-18D8E5475741}" destId="{0E717B50-EE23-45DD-A153-6366065D6CAB}" srcOrd="0" destOrd="0" presId="urn:microsoft.com/office/officeart/2005/8/layout/hierarchy1"/>
    <dgm:cxn modelId="{616C022C-8368-4B56-8D1E-2FFB5E66C548}" type="presParOf" srcId="{71F70A16-12A4-43FA-9DB5-18D8E5475741}" destId="{DD04A687-4BE4-4726-B3FF-7A7C29E6FDCD}" srcOrd="1" destOrd="0" presId="urn:microsoft.com/office/officeart/2005/8/layout/hierarchy1"/>
    <dgm:cxn modelId="{4B44DA74-3241-40D9-B999-5CBD2CD0AC6F}" type="presParOf" srcId="{16607C7A-A3A8-457C-BACB-4F2BCD176389}" destId="{77BDEFBE-F9D6-49EB-B73A-B28085B4A303}" srcOrd="1" destOrd="0" presId="urn:microsoft.com/office/officeart/2005/8/layout/hierarchy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8B0216AF-C24C-44C9-80D7-8DF22372B79E}" type="doc">
      <dgm:prSet loTypeId="urn:microsoft.com/office/officeart/2008/layout/HorizontalMultiLevelHierarchy" loCatId="hierarchy" qsTypeId="urn:microsoft.com/office/officeart/2005/8/quickstyle/3d9" qsCatId="3D" csTypeId="urn:microsoft.com/office/officeart/2005/8/colors/colorful1" csCatId="colorful" phldr="1"/>
      <dgm:spPr/>
      <dgm:t>
        <a:bodyPr/>
        <a:lstStyle/>
        <a:p>
          <a:endParaRPr lang="en-US"/>
        </a:p>
      </dgm:t>
    </dgm:pt>
    <dgm:pt modelId="{0C327A1C-9F23-4E3F-812C-83D836037646}">
      <dgm:prSet phldrT="[Text]"/>
      <dgm:spPr/>
      <dgm:t>
        <a:bodyPr/>
        <a:lstStyle/>
        <a:p>
          <a:r>
            <a:rPr lang="en-US" dirty="0"/>
            <a:t>Loops</a:t>
          </a:r>
        </a:p>
      </dgm:t>
    </dgm:pt>
    <dgm:pt modelId="{45DC4619-FD8B-4CCB-8600-C0C02DB9DE49}" type="parTrans" cxnId="{7FCBD738-B9DE-4D87-A8AC-5EC810FCC073}">
      <dgm:prSet/>
      <dgm:spPr/>
      <dgm:t>
        <a:bodyPr/>
        <a:lstStyle/>
        <a:p>
          <a:endParaRPr lang="en-US"/>
        </a:p>
      </dgm:t>
    </dgm:pt>
    <dgm:pt modelId="{AC998090-B17F-43BC-BBFE-E5594EF21ADD}" type="sibTrans" cxnId="{7FCBD738-B9DE-4D87-A8AC-5EC810FCC073}">
      <dgm:prSet/>
      <dgm:spPr/>
      <dgm:t>
        <a:bodyPr/>
        <a:lstStyle/>
        <a:p>
          <a:endParaRPr lang="en-US"/>
        </a:p>
      </dgm:t>
    </dgm:pt>
    <dgm:pt modelId="{862A7325-D70A-4B64-A62E-181AED332CB3}">
      <dgm:prSet phldrT="[Text]"/>
      <dgm:spPr/>
      <dgm:t>
        <a:bodyPr/>
        <a:lstStyle/>
        <a:p>
          <a:r>
            <a:rPr lang="en-US" dirty="0"/>
            <a:t>Initiate</a:t>
          </a:r>
        </a:p>
      </dgm:t>
    </dgm:pt>
    <dgm:pt modelId="{C2EAEC25-7E5E-46CC-8FCD-B79D22FFC4B6}" type="parTrans" cxnId="{60A79254-3231-4C30-A7BE-6FEC57B8A428}">
      <dgm:prSet/>
      <dgm:spPr/>
      <dgm:t>
        <a:bodyPr/>
        <a:lstStyle/>
        <a:p>
          <a:endParaRPr lang="en-US"/>
        </a:p>
      </dgm:t>
    </dgm:pt>
    <dgm:pt modelId="{20FD679C-7CCB-45F6-87F7-4754CA781D2B}" type="sibTrans" cxnId="{60A79254-3231-4C30-A7BE-6FEC57B8A428}">
      <dgm:prSet/>
      <dgm:spPr/>
      <dgm:t>
        <a:bodyPr/>
        <a:lstStyle/>
        <a:p>
          <a:endParaRPr lang="en-US"/>
        </a:p>
      </dgm:t>
    </dgm:pt>
    <dgm:pt modelId="{AD2589DB-B2EF-4E81-83D9-5C2AE6F752FE}">
      <dgm:prSet phldrT="[Text]"/>
      <dgm:spPr/>
      <dgm:t>
        <a:bodyPr/>
        <a:lstStyle/>
        <a:p>
          <a:r>
            <a:rPr lang="en-US" dirty="0"/>
            <a:t>Do Some Iterative Tasks</a:t>
          </a:r>
        </a:p>
      </dgm:t>
    </dgm:pt>
    <dgm:pt modelId="{598E92DD-A448-42D3-9A85-7889C8597F32}" type="parTrans" cxnId="{0771CD90-AE2D-4811-8FE9-D29DA58D81B7}">
      <dgm:prSet/>
      <dgm:spPr/>
      <dgm:t>
        <a:bodyPr/>
        <a:lstStyle/>
        <a:p>
          <a:endParaRPr lang="en-US"/>
        </a:p>
      </dgm:t>
    </dgm:pt>
    <dgm:pt modelId="{23DA4D7A-D29A-4A2E-A517-0C68C484E224}" type="sibTrans" cxnId="{0771CD90-AE2D-4811-8FE9-D29DA58D81B7}">
      <dgm:prSet/>
      <dgm:spPr/>
      <dgm:t>
        <a:bodyPr/>
        <a:lstStyle/>
        <a:p>
          <a:endParaRPr lang="en-US"/>
        </a:p>
      </dgm:t>
    </dgm:pt>
    <dgm:pt modelId="{5D086218-E786-41B1-8740-013653DBB4BE}">
      <dgm:prSet phldrT="[Text]"/>
      <dgm:spPr/>
      <dgm:t>
        <a:bodyPr/>
        <a:lstStyle/>
        <a:p>
          <a:r>
            <a:rPr lang="en-US" dirty="0"/>
            <a:t>Terminate</a:t>
          </a:r>
        </a:p>
      </dgm:t>
    </dgm:pt>
    <dgm:pt modelId="{EE2293F5-2148-4901-A00B-457AAC4D289E}" type="parTrans" cxnId="{C42C9122-5ABE-48B7-A8E0-0873A9B66853}">
      <dgm:prSet/>
      <dgm:spPr/>
      <dgm:t>
        <a:bodyPr/>
        <a:lstStyle/>
        <a:p>
          <a:endParaRPr lang="en-US"/>
        </a:p>
      </dgm:t>
    </dgm:pt>
    <dgm:pt modelId="{AE11DBDB-387C-4993-B7D4-FCC4F40147F7}" type="sibTrans" cxnId="{C42C9122-5ABE-48B7-A8E0-0873A9B66853}">
      <dgm:prSet/>
      <dgm:spPr/>
      <dgm:t>
        <a:bodyPr/>
        <a:lstStyle/>
        <a:p>
          <a:endParaRPr lang="en-US"/>
        </a:p>
      </dgm:t>
    </dgm:pt>
    <dgm:pt modelId="{8299B5E4-FC67-428F-9CC9-F3FF2B530F6F}" type="pres">
      <dgm:prSet presAssocID="{8B0216AF-C24C-44C9-80D7-8DF22372B79E}" presName="Name0" presStyleCnt="0">
        <dgm:presLayoutVars>
          <dgm:chPref val="1"/>
          <dgm:dir/>
          <dgm:animOne val="branch"/>
          <dgm:animLvl val="lvl"/>
          <dgm:resizeHandles val="exact"/>
        </dgm:presLayoutVars>
      </dgm:prSet>
      <dgm:spPr/>
    </dgm:pt>
    <dgm:pt modelId="{A066B35C-779D-403F-A24E-8D1C8D28A100}" type="pres">
      <dgm:prSet presAssocID="{0C327A1C-9F23-4E3F-812C-83D836037646}" presName="root1" presStyleCnt="0"/>
      <dgm:spPr/>
    </dgm:pt>
    <dgm:pt modelId="{52A73338-D680-4BA6-A92A-74008ACCBA8A}" type="pres">
      <dgm:prSet presAssocID="{0C327A1C-9F23-4E3F-812C-83D836037646}" presName="LevelOneTextNode" presStyleLbl="node0" presStyleIdx="0" presStyleCnt="1">
        <dgm:presLayoutVars>
          <dgm:chPref val="3"/>
        </dgm:presLayoutVars>
      </dgm:prSet>
      <dgm:spPr/>
    </dgm:pt>
    <dgm:pt modelId="{0BF17D3F-5F2D-4A04-85AD-1F82DE3679B4}" type="pres">
      <dgm:prSet presAssocID="{0C327A1C-9F23-4E3F-812C-83D836037646}" presName="level2hierChild" presStyleCnt="0"/>
      <dgm:spPr/>
    </dgm:pt>
    <dgm:pt modelId="{E51F8D86-CD80-4953-A087-41779F172A7A}" type="pres">
      <dgm:prSet presAssocID="{C2EAEC25-7E5E-46CC-8FCD-B79D22FFC4B6}" presName="conn2-1" presStyleLbl="parChTrans1D2" presStyleIdx="0" presStyleCnt="3"/>
      <dgm:spPr/>
    </dgm:pt>
    <dgm:pt modelId="{6BB8A461-2C71-4A01-8575-3B9693866F62}" type="pres">
      <dgm:prSet presAssocID="{C2EAEC25-7E5E-46CC-8FCD-B79D22FFC4B6}" presName="connTx" presStyleLbl="parChTrans1D2" presStyleIdx="0" presStyleCnt="3"/>
      <dgm:spPr/>
    </dgm:pt>
    <dgm:pt modelId="{F67544F8-0563-4F71-9598-1251A9DD20FD}" type="pres">
      <dgm:prSet presAssocID="{862A7325-D70A-4B64-A62E-181AED332CB3}" presName="root2" presStyleCnt="0"/>
      <dgm:spPr/>
    </dgm:pt>
    <dgm:pt modelId="{C3066888-C893-42D3-98D7-8FE685386710}" type="pres">
      <dgm:prSet presAssocID="{862A7325-D70A-4B64-A62E-181AED332CB3}" presName="LevelTwoTextNode" presStyleLbl="node2" presStyleIdx="0" presStyleCnt="3" custLinFactNeighborX="-2594">
        <dgm:presLayoutVars>
          <dgm:chPref val="3"/>
        </dgm:presLayoutVars>
      </dgm:prSet>
      <dgm:spPr/>
    </dgm:pt>
    <dgm:pt modelId="{D3DCF7D5-5EC7-4945-8A10-4397501BD77A}" type="pres">
      <dgm:prSet presAssocID="{862A7325-D70A-4B64-A62E-181AED332CB3}" presName="level3hierChild" presStyleCnt="0"/>
      <dgm:spPr/>
    </dgm:pt>
    <dgm:pt modelId="{DFEC9083-EABC-40FC-9B6B-E11E1A598554}" type="pres">
      <dgm:prSet presAssocID="{598E92DD-A448-42D3-9A85-7889C8597F32}" presName="conn2-1" presStyleLbl="parChTrans1D2" presStyleIdx="1" presStyleCnt="3"/>
      <dgm:spPr/>
    </dgm:pt>
    <dgm:pt modelId="{5F8198E4-54F7-460E-BC5B-E493C337AA50}" type="pres">
      <dgm:prSet presAssocID="{598E92DD-A448-42D3-9A85-7889C8597F32}" presName="connTx" presStyleLbl="parChTrans1D2" presStyleIdx="1" presStyleCnt="3"/>
      <dgm:spPr/>
    </dgm:pt>
    <dgm:pt modelId="{9CA302C1-FFE0-40C0-8383-F95F8C8ED338}" type="pres">
      <dgm:prSet presAssocID="{AD2589DB-B2EF-4E81-83D9-5C2AE6F752FE}" presName="root2" presStyleCnt="0"/>
      <dgm:spPr/>
    </dgm:pt>
    <dgm:pt modelId="{0806B738-03B3-46CD-B3C6-D03FCAC38876}" type="pres">
      <dgm:prSet presAssocID="{AD2589DB-B2EF-4E81-83D9-5C2AE6F752FE}" presName="LevelTwoTextNode" presStyleLbl="node2" presStyleIdx="1" presStyleCnt="3">
        <dgm:presLayoutVars>
          <dgm:chPref val="3"/>
        </dgm:presLayoutVars>
      </dgm:prSet>
      <dgm:spPr/>
    </dgm:pt>
    <dgm:pt modelId="{A5A34C77-8C56-4C82-87A9-D5EAC7138AF6}" type="pres">
      <dgm:prSet presAssocID="{AD2589DB-B2EF-4E81-83D9-5C2AE6F752FE}" presName="level3hierChild" presStyleCnt="0"/>
      <dgm:spPr/>
    </dgm:pt>
    <dgm:pt modelId="{5BC41AC8-B66C-47AD-A1FB-2B7363BA4BC1}" type="pres">
      <dgm:prSet presAssocID="{EE2293F5-2148-4901-A00B-457AAC4D289E}" presName="conn2-1" presStyleLbl="parChTrans1D2" presStyleIdx="2" presStyleCnt="3"/>
      <dgm:spPr/>
    </dgm:pt>
    <dgm:pt modelId="{FD9B4F42-1AF2-4435-BB63-EF7700360BF0}" type="pres">
      <dgm:prSet presAssocID="{EE2293F5-2148-4901-A00B-457AAC4D289E}" presName="connTx" presStyleLbl="parChTrans1D2" presStyleIdx="2" presStyleCnt="3"/>
      <dgm:spPr/>
    </dgm:pt>
    <dgm:pt modelId="{5F99AF06-B322-4313-A3F2-5EAC54CF8437}" type="pres">
      <dgm:prSet presAssocID="{5D086218-E786-41B1-8740-013653DBB4BE}" presName="root2" presStyleCnt="0"/>
      <dgm:spPr/>
    </dgm:pt>
    <dgm:pt modelId="{5027AFEA-2364-438E-94AF-7CDD4B1259FB}" type="pres">
      <dgm:prSet presAssocID="{5D086218-E786-41B1-8740-013653DBB4BE}" presName="LevelTwoTextNode" presStyleLbl="node2" presStyleIdx="2" presStyleCnt="3">
        <dgm:presLayoutVars>
          <dgm:chPref val="3"/>
        </dgm:presLayoutVars>
      </dgm:prSet>
      <dgm:spPr/>
    </dgm:pt>
    <dgm:pt modelId="{23FB738F-79E5-4050-AA30-C2E7B973C307}" type="pres">
      <dgm:prSet presAssocID="{5D086218-E786-41B1-8740-013653DBB4BE}" presName="level3hierChild" presStyleCnt="0"/>
      <dgm:spPr/>
    </dgm:pt>
  </dgm:ptLst>
  <dgm:cxnLst>
    <dgm:cxn modelId="{5EF44A04-D49C-40CA-B203-FF06C16C655D}" type="presOf" srcId="{EE2293F5-2148-4901-A00B-457AAC4D289E}" destId="{5BC41AC8-B66C-47AD-A1FB-2B7363BA4BC1}" srcOrd="0" destOrd="0" presId="urn:microsoft.com/office/officeart/2008/layout/HorizontalMultiLevelHierarchy"/>
    <dgm:cxn modelId="{C42C9122-5ABE-48B7-A8E0-0873A9B66853}" srcId="{0C327A1C-9F23-4E3F-812C-83D836037646}" destId="{5D086218-E786-41B1-8740-013653DBB4BE}" srcOrd="2" destOrd="0" parTransId="{EE2293F5-2148-4901-A00B-457AAC4D289E}" sibTransId="{AE11DBDB-387C-4993-B7D4-FCC4F40147F7}"/>
    <dgm:cxn modelId="{16254128-6CAB-4975-A591-C6611C81F543}" type="presOf" srcId="{AD2589DB-B2EF-4E81-83D9-5C2AE6F752FE}" destId="{0806B738-03B3-46CD-B3C6-D03FCAC38876}" srcOrd="0" destOrd="0" presId="urn:microsoft.com/office/officeart/2008/layout/HorizontalMultiLevelHierarchy"/>
    <dgm:cxn modelId="{F161F12D-7D49-4D7C-B691-7D9794BBD5C2}" type="presOf" srcId="{EE2293F5-2148-4901-A00B-457AAC4D289E}" destId="{FD9B4F42-1AF2-4435-BB63-EF7700360BF0}" srcOrd="1" destOrd="0" presId="urn:microsoft.com/office/officeart/2008/layout/HorizontalMultiLevelHierarchy"/>
    <dgm:cxn modelId="{222B4C31-753F-47DF-AC94-8FDB41BB4A11}" type="presOf" srcId="{862A7325-D70A-4B64-A62E-181AED332CB3}" destId="{C3066888-C893-42D3-98D7-8FE685386710}" srcOrd="0" destOrd="0" presId="urn:microsoft.com/office/officeart/2008/layout/HorizontalMultiLevelHierarchy"/>
    <dgm:cxn modelId="{EB8C9536-9C71-4BC5-B916-BA1B381CF10E}" type="presOf" srcId="{598E92DD-A448-42D3-9A85-7889C8597F32}" destId="{DFEC9083-EABC-40FC-9B6B-E11E1A598554}" srcOrd="0" destOrd="0" presId="urn:microsoft.com/office/officeart/2008/layout/HorizontalMultiLevelHierarchy"/>
    <dgm:cxn modelId="{7FCBD738-B9DE-4D87-A8AC-5EC810FCC073}" srcId="{8B0216AF-C24C-44C9-80D7-8DF22372B79E}" destId="{0C327A1C-9F23-4E3F-812C-83D836037646}" srcOrd="0" destOrd="0" parTransId="{45DC4619-FD8B-4CCB-8600-C0C02DB9DE49}" sibTransId="{AC998090-B17F-43BC-BBFE-E5594EF21ADD}"/>
    <dgm:cxn modelId="{DF1B1067-FAA7-486F-9631-BB467CAC3BEB}" type="presOf" srcId="{C2EAEC25-7E5E-46CC-8FCD-B79D22FFC4B6}" destId="{6BB8A461-2C71-4A01-8575-3B9693866F62}" srcOrd="1" destOrd="0" presId="urn:microsoft.com/office/officeart/2008/layout/HorizontalMultiLevelHierarchy"/>
    <dgm:cxn modelId="{663E6E4C-C93E-4E29-97B9-8F8606781CC2}" type="presOf" srcId="{5D086218-E786-41B1-8740-013653DBB4BE}" destId="{5027AFEA-2364-438E-94AF-7CDD4B1259FB}" srcOrd="0" destOrd="0" presId="urn:microsoft.com/office/officeart/2008/layout/HorizontalMultiLevelHierarchy"/>
    <dgm:cxn modelId="{378B584F-C2EE-4879-8504-F680B481C95C}" type="presOf" srcId="{598E92DD-A448-42D3-9A85-7889C8597F32}" destId="{5F8198E4-54F7-460E-BC5B-E493C337AA50}" srcOrd="1" destOrd="0" presId="urn:microsoft.com/office/officeart/2008/layout/HorizontalMultiLevelHierarchy"/>
    <dgm:cxn modelId="{60A79254-3231-4C30-A7BE-6FEC57B8A428}" srcId="{0C327A1C-9F23-4E3F-812C-83D836037646}" destId="{862A7325-D70A-4B64-A62E-181AED332CB3}" srcOrd="0" destOrd="0" parTransId="{C2EAEC25-7E5E-46CC-8FCD-B79D22FFC4B6}" sibTransId="{20FD679C-7CCB-45F6-87F7-4754CA781D2B}"/>
    <dgm:cxn modelId="{88883B5A-AF50-4D32-B868-C34FF0415296}" type="presOf" srcId="{0C327A1C-9F23-4E3F-812C-83D836037646}" destId="{52A73338-D680-4BA6-A92A-74008ACCBA8A}" srcOrd="0" destOrd="0" presId="urn:microsoft.com/office/officeart/2008/layout/HorizontalMultiLevelHierarchy"/>
    <dgm:cxn modelId="{0771CD90-AE2D-4811-8FE9-D29DA58D81B7}" srcId="{0C327A1C-9F23-4E3F-812C-83D836037646}" destId="{AD2589DB-B2EF-4E81-83D9-5C2AE6F752FE}" srcOrd="1" destOrd="0" parTransId="{598E92DD-A448-42D3-9A85-7889C8597F32}" sibTransId="{23DA4D7A-D29A-4A2E-A517-0C68C484E224}"/>
    <dgm:cxn modelId="{30820E91-514D-408B-BE0B-35B3A3E50447}" type="presOf" srcId="{8B0216AF-C24C-44C9-80D7-8DF22372B79E}" destId="{8299B5E4-FC67-428F-9CC9-F3FF2B530F6F}" srcOrd="0" destOrd="0" presId="urn:microsoft.com/office/officeart/2008/layout/HorizontalMultiLevelHierarchy"/>
    <dgm:cxn modelId="{409E7F9B-8E74-4D48-AF4B-4AC49C2BA67C}" type="presOf" srcId="{C2EAEC25-7E5E-46CC-8FCD-B79D22FFC4B6}" destId="{E51F8D86-CD80-4953-A087-41779F172A7A}" srcOrd="0" destOrd="0" presId="urn:microsoft.com/office/officeart/2008/layout/HorizontalMultiLevelHierarchy"/>
    <dgm:cxn modelId="{2220D5BF-56E1-480F-8DD9-5A090CCB2087}" type="presParOf" srcId="{8299B5E4-FC67-428F-9CC9-F3FF2B530F6F}" destId="{A066B35C-779D-403F-A24E-8D1C8D28A100}" srcOrd="0" destOrd="0" presId="urn:microsoft.com/office/officeart/2008/layout/HorizontalMultiLevelHierarchy"/>
    <dgm:cxn modelId="{E64B49DE-3933-4EDF-BCE3-854E409B754D}" type="presParOf" srcId="{A066B35C-779D-403F-A24E-8D1C8D28A100}" destId="{52A73338-D680-4BA6-A92A-74008ACCBA8A}" srcOrd="0" destOrd="0" presId="urn:microsoft.com/office/officeart/2008/layout/HorizontalMultiLevelHierarchy"/>
    <dgm:cxn modelId="{465AE1FA-5176-4B6C-BA4E-C19B041547BB}" type="presParOf" srcId="{A066B35C-779D-403F-A24E-8D1C8D28A100}" destId="{0BF17D3F-5F2D-4A04-85AD-1F82DE3679B4}" srcOrd="1" destOrd="0" presId="urn:microsoft.com/office/officeart/2008/layout/HorizontalMultiLevelHierarchy"/>
    <dgm:cxn modelId="{A3318643-C6C9-49EE-8920-B38CF20FB605}" type="presParOf" srcId="{0BF17D3F-5F2D-4A04-85AD-1F82DE3679B4}" destId="{E51F8D86-CD80-4953-A087-41779F172A7A}" srcOrd="0" destOrd="0" presId="urn:microsoft.com/office/officeart/2008/layout/HorizontalMultiLevelHierarchy"/>
    <dgm:cxn modelId="{805D89A2-CAAF-4251-AFB2-832DA84FC3F9}" type="presParOf" srcId="{E51F8D86-CD80-4953-A087-41779F172A7A}" destId="{6BB8A461-2C71-4A01-8575-3B9693866F62}" srcOrd="0" destOrd="0" presId="urn:microsoft.com/office/officeart/2008/layout/HorizontalMultiLevelHierarchy"/>
    <dgm:cxn modelId="{047183EB-EAF9-4D18-A7E8-AEE23F85EA7E}" type="presParOf" srcId="{0BF17D3F-5F2D-4A04-85AD-1F82DE3679B4}" destId="{F67544F8-0563-4F71-9598-1251A9DD20FD}" srcOrd="1" destOrd="0" presId="urn:microsoft.com/office/officeart/2008/layout/HorizontalMultiLevelHierarchy"/>
    <dgm:cxn modelId="{A31835C0-3E48-4A42-B4F5-75C5B7B653A7}" type="presParOf" srcId="{F67544F8-0563-4F71-9598-1251A9DD20FD}" destId="{C3066888-C893-42D3-98D7-8FE685386710}" srcOrd="0" destOrd="0" presId="urn:microsoft.com/office/officeart/2008/layout/HorizontalMultiLevelHierarchy"/>
    <dgm:cxn modelId="{A9E807EF-89DD-4C01-95A3-2B8AC51186A2}" type="presParOf" srcId="{F67544F8-0563-4F71-9598-1251A9DD20FD}" destId="{D3DCF7D5-5EC7-4945-8A10-4397501BD77A}" srcOrd="1" destOrd="0" presId="urn:microsoft.com/office/officeart/2008/layout/HorizontalMultiLevelHierarchy"/>
    <dgm:cxn modelId="{96AB0C51-5A9D-4BB5-A3C7-E3B4EADDC02A}" type="presParOf" srcId="{0BF17D3F-5F2D-4A04-85AD-1F82DE3679B4}" destId="{DFEC9083-EABC-40FC-9B6B-E11E1A598554}" srcOrd="2" destOrd="0" presId="urn:microsoft.com/office/officeart/2008/layout/HorizontalMultiLevelHierarchy"/>
    <dgm:cxn modelId="{9ADFCC9D-F440-412B-AA6E-E35B077AB2F6}" type="presParOf" srcId="{DFEC9083-EABC-40FC-9B6B-E11E1A598554}" destId="{5F8198E4-54F7-460E-BC5B-E493C337AA50}" srcOrd="0" destOrd="0" presId="urn:microsoft.com/office/officeart/2008/layout/HorizontalMultiLevelHierarchy"/>
    <dgm:cxn modelId="{FA84E15C-52A0-4D90-B810-DD851A458CD4}" type="presParOf" srcId="{0BF17D3F-5F2D-4A04-85AD-1F82DE3679B4}" destId="{9CA302C1-FFE0-40C0-8383-F95F8C8ED338}" srcOrd="3" destOrd="0" presId="urn:microsoft.com/office/officeart/2008/layout/HorizontalMultiLevelHierarchy"/>
    <dgm:cxn modelId="{6F15793E-05FF-43BD-820C-CF20DFE0EADE}" type="presParOf" srcId="{9CA302C1-FFE0-40C0-8383-F95F8C8ED338}" destId="{0806B738-03B3-46CD-B3C6-D03FCAC38876}" srcOrd="0" destOrd="0" presId="urn:microsoft.com/office/officeart/2008/layout/HorizontalMultiLevelHierarchy"/>
    <dgm:cxn modelId="{D2248DEC-D77C-4B12-9E21-AA9DC5FC4C4F}" type="presParOf" srcId="{9CA302C1-FFE0-40C0-8383-F95F8C8ED338}" destId="{A5A34C77-8C56-4C82-87A9-D5EAC7138AF6}" srcOrd="1" destOrd="0" presId="urn:microsoft.com/office/officeart/2008/layout/HorizontalMultiLevelHierarchy"/>
    <dgm:cxn modelId="{8966996E-EB5D-414B-9FF5-54AC039BDDFC}" type="presParOf" srcId="{0BF17D3F-5F2D-4A04-85AD-1F82DE3679B4}" destId="{5BC41AC8-B66C-47AD-A1FB-2B7363BA4BC1}" srcOrd="4" destOrd="0" presId="urn:microsoft.com/office/officeart/2008/layout/HorizontalMultiLevelHierarchy"/>
    <dgm:cxn modelId="{25F0D96C-5239-47CC-BBD5-9DDC6106E7CE}" type="presParOf" srcId="{5BC41AC8-B66C-47AD-A1FB-2B7363BA4BC1}" destId="{FD9B4F42-1AF2-4435-BB63-EF7700360BF0}" srcOrd="0" destOrd="0" presId="urn:microsoft.com/office/officeart/2008/layout/HorizontalMultiLevelHierarchy"/>
    <dgm:cxn modelId="{3B07D170-B04B-403B-83BE-32B51F8A1598}" type="presParOf" srcId="{0BF17D3F-5F2D-4A04-85AD-1F82DE3679B4}" destId="{5F99AF06-B322-4313-A3F2-5EAC54CF8437}" srcOrd="5" destOrd="0" presId="urn:microsoft.com/office/officeart/2008/layout/HorizontalMultiLevelHierarchy"/>
    <dgm:cxn modelId="{C07BF0AA-C246-4C7C-AB90-3B1B3085B745}" type="presParOf" srcId="{5F99AF06-B322-4313-A3F2-5EAC54CF8437}" destId="{5027AFEA-2364-438E-94AF-7CDD4B1259FB}" srcOrd="0" destOrd="0" presId="urn:microsoft.com/office/officeart/2008/layout/HorizontalMultiLevelHierarchy"/>
    <dgm:cxn modelId="{FE7C146A-DAB7-4CB2-8C72-0EF99971DC21}" type="presParOf" srcId="{5F99AF06-B322-4313-A3F2-5EAC54CF8437}" destId="{23FB738F-79E5-4050-AA30-C2E7B973C307}"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8B0216AF-C24C-44C9-80D7-8DF22372B79E}" type="doc">
      <dgm:prSet loTypeId="urn:microsoft.com/office/officeart/2005/8/layout/hierarchy3" loCatId="hierarchy" qsTypeId="urn:microsoft.com/office/officeart/2005/8/quickstyle/3d9" qsCatId="3D" csTypeId="urn:microsoft.com/office/officeart/2005/8/colors/colorful1" csCatId="colorful" phldr="1"/>
      <dgm:spPr/>
      <dgm:t>
        <a:bodyPr/>
        <a:lstStyle/>
        <a:p>
          <a:endParaRPr lang="en-US"/>
        </a:p>
      </dgm:t>
    </dgm:pt>
    <dgm:pt modelId="{0C327A1C-9F23-4E3F-812C-83D836037646}">
      <dgm:prSet phldrT="[Text]"/>
      <dgm:spPr/>
      <dgm:t>
        <a:bodyPr/>
        <a:lstStyle/>
        <a:p>
          <a:r>
            <a:rPr lang="en-US" dirty="0"/>
            <a:t>Loops</a:t>
          </a:r>
        </a:p>
      </dgm:t>
    </dgm:pt>
    <dgm:pt modelId="{45DC4619-FD8B-4CCB-8600-C0C02DB9DE49}" type="parTrans" cxnId="{7FCBD738-B9DE-4D87-A8AC-5EC810FCC073}">
      <dgm:prSet/>
      <dgm:spPr/>
      <dgm:t>
        <a:bodyPr/>
        <a:lstStyle/>
        <a:p>
          <a:endParaRPr lang="en-US"/>
        </a:p>
      </dgm:t>
    </dgm:pt>
    <dgm:pt modelId="{AC998090-B17F-43BC-BBFE-E5594EF21ADD}" type="sibTrans" cxnId="{7FCBD738-B9DE-4D87-A8AC-5EC810FCC073}">
      <dgm:prSet/>
      <dgm:spPr/>
      <dgm:t>
        <a:bodyPr/>
        <a:lstStyle/>
        <a:p>
          <a:endParaRPr lang="en-US"/>
        </a:p>
      </dgm:t>
    </dgm:pt>
    <dgm:pt modelId="{9F1E2163-D07A-4802-BF4E-165E6222F9D4}">
      <dgm:prSet phldrT="[Text]"/>
      <dgm:spPr/>
      <dgm:t>
        <a:bodyPr/>
        <a:lstStyle/>
        <a:p>
          <a:r>
            <a:rPr lang="en-US" dirty="0"/>
            <a:t>Tasks and Solutions</a:t>
          </a:r>
        </a:p>
      </dgm:t>
    </dgm:pt>
    <dgm:pt modelId="{7E5CCF97-52EA-4EA1-B6BB-BE596299610F}" type="parTrans" cxnId="{89EA4652-8092-427E-9276-9F986907457C}">
      <dgm:prSet/>
      <dgm:spPr/>
      <dgm:t>
        <a:bodyPr/>
        <a:lstStyle/>
        <a:p>
          <a:endParaRPr lang="en-US"/>
        </a:p>
      </dgm:t>
    </dgm:pt>
    <dgm:pt modelId="{4072B51E-35C7-404A-9F6A-3CB63C7EBEFB}" type="sibTrans" cxnId="{89EA4652-8092-427E-9276-9F986907457C}">
      <dgm:prSet/>
      <dgm:spPr/>
      <dgm:t>
        <a:bodyPr/>
        <a:lstStyle/>
        <a:p>
          <a:endParaRPr lang="en-US"/>
        </a:p>
      </dgm:t>
    </dgm:pt>
    <dgm:pt modelId="{A267FB5F-AA89-4270-9592-899D4340148D}">
      <dgm:prSet phldrT="[Text]"/>
      <dgm:spPr/>
      <dgm:t>
        <a:bodyPr/>
        <a:lstStyle/>
        <a:p>
          <a:r>
            <a:rPr lang="en-US" dirty="0"/>
            <a:t>Solution 1 for problem 1</a:t>
          </a:r>
        </a:p>
      </dgm:t>
    </dgm:pt>
    <dgm:pt modelId="{0AD4010B-C590-44F1-B9BE-313FA2CA5DFA}" type="parTrans" cxnId="{C8CB5E94-632E-4208-A18F-99F30C850B15}">
      <dgm:prSet/>
      <dgm:spPr/>
      <dgm:t>
        <a:bodyPr/>
        <a:lstStyle/>
        <a:p>
          <a:endParaRPr lang="en-US"/>
        </a:p>
      </dgm:t>
    </dgm:pt>
    <dgm:pt modelId="{7E34AD57-064E-4C56-BA37-73D4F6995EFD}" type="sibTrans" cxnId="{C8CB5E94-632E-4208-A18F-99F30C850B15}">
      <dgm:prSet/>
      <dgm:spPr/>
      <dgm:t>
        <a:bodyPr/>
        <a:lstStyle/>
        <a:p>
          <a:endParaRPr lang="en-US"/>
        </a:p>
      </dgm:t>
    </dgm:pt>
    <dgm:pt modelId="{54ECA722-5CA5-4665-ACE1-366D072782AC}">
      <dgm:prSet phldrT="[Text]"/>
      <dgm:spPr/>
      <dgm:t>
        <a:bodyPr/>
        <a:lstStyle/>
        <a:p>
          <a:r>
            <a:rPr lang="en-US" dirty="0"/>
            <a:t>Problem1: Task on behalf of solution 1 and produce solution 2 for problem 2</a:t>
          </a:r>
        </a:p>
      </dgm:t>
    </dgm:pt>
    <dgm:pt modelId="{AE523E08-A39E-460A-A5D2-C830BA72907F}" type="parTrans" cxnId="{176832EE-9102-44B7-9E38-133E41545D22}">
      <dgm:prSet/>
      <dgm:spPr/>
      <dgm:t>
        <a:bodyPr/>
        <a:lstStyle/>
        <a:p>
          <a:endParaRPr lang="en-US"/>
        </a:p>
      </dgm:t>
    </dgm:pt>
    <dgm:pt modelId="{87AE0B99-B7E4-4F7E-BB40-02BC4A8A8B58}" type="sibTrans" cxnId="{176832EE-9102-44B7-9E38-133E41545D22}">
      <dgm:prSet/>
      <dgm:spPr/>
      <dgm:t>
        <a:bodyPr/>
        <a:lstStyle/>
        <a:p>
          <a:endParaRPr lang="en-US"/>
        </a:p>
      </dgm:t>
    </dgm:pt>
    <dgm:pt modelId="{4091DBE6-BE38-4311-A4DA-D462624D4CCE}">
      <dgm:prSet phldrT="[Text]"/>
      <dgm:spPr/>
      <dgm:t>
        <a:bodyPr/>
        <a:lstStyle/>
        <a:p>
          <a:r>
            <a:rPr lang="en-US" dirty="0"/>
            <a:t>Problem 2:Task on behalf of solution 2 and produce solution 3 for problem 3</a:t>
          </a:r>
        </a:p>
      </dgm:t>
    </dgm:pt>
    <dgm:pt modelId="{D07E00CA-82E6-4645-A30E-C7D7D87BA74A}" type="parTrans" cxnId="{A154EFE3-7B4B-4837-9CC3-99ED61DB1A2F}">
      <dgm:prSet/>
      <dgm:spPr/>
      <dgm:t>
        <a:bodyPr/>
        <a:lstStyle/>
        <a:p>
          <a:endParaRPr lang="en-US"/>
        </a:p>
      </dgm:t>
    </dgm:pt>
    <dgm:pt modelId="{B1AF2A8F-7CC0-450D-98ED-8AEADCDBEEA3}" type="sibTrans" cxnId="{A154EFE3-7B4B-4837-9CC3-99ED61DB1A2F}">
      <dgm:prSet/>
      <dgm:spPr/>
      <dgm:t>
        <a:bodyPr/>
        <a:lstStyle/>
        <a:p>
          <a:endParaRPr lang="en-US"/>
        </a:p>
      </dgm:t>
    </dgm:pt>
    <dgm:pt modelId="{DF037D52-6921-441B-B705-5D1A2383C02A}" type="pres">
      <dgm:prSet presAssocID="{8B0216AF-C24C-44C9-80D7-8DF22372B79E}" presName="diagram" presStyleCnt="0">
        <dgm:presLayoutVars>
          <dgm:chPref val="1"/>
          <dgm:dir/>
          <dgm:animOne val="branch"/>
          <dgm:animLvl val="lvl"/>
          <dgm:resizeHandles/>
        </dgm:presLayoutVars>
      </dgm:prSet>
      <dgm:spPr/>
    </dgm:pt>
    <dgm:pt modelId="{9880A54F-E1D9-4A62-B6A6-05837F09EB81}" type="pres">
      <dgm:prSet presAssocID="{0C327A1C-9F23-4E3F-812C-83D836037646}" presName="root" presStyleCnt="0"/>
      <dgm:spPr/>
    </dgm:pt>
    <dgm:pt modelId="{22B365CF-F85F-4E64-81E0-B36675FF865F}" type="pres">
      <dgm:prSet presAssocID="{0C327A1C-9F23-4E3F-812C-83D836037646}" presName="rootComposite" presStyleCnt="0"/>
      <dgm:spPr/>
    </dgm:pt>
    <dgm:pt modelId="{C75740F8-8FDA-460C-BC9D-011C3F728AA1}" type="pres">
      <dgm:prSet presAssocID="{0C327A1C-9F23-4E3F-812C-83D836037646}" presName="rootText" presStyleLbl="node1" presStyleIdx="0" presStyleCnt="1"/>
      <dgm:spPr/>
    </dgm:pt>
    <dgm:pt modelId="{8734E5F5-1DD5-4A16-AD45-C0DEA83DEAE9}" type="pres">
      <dgm:prSet presAssocID="{0C327A1C-9F23-4E3F-812C-83D836037646}" presName="rootConnector" presStyleLbl="node1" presStyleIdx="0" presStyleCnt="1"/>
      <dgm:spPr/>
    </dgm:pt>
    <dgm:pt modelId="{43F87151-899B-4E3D-9A11-E90BA78D82F8}" type="pres">
      <dgm:prSet presAssocID="{0C327A1C-9F23-4E3F-812C-83D836037646}" presName="childShape" presStyleCnt="0"/>
      <dgm:spPr/>
    </dgm:pt>
    <dgm:pt modelId="{9FF5CB3F-4B2B-4402-A70E-00FA5C1FBADE}" type="pres">
      <dgm:prSet presAssocID="{7E5CCF97-52EA-4EA1-B6BB-BE596299610F}" presName="Name13" presStyleLbl="parChTrans1D2" presStyleIdx="0" presStyleCnt="1"/>
      <dgm:spPr/>
    </dgm:pt>
    <dgm:pt modelId="{AD06B604-8E7D-4D95-A078-CC0E98B99921}" type="pres">
      <dgm:prSet presAssocID="{9F1E2163-D07A-4802-BF4E-165E6222F9D4}" presName="childText" presStyleLbl="bgAcc1" presStyleIdx="0" presStyleCnt="1">
        <dgm:presLayoutVars>
          <dgm:bulletEnabled val="1"/>
        </dgm:presLayoutVars>
      </dgm:prSet>
      <dgm:spPr/>
    </dgm:pt>
  </dgm:ptLst>
  <dgm:cxnLst>
    <dgm:cxn modelId="{D8461B21-14A9-417B-B953-ED336EB56A9F}" type="presOf" srcId="{9F1E2163-D07A-4802-BF4E-165E6222F9D4}" destId="{AD06B604-8E7D-4D95-A078-CC0E98B99921}" srcOrd="0" destOrd="0" presId="urn:microsoft.com/office/officeart/2005/8/layout/hierarchy3"/>
    <dgm:cxn modelId="{7FCBD738-B9DE-4D87-A8AC-5EC810FCC073}" srcId="{8B0216AF-C24C-44C9-80D7-8DF22372B79E}" destId="{0C327A1C-9F23-4E3F-812C-83D836037646}" srcOrd="0" destOrd="0" parTransId="{45DC4619-FD8B-4CCB-8600-C0C02DB9DE49}" sibTransId="{AC998090-B17F-43BC-BBFE-E5594EF21ADD}"/>
    <dgm:cxn modelId="{B307E15E-C441-4928-8BE6-22D0F3F9CFB7}" type="presOf" srcId="{0C327A1C-9F23-4E3F-812C-83D836037646}" destId="{C75740F8-8FDA-460C-BC9D-011C3F728AA1}" srcOrd="0" destOrd="0" presId="urn:microsoft.com/office/officeart/2005/8/layout/hierarchy3"/>
    <dgm:cxn modelId="{463A0861-B181-498B-B7A8-1C91A3C5AC55}" type="presOf" srcId="{4091DBE6-BE38-4311-A4DA-D462624D4CCE}" destId="{AD06B604-8E7D-4D95-A078-CC0E98B99921}" srcOrd="0" destOrd="3" presId="urn:microsoft.com/office/officeart/2005/8/layout/hierarchy3"/>
    <dgm:cxn modelId="{89EA4652-8092-427E-9276-9F986907457C}" srcId="{0C327A1C-9F23-4E3F-812C-83D836037646}" destId="{9F1E2163-D07A-4802-BF4E-165E6222F9D4}" srcOrd="0" destOrd="0" parTransId="{7E5CCF97-52EA-4EA1-B6BB-BE596299610F}" sibTransId="{4072B51E-35C7-404A-9F6A-3CB63C7EBEFB}"/>
    <dgm:cxn modelId="{C8CB5E94-632E-4208-A18F-99F30C850B15}" srcId="{9F1E2163-D07A-4802-BF4E-165E6222F9D4}" destId="{A267FB5F-AA89-4270-9592-899D4340148D}" srcOrd="0" destOrd="0" parTransId="{0AD4010B-C590-44F1-B9BE-313FA2CA5DFA}" sibTransId="{7E34AD57-064E-4C56-BA37-73D4F6995EFD}"/>
    <dgm:cxn modelId="{E242E6B7-CE10-454C-8728-AAC742B56403}" type="presOf" srcId="{54ECA722-5CA5-4665-ACE1-366D072782AC}" destId="{AD06B604-8E7D-4D95-A078-CC0E98B99921}" srcOrd="0" destOrd="2" presId="urn:microsoft.com/office/officeart/2005/8/layout/hierarchy3"/>
    <dgm:cxn modelId="{0EF273CF-28C3-4D4B-89DE-C51EE9F24944}" type="presOf" srcId="{0C327A1C-9F23-4E3F-812C-83D836037646}" destId="{8734E5F5-1DD5-4A16-AD45-C0DEA83DEAE9}" srcOrd="1" destOrd="0" presId="urn:microsoft.com/office/officeart/2005/8/layout/hierarchy3"/>
    <dgm:cxn modelId="{DB1C87D7-D830-4CA5-99BC-F97B03B5FE66}" type="presOf" srcId="{8B0216AF-C24C-44C9-80D7-8DF22372B79E}" destId="{DF037D52-6921-441B-B705-5D1A2383C02A}" srcOrd="0" destOrd="0" presId="urn:microsoft.com/office/officeart/2005/8/layout/hierarchy3"/>
    <dgm:cxn modelId="{A154EFE3-7B4B-4837-9CC3-99ED61DB1A2F}" srcId="{A267FB5F-AA89-4270-9592-899D4340148D}" destId="{4091DBE6-BE38-4311-A4DA-D462624D4CCE}" srcOrd="1" destOrd="0" parTransId="{D07E00CA-82E6-4645-A30E-C7D7D87BA74A}" sibTransId="{B1AF2A8F-7CC0-450D-98ED-8AEADCDBEEA3}"/>
    <dgm:cxn modelId="{176832EE-9102-44B7-9E38-133E41545D22}" srcId="{A267FB5F-AA89-4270-9592-899D4340148D}" destId="{54ECA722-5CA5-4665-ACE1-366D072782AC}" srcOrd="0" destOrd="0" parTransId="{AE523E08-A39E-460A-A5D2-C830BA72907F}" sibTransId="{87AE0B99-B7E4-4F7E-BB40-02BC4A8A8B58}"/>
    <dgm:cxn modelId="{D1C280F1-C62E-4A50-AA84-B9EA29C68A98}" type="presOf" srcId="{7E5CCF97-52EA-4EA1-B6BB-BE596299610F}" destId="{9FF5CB3F-4B2B-4402-A70E-00FA5C1FBADE}" srcOrd="0" destOrd="0" presId="urn:microsoft.com/office/officeart/2005/8/layout/hierarchy3"/>
    <dgm:cxn modelId="{5FC89EF7-9214-4C87-9812-503F80D18A1E}" type="presOf" srcId="{A267FB5F-AA89-4270-9592-899D4340148D}" destId="{AD06B604-8E7D-4D95-A078-CC0E98B99921}" srcOrd="0" destOrd="1" presId="urn:microsoft.com/office/officeart/2005/8/layout/hierarchy3"/>
    <dgm:cxn modelId="{EDFF733B-C1FC-48AD-A4BE-E82D929590CE}" type="presParOf" srcId="{DF037D52-6921-441B-B705-5D1A2383C02A}" destId="{9880A54F-E1D9-4A62-B6A6-05837F09EB81}" srcOrd="0" destOrd="0" presId="urn:microsoft.com/office/officeart/2005/8/layout/hierarchy3"/>
    <dgm:cxn modelId="{8979F0B9-CE54-4C45-AE99-45A8C9D9A8A5}" type="presParOf" srcId="{9880A54F-E1D9-4A62-B6A6-05837F09EB81}" destId="{22B365CF-F85F-4E64-81E0-B36675FF865F}" srcOrd="0" destOrd="0" presId="urn:microsoft.com/office/officeart/2005/8/layout/hierarchy3"/>
    <dgm:cxn modelId="{CB326589-C438-4B29-831A-A56284498022}" type="presParOf" srcId="{22B365CF-F85F-4E64-81E0-B36675FF865F}" destId="{C75740F8-8FDA-460C-BC9D-011C3F728AA1}" srcOrd="0" destOrd="0" presId="urn:microsoft.com/office/officeart/2005/8/layout/hierarchy3"/>
    <dgm:cxn modelId="{1DEC7A12-0E20-47E3-94FE-C1C37C7A3E52}" type="presParOf" srcId="{22B365CF-F85F-4E64-81E0-B36675FF865F}" destId="{8734E5F5-1DD5-4A16-AD45-C0DEA83DEAE9}" srcOrd="1" destOrd="0" presId="urn:microsoft.com/office/officeart/2005/8/layout/hierarchy3"/>
    <dgm:cxn modelId="{09F6D5D0-8460-4643-B520-344410FEA920}" type="presParOf" srcId="{9880A54F-E1D9-4A62-B6A6-05837F09EB81}" destId="{43F87151-899B-4E3D-9A11-E90BA78D82F8}" srcOrd="1" destOrd="0" presId="urn:microsoft.com/office/officeart/2005/8/layout/hierarchy3"/>
    <dgm:cxn modelId="{9C496062-B45A-43DC-BD47-23A527679623}" type="presParOf" srcId="{43F87151-899B-4E3D-9A11-E90BA78D82F8}" destId="{9FF5CB3F-4B2B-4402-A70E-00FA5C1FBADE}" srcOrd="0" destOrd="0" presId="urn:microsoft.com/office/officeart/2005/8/layout/hierarchy3"/>
    <dgm:cxn modelId="{AB942AF3-BC0E-46F8-AB64-AA07A72CA237}" type="presParOf" srcId="{43F87151-899B-4E3D-9A11-E90BA78D82F8}" destId="{AD06B604-8E7D-4D95-A078-CC0E98B99921}"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8B0216AF-C24C-44C9-80D7-8DF22372B79E}" type="doc">
      <dgm:prSet loTypeId="urn:microsoft.com/office/officeart/2005/8/layout/hierarchy3" loCatId="hierarchy" qsTypeId="urn:microsoft.com/office/officeart/2005/8/quickstyle/3d9" qsCatId="3D" csTypeId="urn:microsoft.com/office/officeart/2005/8/colors/colorful1" csCatId="colorful" phldr="1"/>
      <dgm:spPr/>
      <dgm:t>
        <a:bodyPr/>
        <a:lstStyle/>
        <a:p>
          <a:endParaRPr lang="en-US"/>
        </a:p>
      </dgm:t>
    </dgm:pt>
    <dgm:pt modelId="{0C327A1C-9F23-4E3F-812C-83D836037646}">
      <dgm:prSet phldrT="[Text]"/>
      <dgm:spPr/>
      <dgm:t>
        <a:bodyPr/>
        <a:lstStyle/>
        <a:p>
          <a:r>
            <a:rPr lang="en-US" dirty="0"/>
            <a:t>Loop Terminations</a:t>
          </a:r>
        </a:p>
      </dgm:t>
    </dgm:pt>
    <dgm:pt modelId="{45DC4619-FD8B-4CCB-8600-C0C02DB9DE49}" type="parTrans" cxnId="{7FCBD738-B9DE-4D87-A8AC-5EC810FCC073}">
      <dgm:prSet/>
      <dgm:spPr/>
      <dgm:t>
        <a:bodyPr/>
        <a:lstStyle/>
        <a:p>
          <a:endParaRPr lang="en-US"/>
        </a:p>
      </dgm:t>
    </dgm:pt>
    <dgm:pt modelId="{AC998090-B17F-43BC-BBFE-E5594EF21ADD}" type="sibTrans" cxnId="{7FCBD738-B9DE-4D87-A8AC-5EC810FCC073}">
      <dgm:prSet/>
      <dgm:spPr/>
      <dgm:t>
        <a:bodyPr/>
        <a:lstStyle/>
        <a:p>
          <a:endParaRPr lang="en-US"/>
        </a:p>
      </dgm:t>
    </dgm:pt>
    <dgm:pt modelId="{13714123-D8F5-46B9-A655-3DAAB25581D9}">
      <dgm:prSet phldrT="[Text]"/>
      <dgm:spPr/>
      <dgm:t>
        <a:bodyPr/>
        <a:lstStyle/>
        <a:p>
          <a:r>
            <a:rPr lang="en-US" dirty="0"/>
            <a:t>Nature of the problem</a:t>
          </a:r>
        </a:p>
      </dgm:t>
    </dgm:pt>
    <dgm:pt modelId="{0DFBAA67-6ED5-4612-A286-0E74AEFFE16B}" type="parTrans" cxnId="{32F42326-B961-48C6-A3F8-F0EB3E42F5F0}">
      <dgm:prSet/>
      <dgm:spPr/>
      <dgm:t>
        <a:bodyPr/>
        <a:lstStyle/>
        <a:p>
          <a:endParaRPr lang="en-US"/>
        </a:p>
      </dgm:t>
    </dgm:pt>
    <dgm:pt modelId="{5C4C6817-96BB-4643-B1D4-516D2F1DCA02}" type="sibTrans" cxnId="{32F42326-B961-48C6-A3F8-F0EB3E42F5F0}">
      <dgm:prSet/>
      <dgm:spPr/>
      <dgm:t>
        <a:bodyPr/>
        <a:lstStyle/>
        <a:p>
          <a:endParaRPr lang="en-US"/>
        </a:p>
      </dgm:t>
    </dgm:pt>
    <dgm:pt modelId="{FB3E45BB-0EF9-40BC-BF19-2E39409958FB}">
      <dgm:prSet phldrT="[Text]"/>
      <dgm:spPr/>
      <dgm:t>
        <a:bodyPr/>
        <a:lstStyle/>
        <a:p>
          <a:r>
            <a:rPr lang="en-US" dirty="0"/>
            <a:t>Iterative Tasks and Terminations</a:t>
          </a:r>
        </a:p>
      </dgm:t>
    </dgm:pt>
    <dgm:pt modelId="{F44724D6-1E37-4EA3-A6E9-13F447ACF30B}" type="parTrans" cxnId="{1E7C08C2-5302-41EC-B2F0-E97339803A11}">
      <dgm:prSet/>
      <dgm:spPr/>
      <dgm:t>
        <a:bodyPr/>
        <a:lstStyle/>
        <a:p>
          <a:endParaRPr lang="en-US"/>
        </a:p>
      </dgm:t>
    </dgm:pt>
    <dgm:pt modelId="{DA85CF75-288A-4B57-A865-C01C4915DFDD}" type="sibTrans" cxnId="{1E7C08C2-5302-41EC-B2F0-E97339803A11}">
      <dgm:prSet/>
      <dgm:spPr/>
      <dgm:t>
        <a:bodyPr/>
        <a:lstStyle/>
        <a:p>
          <a:endParaRPr lang="en-US"/>
        </a:p>
      </dgm:t>
    </dgm:pt>
    <dgm:pt modelId="{B3172E35-B317-4ED5-9484-593CF3B7D7D5}">
      <dgm:prSet phldrT="[Text]"/>
      <dgm:spPr/>
      <dgm:t>
        <a:bodyPr/>
        <a:lstStyle/>
        <a:p>
          <a:r>
            <a:rPr lang="en-US" dirty="0"/>
            <a:t>Conditions Based Terminations</a:t>
          </a:r>
        </a:p>
      </dgm:t>
    </dgm:pt>
    <dgm:pt modelId="{7D94D016-7BFB-41E7-A45F-1D55B9B11AE7}" type="parTrans" cxnId="{F16DC77F-4724-4ABB-B0A4-442F89A7B7E6}">
      <dgm:prSet/>
      <dgm:spPr/>
      <dgm:t>
        <a:bodyPr/>
        <a:lstStyle/>
        <a:p>
          <a:endParaRPr lang="en-US"/>
        </a:p>
      </dgm:t>
    </dgm:pt>
    <dgm:pt modelId="{AADC398B-FEB5-40EF-B8AD-97EA4E013BDF}" type="sibTrans" cxnId="{F16DC77F-4724-4ABB-B0A4-442F89A7B7E6}">
      <dgm:prSet/>
      <dgm:spPr/>
      <dgm:t>
        <a:bodyPr/>
        <a:lstStyle/>
        <a:p>
          <a:endParaRPr lang="en-US"/>
        </a:p>
      </dgm:t>
    </dgm:pt>
    <dgm:pt modelId="{DF037D52-6921-441B-B705-5D1A2383C02A}" type="pres">
      <dgm:prSet presAssocID="{8B0216AF-C24C-44C9-80D7-8DF22372B79E}" presName="diagram" presStyleCnt="0">
        <dgm:presLayoutVars>
          <dgm:chPref val="1"/>
          <dgm:dir/>
          <dgm:animOne val="branch"/>
          <dgm:animLvl val="lvl"/>
          <dgm:resizeHandles/>
        </dgm:presLayoutVars>
      </dgm:prSet>
      <dgm:spPr/>
    </dgm:pt>
    <dgm:pt modelId="{9880A54F-E1D9-4A62-B6A6-05837F09EB81}" type="pres">
      <dgm:prSet presAssocID="{0C327A1C-9F23-4E3F-812C-83D836037646}" presName="root" presStyleCnt="0"/>
      <dgm:spPr/>
    </dgm:pt>
    <dgm:pt modelId="{22B365CF-F85F-4E64-81E0-B36675FF865F}" type="pres">
      <dgm:prSet presAssocID="{0C327A1C-9F23-4E3F-812C-83D836037646}" presName="rootComposite" presStyleCnt="0"/>
      <dgm:spPr/>
    </dgm:pt>
    <dgm:pt modelId="{C75740F8-8FDA-460C-BC9D-011C3F728AA1}" type="pres">
      <dgm:prSet presAssocID="{0C327A1C-9F23-4E3F-812C-83D836037646}" presName="rootText" presStyleLbl="node1" presStyleIdx="0" presStyleCnt="1"/>
      <dgm:spPr/>
    </dgm:pt>
    <dgm:pt modelId="{8734E5F5-1DD5-4A16-AD45-C0DEA83DEAE9}" type="pres">
      <dgm:prSet presAssocID="{0C327A1C-9F23-4E3F-812C-83D836037646}" presName="rootConnector" presStyleLbl="node1" presStyleIdx="0" presStyleCnt="1"/>
      <dgm:spPr/>
    </dgm:pt>
    <dgm:pt modelId="{43F87151-899B-4E3D-9A11-E90BA78D82F8}" type="pres">
      <dgm:prSet presAssocID="{0C327A1C-9F23-4E3F-812C-83D836037646}" presName="childShape" presStyleCnt="0"/>
      <dgm:spPr/>
    </dgm:pt>
    <dgm:pt modelId="{D69E9D74-43FF-4267-92B9-845010334126}" type="pres">
      <dgm:prSet presAssocID="{0DFBAA67-6ED5-4612-A286-0E74AEFFE16B}" presName="Name13" presStyleLbl="parChTrans1D2" presStyleIdx="0" presStyleCnt="3"/>
      <dgm:spPr/>
    </dgm:pt>
    <dgm:pt modelId="{ADD46EFF-0375-4FB6-9191-AC74199DFDCE}" type="pres">
      <dgm:prSet presAssocID="{13714123-D8F5-46B9-A655-3DAAB25581D9}" presName="childText" presStyleLbl="bgAcc1" presStyleIdx="0" presStyleCnt="3">
        <dgm:presLayoutVars>
          <dgm:bulletEnabled val="1"/>
        </dgm:presLayoutVars>
      </dgm:prSet>
      <dgm:spPr/>
    </dgm:pt>
    <dgm:pt modelId="{2F6B6F73-F9F2-4568-BE7F-AA1C4F5492A2}" type="pres">
      <dgm:prSet presAssocID="{F44724D6-1E37-4EA3-A6E9-13F447ACF30B}" presName="Name13" presStyleLbl="parChTrans1D2" presStyleIdx="1" presStyleCnt="3"/>
      <dgm:spPr/>
    </dgm:pt>
    <dgm:pt modelId="{5E50534D-A1DF-4A79-9ADA-9BBBBC8E87A7}" type="pres">
      <dgm:prSet presAssocID="{FB3E45BB-0EF9-40BC-BF19-2E39409958FB}" presName="childText" presStyleLbl="bgAcc1" presStyleIdx="1" presStyleCnt="3">
        <dgm:presLayoutVars>
          <dgm:bulletEnabled val="1"/>
        </dgm:presLayoutVars>
      </dgm:prSet>
      <dgm:spPr/>
    </dgm:pt>
    <dgm:pt modelId="{28A6BEDD-44DF-4142-B4D8-5662FE17D22F}" type="pres">
      <dgm:prSet presAssocID="{7D94D016-7BFB-41E7-A45F-1D55B9B11AE7}" presName="Name13" presStyleLbl="parChTrans1D2" presStyleIdx="2" presStyleCnt="3"/>
      <dgm:spPr/>
    </dgm:pt>
    <dgm:pt modelId="{E0EC4AC9-05FB-4A40-9999-C4F88A6A4A4A}" type="pres">
      <dgm:prSet presAssocID="{B3172E35-B317-4ED5-9484-593CF3B7D7D5}" presName="childText" presStyleLbl="bgAcc1" presStyleIdx="2" presStyleCnt="3">
        <dgm:presLayoutVars>
          <dgm:bulletEnabled val="1"/>
        </dgm:presLayoutVars>
      </dgm:prSet>
      <dgm:spPr/>
    </dgm:pt>
  </dgm:ptLst>
  <dgm:cxnLst>
    <dgm:cxn modelId="{32F42326-B961-48C6-A3F8-F0EB3E42F5F0}" srcId="{0C327A1C-9F23-4E3F-812C-83D836037646}" destId="{13714123-D8F5-46B9-A655-3DAAB25581D9}" srcOrd="0" destOrd="0" parTransId="{0DFBAA67-6ED5-4612-A286-0E74AEFFE16B}" sibTransId="{5C4C6817-96BB-4643-B1D4-516D2F1DCA02}"/>
    <dgm:cxn modelId="{466CFB31-15ED-40A5-9B25-1316B42F3BC2}" type="presOf" srcId="{0DFBAA67-6ED5-4612-A286-0E74AEFFE16B}" destId="{D69E9D74-43FF-4267-92B9-845010334126}" srcOrd="0" destOrd="0" presId="urn:microsoft.com/office/officeart/2005/8/layout/hierarchy3"/>
    <dgm:cxn modelId="{7FCBD738-B9DE-4D87-A8AC-5EC810FCC073}" srcId="{8B0216AF-C24C-44C9-80D7-8DF22372B79E}" destId="{0C327A1C-9F23-4E3F-812C-83D836037646}" srcOrd="0" destOrd="0" parTransId="{45DC4619-FD8B-4CCB-8600-C0C02DB9DE49}" sibTransId="{AC998090-B17F-43BC-BBFE-E5594EF21ADD}"/>
    <dgm:cxn modelId="{C9FD203E-DE25-4B3C-B2BE-8D6A2414A5A1}" type="presOf" srcId="{F44724D6-1E37-4EA3-A6E9-13F447ACF30B}" destId="{2F6B6F73-F9F2-4568-BE7F-AA1C4F5492A2}" srcOrd="0" destOrd="0" presId="urn:microsoft.com/office/officeart/2005/8/layout/hierarchy3"/>
    <dgm:cxn modelId="{B307E15E-C441-4928-8BE6-22D0F3F9CFB7}" type="presOf" srcId="{0C327A1C-9F23-4E3F-812C-83D836037646}" destId="{C75740F8-8FDA-460C-BC9D-011C3F728AA1}" srcOrd="0" destOrd="0" presId="urn:microsoft.com/office/officeart/2005/8/layout/hierarchy3"/>
    <dgm:cxn modelId="{3AB36469-0425-45AA-9CB2-C5949748E31D}" type="presOf" srcId="{B3172E35-B317-4ED5-9484-593CF3B7D7D5}" destId="{E0EC4AC9-05FB-4A40-9999-C4F88A6A4A4A}" srcOrd="0" destOrd="0" presId="urn:microsoft.com/office/officeart/2005/8/layout/hierarchy3"/>
    <dgm:cxn modelId="{C7D15B4C-9D70-444D-B9A6-71076750BEC7}" type="presOf" srcId="{FB3E45BB-0EF9-40BC-BF19-2E39409958FB}" destId="{5E50534D-A1DF-4A79-9ADA-9BBBBC8E87A7}" srcOrd="0" destOrd="0" presId="urn:microsoft.com/office/officeart/2005/8/layout/hierarchy3"/>
    <dgm:cxn modelId="{F16DC77F-4724-4ABB-B0A4-442F89A7B7E6}" srcId="{0C327A1C-9F23-4E3F-812C-83D836037646}" destId="{B3172E35-B317-4ED5-9484-593CF3B7D7D5}" srcOrd="2" destOrd="0" parTransId="{7D94D016-7BFB-41E7-A45F-1D55B9B11AE7}" sibTransId="{AADC398B-FEB5-40EF-B8AD-97EA4E013BDF}"/>
    <dgm:cxn modelId="{A104FFC1-B19B-4F1F-B398-9F2C638B4D08}" type="presOf" srcId="{7D94D016-7BFB-41E7-A45F-1D55B9B11AE7}" destId="{28A6BEDD-44DF-4142-B4D8-5662FE17D22F}" srcOrd="0" destOrd="0" presId="urn:microsoft.com/office/officeart/2005/8/layout/hierarchy3"/>
    <dgm:cxn modelId="{1E7C08C2-5302-41EC-B2F0-E97339803A11}" srcId="{0C327A1C-9F23-4E3F-812C-83D836037646}" destId="{FB3E45BB-0EF9-40BC-BF19-2E39409958FB}" srcOrd="1" destOrd="0" parTransId="{F44724D6-1E37-4EA3-A6E9-13F447ACF30B}" sibTransId="{DA85CF75-288A-4B57-A865-C01C4915DFDD}"/>
    <dgm:cxn modelId="{10EC89C3-ACAF-42F3-A529-7E8866EE45E4}" type="presOf" srcId="{13714123-D8F5-46B9-A655-3DAAB25581D9}" destId="{ADD46EFF-0375-4FB6-9191-AC74199DFDCE}" srcOrd="0" destOrd="0" presId="urn:microsoft.com/office/officeart/2005/8/layout/hierarchy3"/>
    <dgm:cxn modelId="{0EF273CF-28C3-4D4B-89DE-C51EE9F24944}" type="presOf" srcId="{0C327A1C-9F23-4E3F-812C-83D836037646}" destId="{8734E5F5-1DD5-4A16-AD45-C0DEA83DEAE9}" srcOrd="1" destOrd="0" presId="urn:microsoft.com/office/officeart/2005/8/layout/hierarchy3"/>
    <dgm:cxn modelId="{DB1C87D7-D830-4CA5-99BC-F97B03B5FE66}" type="presOf" srcId="{8B0216AF-C24C-44C9-80D7-8DF22372B79E}" destId="{DF037D52-6921-441B-B705-5D1A2383C02A}" srcOrd="0" destOrd="0" presId="urn:microsoft.com/office/officeart/2005/8/layout/hierarchy3"/>
    <dgm:cxn modelId="{EDFF733B-C1FC-48AD-A4BE-E82D929590CE}" type="presParOf" srcId="{DF037D52-6921-441B-B705-5D1A2383C02A}" destId="{9880A54F-E1D9-4A62-B6A6-05837F09EB81}" srcOrd="0" destOrd="0" presId="urn:microsoft.com/office/officeart/2005/8/layout/hierarchy3"/>
    <dgm:cxn modelId="{8979F0B9-CE54-4C45-AE99-45A8C9D9A8A5}" type="presParOf" srcId="{9880A54F-E1D9-4A62-B6A6-05837F09EB81}" destId="{22B365CF-F85F-4E64-81E0-B36675FF865F}" srcOrd="0" destOrd="0" presId="urn:microsoft.com/office/officeart/2005/8/layout/hierarchy3"/>
    <dgm:cxn modelId="{CB326589-C438-4B29-831A-A56284498022}" type="presParOf" srcId="{22B365CF-F85F-4E64-81E0-B36675FF865F}" destId="{C75740F8-8FDA-460C-BC9D-011C3F728AA1}" srcOrd="0" destOrd="0" presId="urn:microsoft.com/office/officeart/2005/8/layout/hierarchy3"/>
    <dgm:cxn modelId="{1DEC7A12-0E20-47E3-94FE-C1C37C7A3E52}" type="presParOf" srcId="{22B365CF-F85F-4E64-81E0-B36675FF865F}" destId="{8734E5F5-1DD5-4A16-AD45-C0DEA83DEAE9}" srcOrd="1" destOrd="0" presId="urn:microsoft.com/office/officeart/2005/8/layout/hierarchy3"/>
    <dgm:cxn modelId="{09F6D5D0-8460-4643-B520-344410FEA920}" type="presParOf" srcId="{9880A54F-E1D9-4A62-B6A6-05837F09EB81}" destId="{43F87151-899B-4E3D-9A11-E90BA78D82F8}" srcOrd="1" destOrd="0" presId="urn:microsoft.com/office/officeart/2005/8/layout/hierarchy3"/>
    <dgm:cxn modelId="{36F53028-3313-4DE4-AACD-BCD07CFCF795}" type="presParOf" srcId="{43F87151-899B-4E3D-9A11-E90BA78D82F8}" destId="{D69E9D74-43FF-4267-92B9-845010334126}" srcOrd="0" destOrd="0" presId="urn:microsoft.com/office/officeart/2005/8/layout/hierarchy3"/>
    <dgm:cxn modelId="{6F73600F-949D-4F52-8D1C-5EA861598EED}" type="presParOf" srcId="{43F87151-899B-4E3D-9A11-E90BA78D82F8}" destId="{ADD46EFF-0375-4FB6-9191-AC74199DFDCE}" srcOrd="1" destOrd="0" presId="urn:microsoft.com/office/officeart/2005/8/layout/hierarchy3"/>
    <dgm:cxn modelId="{FF87F8F7-92DD-4153-B7B3-327C2DB39578}" type="presParOf" srcId="{43F87151-899B-4E3D-9A11-E90BA78D82F8}" destId="{2F6B6F73-F9F2-4568-BE7F-AA1C4F5492A2}" srcOrd="2" destOrd="0" presId="urn:microsoft.com/office/officeart/2005/8/layout/hierarchy3"/>
    <dgm:cxn modelId="{3AEB0501-7201-4A2D-AEF7-61255D0AFC3B}" type="presParOf" srcId="{43F87151-899B-4E3D-9A11-E90BA78D82F8}" destId="{5E50534D-A1DF-4A79-9ADA-9BBBBC8E87A7}" srcOrd="3" destOrd="0" presId="urn:microsoft.com/office/officeart/2005/8/layout/hierarchy3"/>
    <dgm:cxn modelId="{0A517065-490A-467C-B757-45DE9918CAF7}" type="presParOf" srcId="{43F87151-899B-4E3D-9A11-E90BA78D82F8}" destId="{28A6BEDD-44DF-4142-B4D8-5662FE17D22F}" srcOrd="4" destOrd="0" presId="urn:microsoft.com/office/officeart/2005/8/layout/hierarchy3"/>
    <dgm:cxn modelId="{A7D84A4F-F5C1-472F-B81B-C39294EA35A2}" type="presParOf" srcId="{43F87151-899B-4E3D-9A11-E90BA78D82F8}" destId="{E0EC4AC9-05FB-4A40-9999-C4F88A6A4A4A}" srcOrd="5"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9DCB3E-E13A-4CAA-9AA2-3E9232971E0A}">
      <dsp:nvSpPr>
        <dsp:cNvPr id="0" name=""/>
        <dsp:cNvSpPr/>
      </dsp:nvSpPr>
      <dsp:spPr>
        <a:xfrm>
          <a:off x="8203919" y="508545"/>
          <a:ext cx="1347629" cy="1347372"/>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3EAD5BE-93D5-4745-8BDD-061CF26B37D9}">
      <dsp:nvSpPr>
        <dsp:cNvPr id="0" name=""/>
        <dsp:cNvSpPr/>
      </dsp:nvSpPr>
      <dsp:spPr>
        <a:xfrm>
          <a:off x="8249296" y="553465"/>
          <a:ext cx="1257730" cy="1257532"/>
        </a:xfrm>
        <a:prstGeom prst="ellipse">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General Problem Solving Strategies</a:t>
          </a:r>
        </a:p>
      </dsp:txBody>
      <dsp:txXfrm>
        <a:off x="8429095" y="733146"/>
        <a:ext cx="898134" cy="898169"/>
      </dsp:txXfrm>
    </dsp:sp>
    <dsp:sp modelId="{C4E246EC-F601-4924-BBC8-3A1A082C7A23}">
      <dsp:nvSpPr>
        <dsp:cNvPr id="0" name=""/>
        <dsp:cNvSpPr/>
      </dsp:nvSpPr>
      <dsp:spPr>
        <a:xfrm rot="2700000">
          <a:off x="6811863" y="508393"/>
          <a:ext cx="1347439" cy="1347439"/>
        </a:xfrm>
        <a:prstGeom prst="teardrop">
          <a:avLst>
            <a:gd name="adj" fmla="val 10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B89AD82-5E4B-4B8F-9508-4A72617B65ED}">
      <dsp:nvSpPr>
        <dsp:cNvPr id="0" name=""/>
        <dsp:cNvSpPr/>
      </dsp:nvSpPr>
      <dsp:spPr>
        <a:xfrm>
          <a:off x="6857146" y="553465"/>
          <a:ext cx="1257730" cy="1257532"/>
        </a:xfrm>
        <a:prstGeom prst="ellipse">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Working backwards from the solution</a:t>
          </a:r>
        </a:p>
      </dsp:txBody>
      <dsp:txXfrm>
        <a:off x="7036944" y="733146"/>
        <a:ext cx="898134" cy="898169"/>
      </dsp:txXfrm>
    </dsp:sp>
    <dsp:sp modelId="{DBDD5211-DC76-417C-B3A5-01B03A4A934A}">
      <dsp:nvSpPr>
        <dsp:cNvPr id="0" name=""/>
        <dsp:cNvSpPr/>
      </dsp:nvSpPr>
      <dsp:spPr>
        <a:xfrm rot="2700000">
          <a:off x="5419713" y="508393"/>
          <a:ext cx="1347439" cy="1347439"/>
        </a:xfrm>
        <a:prstGeom prst="teardrop">
          <a:avLst>
            <a:gd name="adj" fmla="val 10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DA99B01-3956-4087-A853-30809F0FE27D}">
      <dsp:nvSpPr>
        <dsp:cNvPr id="0" name=""/>
        <dsp:cNvSpPr/>
      </dsp:nvSpPr>
      <dsp:spPr>
        <a:xfrm>
          <a:off x="5464995" y="553465"/>
          <a:ext cx="1257730" cy="1257532"/>
        </a:xfrm>
        <a:prstGeom prst="ellipse">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Similarities among Problems</a:t>
          </a:r>
        </a:p>
      </dsp:txBody>
      <dsp:txXfrm>
        <a:off x="5644793" y="733146"/>
        <a:ext cx="898134" cy="898169"/>
      </dsp:txXfrm>
    </dsp:sp>
    <dsp:sp modelId="{3D2C86EB-6BEB-41E3-8F51-9165B4E964FC}">
      <dsp:nvSpPr>
        <dsp:cNvPr id="0" name=""/>
        <dsp:cNvSpPr/>
      </dsp:nvSpPr>
      <dsp:spPr>
        <a:xfrm rot="2700000">
          <a:off x="4027562" y="508393"/>
          <a:ext cx="1347439" cy="1347439"/>
        </a:xfrm>
        <a:prstGeom prst="teardrop">
          <a:avLst>
            <a:gd name="adj" fmla="val 10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A72AFB8-AA08-446D-98BB-677CA1C724A4}">
      <dsp:nvSpPr>
        <dsp:cNvPr id="0" name=""/>
        <dsp:cNvSpPr/>
      </dsp:nvSpPr>
      <dsp:spPr>
        <a:xfrm>
          <a:off x="4072845" y="553465"/>
          <a:ext cx="1257730" cy="1257532"/>
        </a:xfrm>
        <a:prstGeom prst="ellipse">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Use of Specific Examples</a:t>
          </a:r>
        </a:p>
      </dsp:txBody>
      <dsp:txXfrm>
        <a:off x="4251787" y="733146"/>
        <a:ext cx="898134" cy="898169"/>
      </dsp:txXfrm>
    </dsp:sp>
    <dsp:sp modelId="{3A8B3E79-76B2-4515-A3B2-5092A460BDBB}">
      <dsp:nvSpPr>
        <dsp:cNvPr id="0" name=""/>
        <dsp:cNvSpPr/>
      </dsp:nvSpPr>
      <dsp:spPr>
        <a:xfrm rot="2700000">
          <a:off x="2635412" y="508393"/>
          <a:ext cx="1347439" cy="1347439"/>
        </a:xfrm>
        <a:prstGeom prst="teardrop">
          <a:avLst>
            <a:gd name="adj" fmla="val 10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2A5680-0967-4884-BEB5-895C63BFC0AF}">
      <dsp:nvSpPr>
        <dsp:cNvPr id="0" name=""/>
        <dsp:cNvSpPr/>
      </dsp:nvSpPr>
      <dsp:spPr>
        <a:xfrm>
          <a:off x="2680694" y="553465"/>
          <a:ext cx="1257730" cy="1257532"/>
        </a:xfrm>
        <a:prstGeom prst="ellipse">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Getting Started on a Problem</a:t>
          </a:r>
        </a:p>
      </dsp:txBody>
      <dsp:txXfrm>
        <a:off x="2859636" y="733146"/>
        <a:ext cx="898134" cy="898169"/>
      </dsp:txXfrm>
    </dsp:sp>
    <dsp:sp modelId="{99F15D58-EFEB-44B5-9570-0BADCEDCF622}">
      <dsp:nvSpPr>
        <dsp:cNvPr id="0" name=""/>
        <dsp:cNvSpPr/>
      </dsp:nvSpPr>
      <dsp:spPr>
        <a:xfrm rot="2700000">
          <a:off x="1243261" y="508393"/>
          <a:ext cx="1347439" cy="1347439"/>
        </a:xfrm>
        <a:prstGeom prst="teardrop">
          <a:avLst>
            <a:gd name="adj" fmla="val 10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D3218D-0E01-4103-B2A1-816A12CE1062}">
      <dsp:nvSpPr>
        <dsp:cNvPr id="0" name=""/>
        <dsp:cNvSpPr/>
      </dsp:nvSpPr>
      <dsp:spPr>
        <a:xfrm>
          <a:off x="1287687" y="553465"/>
          <a:ext cx="1257730" cy="1257532"/>
        </a:xfrm>
        <a:prstGeom prst="ellipse">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Problem Definition Phase</a:t>
          </a:r>
        </a:p>
      </dsp:txBody>
      <dsp:txXfrm>
        <a:off x="1467485" y="733146"/>
        <a:ext cx="898134" cy="89816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D2F52C-2CFB-4121-86E2-A625F8F662B2}">
      <dsp:nvSpPr>
        <dsp:cNvPr id="0" name=""/>
        <dsp:cNvSpPr/>
      </dsp:nvSpPr>
      <dsp:spPr>
        <a:xfrm>
          <a:off x="0" y="0"/>
          <a:ext cx="10515600" cy="938924"/>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just" defTabSz="1244600">
            <a:lnSpc>
              <a:spcPct val="90000"/>
            </a:lnSpc>
            <a:spcBef>
              <a:spcPct val="0"/>
            </a:spcBef>
            <a:spcAft>
              <a:spcPct val="35000"/>
            </a:spcAft>
            <a:buNone/>
          </a:pPr>
          <a:r>
            <a:rPr lang="en-US" sz="2800" kern="1200" dirty="0"/>
            <a:t>Success in solving any problem comes from how to understand the problem in a better way</a:t>
          </a:r>
        </a:p>
      </dsp:txBody>
      <dsp:txXfrm>
        <a:off x="45834" y="45834"/>
        <a:ext cx="10423932" cy="847256"/>
      </dsp:txXfrm>
    </dsp:sp>
    <dsp:sp modelId="{14547598-7FEE-4613-A1FA-06ABE8637513}">
      <dsp:nvSpPr>
        <dsp:cNvPr id="0" name=""/>
        <dsp:cNvSpPr/>
      </dsp:nvSpPr>
      <dsp:spPr>
        <a:xfrm>
          <a:off x="0" y="951485"/>
          <a:ext cx="10515600" cy="938924"/>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just" defTabSz="1244600">
            <a:lnSpc>
              <a:spcPct val="90000"/>
            </a:lnSpc>
            <a:spcBef>
              <a:spcPct val="0"/>
            </a:spcBef>
            <a:spcAft>
              <a:spcPct val="35000"/>
            </a:spcAft>
            <a:buNone/>
          </a:pPr>
          <a:r>
            <a:rPr lang="en-US" sz="2800" kern="1200" dirty="0"/>
            <a:t>What must be done rather than how to do it</a:t>
          </a:r>
        </a:p>
      </dsp:txBody>
      <dsp:txXfrm>
        <a:off x="45834" y="997319"/>
        <a:ext cx="10423932" cy="847256"/>
      </dsp:txXfrm>
    </dsp:sp>
    <dsp:sp modelId="{DA51103C-F38F-4785-98D0-FA8D3C6AB0FB}">
      <dsp:nvSpPr>
        <dsp:cNvPr id="0" name=""/>
        <dsp:cNvSpPr/>
      </dsp:nvSpPr>
      <dsp:spPr>
        <a:xfrm>
          <a:off x="0" y="1902447"/>
          <a:ext cx="10515600" cy="938924"/>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just" defTabSz="1244600">
            <a:lnSpc>
              <a:spcPct val="90000"/>
            </a:lnSpc>
            <a:spcBef>
              <a:spcPct val="0"/>
            </a:spcBef>
            <a:spcAft>
              <a:spcPct val="35000"/>
            </a:spcAft>
            <a:buNone/>
          </a:pPr>
          <a:r>
            <a:rPr lang="en-US" sz="2800" kern="1200" dirty="0"/>
            <a:t>Try to extract from the problem statement</a:t>
          </a:r>
        </a:p>
      </dsp:txBody>
      <dsp:txXfrm>
        <a:off x="45834" y="1948281"/>
        <a:ext cx="10423932" cy="847256"/>
      </dsp:txXfrm>
    </dsp:sp>
    <dsp:sp modelId="{F97CBDDA-5332-4D01-8EB1-D82C4D1A55F3}">
      <dsp:nvSpPr>
        <dsp:cNvPr id="0" name=""/>
        <dsp:cNvSpPr/>
      </dsp:nvSpPr>
      <dsp:spPr>
        <a:xfrm>
          <a:off x="0" y="2853410"/>
          <a:ext cx="10515600" cy="938924"/>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just" defTabSz="1244600">
            <a:lnSpc>
              <a:spcPct val="90000"/>
            </a:lnSpc>
            <a:spcBef>
              <a:spcPct val="0"/>
            </a:spcBef>
            <a:spcAft>
              <a:spcPct val="35000"/>
            </a:spcAft>
            <a:buNone/>
          </a:pPr>
          <a:r>
            <a:rPr lang="en-US" sz="2800" kern="1200" dirty="0"/>
            <a:t>A set of precisely defined tasks</a:t>
          </a:r>
        </a:p>
      </dsp:txBody>
      <dsp:txXfrm>
        <a:off x="45834" y="2899244"/>
        <a:ext cx="10423932" cy="847256"/>
      </dsp:txXfrm>
    </dsp:sp>
    <dsp:sp modelId="{BB71C2A4-098D-43B8-A703-FF600B8F506A}">
      <dsp:nvSpPr>
        <dsp:cNvPr id="0" name=""/>
        <dsp:cNvSpPr/>
      </dsp:nvSpPr>
      <dsp:spPr>
        <a:xfrm>
          <a:off x="0" y="3804372"/>
          <a:ext cx="10515600" cy="938924"/>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just" defTabSz="1244600">
            <a:lnSpc>
              <a:spcPct val="90000"/>
            </a:lnSpc>
            <a:spcBef>
              <a:spcPct val="0"/>
            </a:spcBef>
            <a:spcAft>
              <a:spcPct val="35000"/>
            </a:spcAft>
            <a:buNone/>
          </a:pPr>
          <a:r>
            <a:rPr lang="en-US" sz="2800" kern="1200" dirty="0"/>
            <a:t>From the definitions, we are led in a natural way to algorithm designs</a:t>
          </a:r>
        </a:p>
      </dsp:txBody>
      <dsp:txXfrm>
        <a:off x="45834" y="3850206"/>
        <a:ext cx="10423932" cy="84725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D2F52C-2CFB-4121-86E2-A625F8F662B2}">
      <dsp:nvSpPr>
        <dsp:cNvPr id="0" name=""/>
        <dsp:cNvSpPr/>
      </dsp:nvSpPr>
      <dsp:spPr>
        <a:xfrm>
          <a:off x="0" y="129"/>
          <a:ext cx="10515600" cy="780737"/>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just" defTabSz="1066800">
            <a:lnSpc>
              <a:spcPct val="90000"/>
            </a:lnSpc>
            <a:spcBef>
              <a:spcPct val="0"/>
            </a:spcBef>
            <a:spcAft>
              <a:spcPct val="35000"/>
            </a:spcAft>
            <a:buNone/>
          </a:pPr>
          <a:r>
            <a:rPr lang="en-GB" sz="2400" b="0" i="0" kern="1200" dirty="0"/>
            <a:t>What are you asked to find or show?</a:t>
          </a:r>
          <a:endParaRPr lang="en-US" sz="2400" kern="1200" dirty="0"/>
        </a:p>
      </dsp:txBody>
      <dsp:txXfrm>
        <a:off x="38112" y="38241"/>
        <a:ext cx="10439376" cy="704513"/>
      </dsp:txXfrm>
    </dsp:sp>
    <dsp:sp modelId="{8D590443-9FDE-48F1-B2DB-8A8E8515CBB3}">
      <dsp:nvSpPr>
        <dsp:cNvPr id="0" name=""/>
        <dsp:cNvSpPr/>
      </dsp:nvSpPr>
      <dsp:spPr>
        <a:xfrm>
          <a:off x="0" y="792694"/>
          <a:ext cx="10515600" cy="780737"/>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b="0" i="0" kern="1200" dirty="0"/>
            <a:t>Can you restate the problem in your own words?</a:t>
          </a:r>
        </a:p>
      </dsp:txBody>
      <dsp:txXfrm>
        <a:off x="38112" y="830806"/>
        <a:ext cx="10439376" cy="704513"/>
      </dsp:txXfrm>
    </dsp:sp>
    <dsp:sp modelId="{2A4D3826-3164-43CD-8F45-18A83B63A2DA}">
      <dsp:nvSpPr>
        <dsp:cNvPr id="0" name=""/>
        <dsp:cNvSpPr/>
      </dsp:nvSpPr>
      <dsp:spPr>
        <a:xfrm>
          <a:off x="0" y="1585258"/>
          <a:ext cx="10515600" cy="780737"/>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b="0" i="0" kern="1200" dirty="0"/>
            <a:t>Can you think of a picture or a diagram that might help you understand the problem?</a:t>
          </a:r>
        </a:p>
      </dsp:txBody>
      <dsp:txXfrm>
        <a:off x="38112" y="1623370"/>
        <a:ext cx="10439376" cy="704513"/>
      </dsp:txXfrm>
    </dsp:sp>
    <dsp:sp modelId="{4B6CD4A7-3D0A-4C6C-9161-6DE622C899FC}">
      <dsp:nvSpPr>
        <dsp:cNvPr id="0" name=""/>
        <dsp:cNvSpPr/>
      </dsp:nvSpPr>
      <dsp:spPr>
        <a:xfrm>
          <a:off x="0" y="2377823"/>
          <a:ext cx="10515600" cy="780737"/>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b="0" i="0" kern="1200"/>
            <a:t>Is there enough information to enable you to find a solution?</a:t>
          </a:r>
        </a:p>
      </dsp:txBody>
      <dsp:txXfrm>
        <a:off x="38112" y="2415935"/>
        <a:ext cx="10439376" cy="704513"/>
      </dsp:txXfrm>
    </dsp:sp>
    <dsp:sp modelId="{C2DBFBBE-EF41-4FB5-8EE1-92F257144D57}">
      <dsp:nvSpPr>
        <dsp:cNvPr id="0" name=""/>
        <dsp:cNvSpPr/>
      </dsp:nvSpPr>
      <dsp:spPr>
        <a:xfrm>
          <a:off x="0" y="3170387"/>
          <a:ext cx="10515600" cy="780737"/>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b="0" i="0" kern="1200"/>
            <a:t>Do you understand all the words used in stating the problem?</a:t>
          </a:r>
        </a:p>
      </dsp:txBody>
      <dsp:txXfrm>
        <a:off x="38112" y="3208499"/>
        <a:ext cx="10439376" cy="704513"/>
      </dsp:txXfrm>
    </dsp:sp>
    <dsp:sp modelId="{80984334-1F38-4D9D-83DC-B3D2347B5345}">
      <dsp:nvSpPr>
        <dsp:cNvPr id="0" name=""/>
        <dsp:cNvSpPr/>
      </dsp:nvSpPr>
      <dsp:spPr>
        <a:xfrm>
          <a:off x="0" y="3962952"/>
          <a:ext cx="10515600" cy="780737"/>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b="0" i="0" kern="1200"/>
            <a:t>Do you need to ask a question to get the answer?</a:t>
          </a:r>
        </a:p>
      </dsp:txBody>
      <dsp:txXfrm>
        <a:off x="38112" y="4001064"/>
        <a:ext cx="10439376" cy="70451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D2F52C-2CFB-4121-86E2-A625F8F662B2}">
      <dsp:nvSpPr>
        <dsp:cNvPr id="0" name=""/>
        <dsp:cNvSpPr/>
      </dsp:nvSpPr>
      <dsp:spPr>
        <a:xfrm>
          <a:off x="0" y="2507"/>
          <a:ext cx="10515600" cy="937962"/>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just" defTabSz="1244600">
            <a:lnSpc>
              <a:spcPct val="90000"/>
            </a:lnSpc>
            <a:spcBef>
              <a:spcPct val="0"/>
            </a:spcBef>
            <a:spcAft>
              <a:spcPct val="35000"/>
            </a:spcAft>
            <a:buNone/>
          </a:pPr>
          <a:r>
            <a:rPr lang="en-GB" sz="2800" b="0" i="0" kern="1200" dirty="0"/>
            <a:t>Can I restate the problem in my own words?</a:t>
          </a:r>
          <a:endParaRPr lang="en-US" sz="2800" kern="1200" dirty="0"/>
        </a:p>
      </dsp:txBody>
      <dsp:txXfrm>
        <a:off x="45788" y="48295"/>
        <a:ext cx="10424024" cy="846386"/>
      </dsp:txXfrm>
    </dsp:sp>
    <dsp:sp modelId="{5CF23923-469A-49BE-82C1-A5698B775870}">
      <dsp:nvSpPr>
        <dsp:cNvPr id="0" name=""/>
        <dsp:cNvSpPr/>
      </dsp:nvSpPr>
      <dsp:spPr>
        <a:xfrm>
          <a:off x="0" y="952717"/>
          <a:ext cx="10515600" cy="937962"/>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GB" sz="2800" b="0" i="0" kern="1200" dirty="0"/>
            <a:t>What are the inputs that go into the problem?</a:t>
          </a:r>
        </a:p>
      </dsp:txBody>
      <dsp:txXfrm>
        <a:off x="45788" y="998505"/>
        <a:ext cx="10424024" cy="846386"/>
      </dsp:txXfrm>
    </dsp:sp>
    <dsp:sp modelId="{1C04B82E-191C-4C9F-A455-17B6B5832235}">
      <dsp:nvSpPr>
        <dsp:cNvPr id="0" name=""/>
        <dsp:cNvSpPr/>
      </dsp:nvSpPr>
      <dsp:spPr>
        <a:xfrm>
          <a:off x="0" y="1902928"/>
          <a:ext cx="10515600" cy="937962"/>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GB" sz="2800" b="0" i="0" kern="1200"/>
            <a:t>What are the outputs that should come from the solution to the problem?</a:t>
          </a:r>
        </a:p>
      </dsp:txBody>
      <dsp:txXfrm>
        <a:off x="45788" y="1948716"/>
        <a:ext cx="10424024" cy="846386"/>
      </dsp:txXfrm>
    </dsp:sp>
    <dsp:sp modelId="{788DDFA4-4D5E-41E4-B469-9143EFDD219D}">
      <dsp:nvSpPr>
        <dsp:cNvPr id="0" name=""/>
        <dsp:cNvSpPr/>
      </dsp:nvSpPr>
      <dsp:spPr>
        <a:xfrm>
          <a:off x="0" y="2853139"/>
          <a:ext cx="10515600" cy="937962"/>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GB" sz="2800" b="0" i="0" kern="1200" dirty="0"/>
            <a:t>Can the outputs be determined from the inputs? In other words, do I have enough information to solve the problem?</a:t>
          </a:r>
        </a:p>
      </dsp:txBody>
      <dsp:txXfrm>
        <a:off x="45788" y="2898927"/>
        <a:ext cx="10424024" cy="846386"/>
      </dsp:txXfrm>
    </dsp:sp>
    <dsp:sp modelId="{EB1D399B-C446-4AA4-8CF2-84132A790AB8}">
      <dsp:nvSpPr>
        <dsp:cNvPr id="0" name=""/>
        <dsp:cNvSpPr/>
      </dsp:nvSpPr>
      <dsp:spPr>
        <a:xfrm>
          <a:off x="0" y="3803350"/>
          <a:ext cx="10515600" cy="937962"/>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GB" sz="2800" b="0" i="0" kern="1200" dirty="0"/>
            <a:t>How should I label the important pieces of data that are a part of the problem?</a:t>
          </a:r>
        </a:p>
      </dsp:txBody>
      <dsp:txXfrm>
        <a:off x="45788" y="3849138"/>
        <a:ext cx="10424024" cy="84638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D2F52C-2CFB-4121-86E2-A625F8F662B2}">
      <dsp:nvSpPr>
        <dsp:cNvPr id="0" name=""/>
        <dsp:cNvSpPr/>
      </dsp:nvSpPr>
      <dsp:spPr>
        <a:xfrm>
          <a:off x="0" y="47884"/>
          <a:ext cx="10515600" cy="1118812"/>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just" defTabSz="889000">
            <a:lnSpc>
              <a:spcPct val="90000"/>
            </a:lnSpc>
            <a:spcBef>
              <a:spcPct val="0"/>
            </a:spcBef>
            <a:spcAft>
              <a:spcPct val="35000"/>
            </a:spcAft>
            <a:buNone/>
          </a:pPr>
          <a:r>
            <a:rPr lang="en-GB" sz="2000" b="0" i="1" kern="1200" dirty="0"/>
            <a:t>Can I restate the problem in my own words?</a:t>
          </a:r>
          <a:r>
            <a:rPr lang="en-GB" sz="2000" b="0" i="0" kern="1200" dirty="0"/>
            <a:t> Maybe something like "Write a function that adds two numbers," or "Implement addition."</a:t>
          </a:r>
          <a:endParaRPr lang="en-US" sz="2000" kern="1200" dirty="0"/>
        </a:p>
      </dsp:txBody>
      <dsp:txXfrm>
        <a:off x="54616" y="102500"/>
        <a:ext cx="10406368" cy="1009580"/>
      </dsp:txXfrm>
    </dsp:sp>
    <dsp:sp modelId="{0A27391D-4C27-4D33-99BB-59B409684636}">
      <dsp:nvSpPr>
        <dsp:cNvPr id="0" name=""/>
        <dsp:cNvSpPr/>
      </dsp:nvSpPr>
      <dsp:spPr>
        <a:xfrm>
          <a:off x="0" y="1224297"/>
          <a:ext cx="10515600" cy="1118812"/>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just" defTabSz="889000">
            <a:lnSpc>
              <a:spcPct val="90000"/>
            </a:lnSpc>
            <a:spcBef>
              <a:spcPct val="0"/>
            </a:spcBef>
            <a:spcAft>
              <a:spcPct val="35000"/>
            </a:spcAft>
            <a:buNone/>
          </a:pPr>
          <a:r>
            <a:rPr lang="en-GB" sz="2000" b="0" i="1" kern="1200" dirty="0"/>
            <a:t>What are the inputs that go into the problem?</a:t>
          </a:r>
          <a:r>
            <a:rPr lang="en-GB" sz="2000" b="0" i="0" kern="1200" dirty="0"/>
            <a:t> Two numbers. </a:t>
          </a:r>
        </a:p>
      </dsp:txBody>
      <dsp:txXfrm>
        <a:off x="54616" y="1278913"/>
        <a:ext cx="10406368" cy="1009580"/>
      </dsp:txXfrm>
    </dsp:sp>
    <dsp:sp modelId="{8FD11CEA-B654-40DF-9BD3-CD649A65AEF5}">
      <dsp:nvSpPr>
        <dsp:cNvPr id="0" name=""/>
        <dsp:cNvSpPr/>
      </dsp:nvSpPr>
      <dsp:spPr>
        <a:xfrm>
          <a:off x="0" y="2400710"/>
          <a:ext cx="10515600" cy="1118812"/>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just" defTabSz="889000">
            <a:lnSpc>
              <a:spcPct val="90000"/>
            </a:lnSpc>
            <a:spcBef>
              <a:spcPct val="0"/>
            </a:spcBef>
            <a:spcAft>
              <a:spcPct val="35000"/>
            </a:spcAft>
            <a:buNone/>
          </a:pPr>
          <a:r>
            <a:rPr lang="en-GB" sz="2000" b="0" i="0" kern="1200" dirty="0"/>
            <a:t>This might seem like an open and shut case, but even here it's worth thinking about the structure of the inputs.</a:t>
          </a:r>
        </a:p>
      </dsp:txBody>
      <dsp:txXfrm>
        <a:off x="54616" y="2455326"/>
        <a:ext cx="10406368" cy="1009580"/>
      </dsp:txXfrm>
    </dsp:sp>
    <dsp:sp modelId="{AE7FE1E6-CAD3-4C16-978D-7A75C2D0D855}">
      <dsp:nvSpPr>
        <dsp:cNvPr id="0" name=""/>
        <dsp:cNvSpPr/>
      </dsp:nvSpPr>
      <dsp:spPr>
        <a:xfrm>
          <a:off x="0" y="3577122"/>
          <a:ext cx="10515600" cy="1118812"/>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just" defTabSz="889000">
            <a:lnSpc>
              <a:spcPct val="90000"/>
            </a:lnSpc>
            <a:spcBef>
              <a:spcPct val="0"/>
            </a:spcBef>
            <a:spcAft>
              <a:spcPct val="35000"/>
            </a:spcAft>
            <a:buNone/>
          </a:pPr>
          <a:r>
            <a:rPr lang="en-GB" sz="2000" b="0" i="0" kern="1200" dirty="0"/>
            <a:t>For instance, are the numbers integers, or are floats allowed too? Should the inputs even be numbers at all, or strings representing numbers? If the latter, the problem suddenly becomes much harder, because you can represent arbitrarily large numbers with strings. For example,</a:t>
          </a:r>
        </a:p>
      </dsp:txBody>
      <dsp:txXfrm>
        <a:off x="54616" y="3631738"/>
        <a:ext cx="10406368" cy="100958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6749AC-CC00-48A4-8608-27BFF88FBCAE}">
      <dsp:nvSpPr>
        <dsp:cNvPr id="0" name=""/>
        <dsp:cNvSpPr/>
      </dsp:nvSpPr>
      <dsp:spPr>
        <a:xfrm>
          <a:off x="0" y="247820"/>
          <a:ext cx="10813869" cy="1479574"/>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just" defTabSz="933450">
            <a:lnSpc>
              <a:spcPct val="90000"/>
            </a:lnSpc>
            <a:spcBef>
              <a:spcPct val="0"/>
            </a:spcBef>
            <a:spcAft>
              <a:spcPct val="35000"/>
            </a:spcAft>
            <a:buNone/>
          </a:pPr>
          <a:r>
            <a:rPr lang="en-GB" sz="2100" b="0" i="1" kern="1200" dirty="0"/>
            <a:t>What are the outputs that should come from the solution to the problem?</a:t>
          </a:r>
          <a:r>
            <a:rPr lang="en-GB" sz="2100" b="0" i="0" kern="1200" dirty="0"/>
            <a:t> One number, representing the sum of the inputs. Here too, it's worth thinking about type: should the output be a number, a string, or something else?</a:t>
          </a:r>
          <a:endParaRPr lang="en-US" sz="2100" kern="1200" dirty="0"/>
        </a:p>
      </dsp:txBody>
      <dsp:txXfrm>
        <a:off x="72227" y="320047"/>
        <a:ext cx="10669415" cy="1335120"/>
      </dsp:txXfrm>
    </dsp:sp>
    <dsp:sp modelId="{877F440D-7436-4B93-81C9-C805A5DBD6D2}">
      <dsp:nvSpPr>
        <dsp:cNvPr id="0" name=""/>
        <dsp:cNvSpPr/>
      </dsp:nvSpPr>
      <dsp:spPr>
        <a:xfrm>
          <a:off x="0" y="1787875"/>
          <a:ext cx="10813869" cy="1479574"/>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just" defTabSz="933450">
            <a:lnSpc>
              <a:spcPct val="90000"/>
            </a:lnSpc>
            <a:spcBef>
              <a:spcPct val="0"/>
            </a:spcBef>
            <a:spcAft>
              <a:spcPct val="35000"/>
            </a:spcAft>
            <a:buNone/>
          </a:pPr>
          <a:r>
            <a:rPr lang="en-GB" sz="2100" b="0" i="1" kern="1200" dirty="0"/>
            <a:t>Can the outputs be determined from the inputs?</a:t>
          </a:r>
          <a:r>
            <a:rPr lang="en-GB" sz="2100" b="0" i="0" kern="1200" dirty="0"/>
            <a:t> It seems that way, though the answer depends a bit on the answer to 2. For instance, if it's possible that there could be fewer than two inputs, it's not necessarily clear what the output should be if the user doesn't pass in any arguments at all. (Note how we're already finding examples of edge cases, before we've started writing any code!)</a:t>
          </a:r>
        </a:p>
      </dsp:txBody>
      <dsp:txXfrm>
        <a:off x="72227" y="1860102"/>
        <a:ext cx="10669415" cy="1335120"/>
      </dsp:txXfrm>
    </dsp:sp>
    <dsp:sp modelId="{09DBB987-F3DF-425D-97B3-427E4E7E8A76}">
      <dsp:nvSpPr>
        <dsp:cNvPr id="0" name=""/>
        <dsp:cNvSpPr/>
      </dsp:nvSpPr>
      <dsp:spPr>
        <a:xfrm>
          <a:off x="0" y="3327930"/>
          <a:ext cx="10813869" cy="1479574"/>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just" defTabSz="933450">
            <a:lnSpc>
              <a:spcPct val="90000"/>
            </a:lnSpc>
            <a:spcBef>
              <a:spcPct val="0"/>
            </a:spcBef>
            <a:spcAft>
              <a:spcPct val="35000"/>
            </a:spcAft>
            <a:buNone/>
          </a:pPr>
          <a:r>
            <a:rPr lang="en-GB" sz="2100" b="0" i="1" kern="1200"/>
            <a:t>How should I label the important pieces of data that are a part of the problem?</a:t>
          </a:r>
          <a:r>
            <a:rPr lang="en-GB" sz="2100" b="0" i="0" kern="1200"/>
            <a:t> This is a matter of personal preference, but it seems like there are four things that could use labels: the function, the two inputs, and the output. Names like add, num1, num2, and sum seem suitably descriptive.</a:t>
          </a:r>
        </a:p>
      </dsp:txBody>
      <dsp:txXfrm>
        <a:off x="72227" y="3400157"/>
        <a:ext cx="10669415" cy="133512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A0D4EB-F955-40E0-B3A6-8A3DA52A98DB}">
      <dsp:nvSpPr>
        <dsp:cNvPr id="0" name=""/>
        <dsp:cNvSpPr/>
      </dsp:nvSpPr>
      <dsp:spPr>
        <a:xfrm>
          <a:off x="2755780" y="0"/>
          <a:ext cx="4351338" cy="4351338"/>
        </a:xfrm>
        <a:prstGeom prst="triangle">
          <a:avLst/>
        </a:prstGeom>
        <a:gradFill rotWithShape="0">
          <a:gsLst>
            <a:gs pos="0">
              <a:schemeClr val="accent1">
                <a:shade val="50000"/>
                <a:hueOff val="0"/>
                <a:satOff val="0"/>
                <a:lumOff val="0"/>
                <a:alphaOff val="0"/>
                <a:satMod val="103000"/>
                <a:lumMod val="102000"/>
                <a:tint val="94000"/>
              </a:schemeClr>
            </a:gs>
            <a:gs pos="50000">
              <a:schemeClr val="accent1">
                <a:shade val="50000"/>
                <a:hueOff val="0"/>
                <a:satOff val="0"/>
                <a:lumOff val="0"/>
                <a:alphaOff val="0"/>
                <a:satMod val="110000"/>
                <a:lumMod val="100000"/>
                <a:shade val="100000"/>
              </a:schemeClr>
            </a:gs>
            <a:gs pos="100000">
              <a:schemeClr val="accent1">
                <a:shade val="50000"/>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432EA7E7-1AEE-4B28-BA6E-CC1C1E6800CD}">
      <dsp:nvSpPr>
        <dsp:cNvPr id="0" name=""/>
        <dsp:cNvSpPr/>
      </dsp:nvSpPr>
      <dsp:spPr>
        <a:xfrm>
          <a:off x="4931449" y="437470"/>
          <a:ext cx="2828369" cy="515021"/>
        </a:xfrm>
        <a:prstGeom prst="roundRect">
          <a:avLst/>
        </a:prstGeom>
        <a:solidFill>
          <a:schemeClr val="lt1">
            <a:alpha val="90000"/>
            <a:hueOff val="0"/>
            <a:satOff val="0"/>
            <a:lumOff val="0"/>
            <a:alphaOff val="0"/>
          </a:schemeClr>
        </a:solidFill>
        <a:ln w="6350" cap="flat" cmpd="sng" algn="ctr">
          <a:solidFill>
            <a:schemeClr val="accent1">
              <a:shade val="50000"/>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Breaking the problem into Sub problems</a:t>
          </a:r>
        </a:p>
      </dsp:txBody>
      <dsp:txXfrm>
        <a:off x="4956590" y="462611"/>
        <a:ext cx="2778087" cy="464739"/>
      </dsp:txXfrm>
    </dsp:sp>
    <dsp:sp modelId="{7F60B40D-0C57-4876-962D-8C6BD92BCC90}">
      <dsp:nvSpPr>
        <dsp:cNvPr id="0" name=""/>
        <dsp:cNvSpPr/>
      </dsp:nvSpPr>
      <dsp:spPr>
        <a:xfrm>
          <a:off x="4931449" y="1016870"/>
          <a:ext cx="2828369" cy="515021"/>
        </a:xfrm>
        <a:prstGeom prst="roundRect">
          <a:avLst/>
        </a:prstGeom>
        <a:solidFill>
          <a:schemeClr val="lt1">
            <a:alpha val="90000"/>
            <a:hueOff val="0"/>
            <a:satOff val="0"/>
            <a:lumOff val="0"/>
            <a:alphaOff val="0"/>
          </a:schemeClr>
        </a:solidFill>
        <a:ln w="6350" cap="flat" cmpd="sng" algn="ctr">
          <a:solidFill>
            <a:schemeClr val="accent1">
              <a:shade val="50000"/>
              <a:hueOff val="134164"/>
              <a:satOff val="-3267"/>
              <a:lumOff val="14299"/>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Choice of Suitable Data Structure</a:t>
          </a:r>
        </a:p>
      </dsp:txBody>
      <dsp:txXfrm>
        <a:off x="4956590" y="1042011"/>
        <a:ext cx="2778087" cy="464739"/>
      </dsp:txXfrm>
    </dsp:sp>
    <dsp:sp modelId="{9807F931-11BC-4CF7-9EFA-A5A949F29915}">
      <dsp:nvSpPr>
        <dsp:cNvPr id="0" name=""/>
        <dsp:cNvSpPr/>
      </dsp:nvSpPr>
      <dsp:spPr>
        <a:xfrm>
          <a:off x="4931449" y="1596269"/>
          <a:ext cx="2828369" cy="515021"/>
        </a:xfrm>
        <a:prstGeom prst="roundRect">
          <a:avLst/>
        </a:prstGeom>
        <a:solidFill>
          <a:schemeClr val="lt1">
            <a:alpha val="90000"/>
            <a:hueOff val="0"/>
            <a:satOff val="0"/>
            <a:lumOff val="0"/>
            <a:alphaOff val="0"/>
          </a:schemeClr>
        </a:solidFill>
        <a:ln w="6350" cap="flat" cmpd="sng" algn="ctr">
          <a:solidFill>
            <a:schemeClr val="accent1">
              <a:shade val="50000"/>
              <a:hueOff val="268329"/>
              <a:satOff val="-6535"/>
              <a:lumOff val="28597"/>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Construction of the loops</a:t>
          </a:r>
        </a:p>
      </dsp:txBody>
      <dsp:txXfrm>
        <a:off x="4956590" y="1621410"/>
        <a:ext cx="2778087" cy="464739"/>
      </dsp:txXfrm>
    </dsp:sp>
    <dsp:sp modelId="{2A67F3E8-DFD8-4F36-9B95-A8ADB528C1CD}">
      <dsp:nvSpPr>
        <dsp:cNvPr id="0" name=""/>
        <dsp:cNvSpPr/>
      </dsp:nvSpPr>
      <dsp:spPr>
        <a:xfrm>
          <a:off x="4931449" y="2175669"/>
          <a:ext cx="2828369" cy="515021"/>
        </a:xfrm>
        <a:prstGeom prst="roundRect">
          <a:avLst/>
        </a:prstGeom>
        <a:solidFill>
          <a:schemeClr val="lt1">
            <a:alpha val="90000"/>
            <a:hueOff val="0"/>
            <a:satOff val="0"/>
            <a:lumOff val="0"/>
            <a:alphaOff val="0"/>
          </a:schemeClr>
        </a:solidFill>
        <a:ln w="6350" cap="flat" cmpd="sng" algn="ctr">
          <a:solidFill>
            <a:schemeClr val="accent1">
              <a:shade val="50000"/>
              <a:hueOff val="402493"/>
              <a:satOff val="-9802"/>
              <a:lumOff val="42896"/>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Establishing Initial Conditions for  the loops</a:t>
          </a:r>
        </a:p>
      </dsp:txBody>
      <dsp:txXfrm>
        <a:off x="4956590" y="2200810"/>
        <a:ext cx="2778087" cy="464739"/>
      </dsp:txXfrm>
    </dsp:sp>
    <dsp:sp modelId="{9720DAC6-894B-4FC8-8F39-9A83E4F56920}">
      <dsp:nvSpPr>
        <dsp:cNvPr id="0" name=""/>
        <dsp:cNvSpPr/>
      </dsp:nvSpPr>
      <dsp:spPr>
        <a:xfrm>
          <a:off x="4931449" y="2755068"/>
          <a:ext cx="2828369" cy="515021"/>
        </a:xfrm>
        <a:prstGeom prst="roundRect">
          <a:avLst/>
        </a:prstGeom>
        <a:solidFill>
          <a:schemeClr val="lt1">
            <a:alpha val="90000"/>
            <a:hueOff val="0"/>
            <a:satOff val="0"/>
            <a:lumOff val="0"/>
            <a:alphaOff val="0"/>
          </a:schemeClr>
        </a:solidFill>
        <a:ln w="6350" cap="flat" cmpd="sng" algn="ctr">
          <a:solidFill>
            <a:schemeClr val="accent1">
              <a:shade val="50000"/>
              <a:hueOff val="268329"/>
              <a:satOff val="-6535"/>
              <a:lumOff val="28597"/>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Finding the Iterative Construct</a:t>
          </a:r>
        </a:p>
      </dsp:txBody>
      <dsp:txXfrm>
        <a:off x="4956590" y="2780209"/>
        <a:ext cx="2778087" cy="464739"/>
      </dsp:txXfrm>
    </dsp:sp>
    <dsp:sp modelId="{6B7D937B-964B-4921-93C3-989695FF4CF6}">
      <dsp:nvSpPr>
        <dsp:cNvPr id="0" name=""/>
        <dsp:cNvSpPr/>
      </dsp:nvSpPr>
      <dsp:spPr>
        <a:xfrm>
          <a:off x="4931449" y="3334467"/>
          <a:ext cx="2828369" cy="515021"/>
        </a:xfrm>
        <a:prstGeom prst="roundRect">
          <a:avLst/>
        </a:prstGeom>
        <a:solidFill>
          <a:schemeClr val="lt1">
            <a:alpha val="90000"/>
            <a:hueOff val="0"/>
            <a:satOff val="0"/>
            <a:lumOff val="0"/>
            <a:alphaOff val="0"/>
          </a:schemeClr>
        </a:solidFill>
        <a:ln w="6350" cap="flat" cmpd="sng" algn="ctr">
          <a:solidFill>
            <a:schemeClr val="accent1">
              <a:shade val="50000"/>
              <a:hueOff val="134164"/>
              <a:satOff val="-3267"/>
              <a:lumOff val="14299"/>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Termination of the loops</a:t>
          </a:r>
        </a:p>
      </dsp:txBody>
      <dsp:txXfrm>
        <a:off x="4956590" y="3359608"/>
        <a:ext cx="2778087" cy="46473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2F90B7-FF0A-47FA-A1AD-BCC717C50A8B}">
      <dsp:nvSpPr>
        <dsp:cNvPr id="0" name=""/>
        <dsp:cNvSpPr/>
      </dsp:nvSpPr>
      <dsp:spPr>
        <a:xfrm>
          <a:off x="5257800" y="653156"/>
          <a:ext cx="1574564" cy="273271"/>
        </a:xfrm>
        <a:custGeom>
          <a:avLst/>
          <a:gdLst/>
          <a:ahLst/>
          <a:cxnLst/>
          <a:rect l="0" t="0" r="0" b="0"/>
          <a:pathLst>
            <a:path>
              <a:moveTo>
                <a:pt x="0" y="0"/>
              </a:moveTo>
              <a:lnTo>
                <a:pt x="0" y="136635"/>
              </a:lnTo>
              <a:lnTo>
                <a:pt x="1574564" y="136635"/>
              </a:lnTo>
              <a:lnTo>
                <a:pt x="1574564" y="273271"/>
              </a:lnTo>
            </a:path>
          </a:pathLst>
        </a:custGeom>
        <a:noFill/>
        <a:ln w="12700" cap="flat" cmpd="sng" algn="ctr">
          <a:solidFill>
            <a:schemeClr val="accent2">
              <a:hueOff val="0"/>
              <a:satOff val="0"/>
              <a:lumOff val="0"/>
              <a:alphaOff val="0"/>
            </a:schemeClr>
          </a:solidFill>
          <a:prstDash val="solid"/>
          <a:miter lim="800000"/>
        </a:ln>
        <a:effectLst/>
        <a:sp3d z="-110000"/>
      </dsp:spPr>
      <dsp:style>
        <a:lnRef idx="2">
          <a:scrgbClr r="0" g="0" b="0"/>
        </a:lnRef>
        <a:fillRef idx="0">
          <a:scrgbClr r="0" g="0" b="0"/>
        </a:fillRef>
        <a:effectRef idx="0">
          <a:scrgbClr r="0" g="0" b="0"/>
        </a:effectRef>
        <a:fontRef idx="minor"/>
      </dsp:style>
    </dsp:sp>
    <dsp:sp modelId="{A8D24517-65C5-48F3-94AF-B583CE54C400}">
      <dsp:nvSpPr>
        <dsp:cNvPr id="0" name=""/>
        <dsp:cNvSpPr/>
      </dsp:nvSpPr>
      <dsp:spPr>
        <a:xfrm>
          <a:off x="5524564" y="2500992"/>
          <a:ext cx="195193" cy="1522512"/>
        </a:xfrm>
        <a:custGeom>
          <a:avLst/>
          <a:gdLst/>
          <a:ahLst/>
          <a:cxnLst/>
          <a:rect l="0" t="0" r="0" b="0"/>
          <a:pathLst>
            <a:path>
              <a:moveTo>
                <a:pt x="0" y="0"/>
              </a:moveTo>
              <a:lnTo>
                <a:pt x="0" y="1522512"/>
              </a:lnTo>
              <a:lnTo>
                <a:pt x="195193" y="1522512"/>
              </a:lnTo>
            </a:path>
          </a:pathLst>
        </a:custGeom>
        <a:noFill/>
        <a:ln w="12700" cap="flat" cmpd="sng" algn="ctr">
          <a:solidFill>
            <a:schemeClr val="accent4">
              <a:hueOff val="0"/>
              <a:satOff val="0"/>
              <a:lumOff val="0"/>
              <a:alphaOff val="0"/>
            </a:schemeClr>
          </a:solidFill>
          <a:prstDash val="solid"/>
          <a:miter lim="800000"/>
        </a:ln>
        <a:effectLst/>
        <a:sp3d z="-110000"/>
      </dsp:spPr>
      <dsp:style>
        <a:lnRef idx="2">
          <a:scrgbClr r="0" g="0" b="0"/>
        </a:lnRef>
        <a:fillRef idx="0">
          <a:scrgbClr r="0" g="0" b="0"/>
        </a:fillRef>
        <a:effectRef idx="0">
          <a:scrgbClr r="0" g="0" b="0"/>
        </a:effectRef>
        <a:fontRef idx="minor"/>
      </dsp:style>
    </dsp:sp>
    <dsp:sp modelId="{FD6566A9-5C73-4C44-A0C6-45720F37DC7E}">
      <dsp:nvSpPr>
        <dsp:cNvPr id="0" name=""/>
        <dsp:cNvSpPr/>
      </dsp:nvSpPr>
      <dsp:spPr>
        <a:xfrm>
          <a:off x="5524564" y="2500992"/>
          <a:ext cx="195193" cy="598594"/>
        </a:xfrm>
        <a:custGeom>
          <a:avLst/>
          <a:gdLst/>
          <a:ahLst/>
          <a:cxnLst/>
          <a:rect l="0" t="0" r="0" b="0"/>
          <a:pathLst>
            <a:path>
              <a:moveTo>
                <a:pt x="0" y="0"/>
              </a:moveTo>
              <a:lnTo>
                <a:pt x="0" y="598594"/>
              </a:lnTo>
              <a:lnTo>
                <a:pt x="195193" y="598594"/>
              </a:lnTo>
            </a:path>
          </a:pathLst>
        </a:custGeom>
        <a:noFill/>
        <a:ln w="12700" cap="flat" cmpd="sng" algn="ctr">
          <a:solidFill>
            <a:schemeClr val="accent4">
              <a:hueOff val="0"/>
              <a:satOff val="0"/>
              <a:lumOff val="0"/>
              <a:alphaOff val="0"/>
            </a:schemeClr>
          </a:solidFill>
          <a:prstDash val="solid"/>
          <a:miter lim="800000"/>
        </a:ln>
        <a:effectLst/>
        <a:sp3d z="-110000"/>
      </dsp:spPr>
      <dsp:style>
        <a:lnRef idx="2">
          <a:scrgbClr r="0" g="0" b="0"/>
        </a:lnRef>
        <a:fillRef idx="0">
          <a:scrgbClr r="0" g="0" b="0"/>
        </a:fillRef>
        <a:effectRef idx="0">
          <a:scrgbClr r="0" g="0" b="0"/>
        </a:effectRef>
        <a:fontRef idx="minor"/>
      </dsp:style>
    </dsp:sp>
    <dsp:sp modelId="{984C62D1-7994-4E37-AD97-42BB0EC346EA}">
      <dsp:nvSpPr>
        <dsp:cNvPr id="0" name=""/>
        <dsp:cNvSpPr/>
      </dsp:nvSpPr>
      <dsp:spPr>
        <a:xfrm>
          <a:off x="5257800" y="1577074"/>
          <a:ext cx="787282" cy="273271"/>
        </a:xfrm>
        <a:custGeom>
          <a:avLst/>
          <a:gdLst/>
          <a:ahLst/>
          <a:cxnLst/>
          <a:rect l="0" t="0" r="0" b="0"/>
          <a:pathLst>
            <a:path>
              <a:moveTo>
                <a:pt x="0" y="0"/>
              </a:moveTo>
              <a:lnTo>
                <a:pt x="0" y="136635"/>
              </a:lnTo>
              <a:lnTo>
                <a:pt x="787282" y="136635"/>
              </a:lnTo>
              <a:lnTo>
                <a:pt x="787282" y="273271"/>
              </a:lnTo>
            </a:path>
          </a:pathLst>
        </a:custGeom>
        <a:noFill/>
        <a:ln w="12700" cap="flat" cmpd="sng" algn="ctr">
          <a:solidFill>
            <a:schemeClr val="accent3">
              <a:hueOff val="0"/>
              <a:satOff val="0"/>
              <a:lumOff val="0"/>
              <a:alphaOff val="0"/>
            </a:schemeClr>
          </a:solidFill>
          <a:prstDash val="solid"/>
          <a:miter lim="800000"/>
        </a:ln>
        <a:effectLst/>
        <a:sp3d z="-110000"/>
      </dsp:spPr>
      <dsp:style>
        <a:lnRef idx="2">
          <a:scrgbClr r="0" g="0" b="0"/>
        </a:lnRef>
        <a:fillRef idx="0">
          <a:scrgbClr r="0" g="0" b="0"/>
        </a:fillRef>
        <a:effectRef idx="0">
          <a:scrgbClr r="0" g="0" b="0"/>
        </a:effectRef>
        <a:fontRef idx="minor"/>
      </dsp:style>
    </dsp:sp>
    <dsp:sp modelId="{19360F85-1A5A-404F-AEE4-543BB4EB6C65}">
      <dsp:nvSpPr>
        <dsp:cNvPr id="0" name=""/>
        <dsp:cNvSpPr/>
      </dsp:nvSpPr>
      <dsp:spPr>
        <a:xfrm>
          <a:off x="3950000" y="2500992"/>
          <a:ext cx="195193" cy="1522512"/>
        </a:xfrm>
        <a:custGeom>
          <a:avLst/>
          <a:gdLst/>
          <a:ahLst/>
          <a:cxnLst/>
          <a:rect l="0" t="0" r="0" b="0"/>
          <a:pathLst>
            <a:path>
              <a:moveTo>
                <a:pt x="0" y="0"/>
              </a:moveTo>
              <a:lnTo>
                <a:pt x="0" y="1522512"/>
              </a:lnTo>
              <a:lnTo>
                <a:pt x="195193" y="1522512"/>
              </a:lnTo>
            </a:path>
          </a:pathLst>
        </a:custGeom>
        <a:noFill/>
        <a:ln w="12700" cap="flat" cmpd="sng" algn="ctr">
          <a:solidFill>
            <a:schemeClr val="accent4">
              <a:hueOff val="0"/>
              <a:satOff val="0"/>
              <a:lumOff val="0"/>
              <a:alphaOff val="0"/>
            </a:schemeClr>
          </a:solidFill>
          <a:prstDash val="solid"/>
          <a:miter lim="800000"/>
        </a:ln>
        <a:effectLst/>
        <a:sp3d z="-110000"/>
      </dsp:spPr>
      <dsp:style>
        <a:lnRef idx="2">
          <a:scrgbClr r="0" g="0" b="0"/>
        </a:lnRef>
        <a:fillRef idx="0">
          <a:scrgbClr r="0" g="0" b="0"/>
        </a:fillRef>
        <a:effectRef idx="0">
          <a:scrgbClr r="0" g="0" b="0"/>
        </a:effectRef>
        <a:fontRef idx="minor"/>
      </dsp:style>
    </dsp:sp>
    <dsp:sp modelId="{52450797-9FE0-4FBF-977D-86B65135E598}">
      <dsp:nvSpPr>
        <dsp:cNvPr id="0" name=""/>
        <dsp:cNvSpPr/>
      </dsp:nvSpPr>
      <dsp:spPr>
        <a:xfrm>
          <a:off x="3950000" y="2500992"/>
          <a:ext cx="195193" cy="598594"/>
        </a:xfrm>
        <a:custGeom>
          <a:avLst/>
          <a:gdLst/>
          <a:ahLst/>
          <a:cxnLst/>
          <a:rect l="0" t="0" r="0" b="0"/>
          <a:pathLst>
            <a:path>
              <a:moveTo>
                <a:pt x="0" y="0"/>
              </a:moveTo>
              <a:lnTo>
                <a:pt x="0" y="598594"/>
              </a:lnTo>
              <a:lnTo>
                <a:pt x="195193" y="598594"/>
              </a:lnTo>
            </a:path>
          </a:pathLst>
        </a:custGeom>
        <a:noFill/>
        <a:ln w="12700" cap="flat" cmpd="sng" algn="ctr">
          <a:solidFill>
            <a:schemeClr val="accent4">
              <a:hueOff val="0"/>
              <a:satOff val="0"/>
              <a:lumOff val="0"/>
              <a:alphaOff val="0"/>
            </a:schemeClr>
          </a:solidFill>
          <a:prstDash val="solid"/>
          <a:miter lim="800000"/>
        </a:ln>
        <a:effectLst/>
        <a:sp3d z="-110000"/>
      </dsp:spPr>
      <dsp:style>
        <a:lnRef idx="2">
          <a:scrgbClr r="0" g="0" b="0"/>
        </a:lnRef>
        <a:fillRef idx="0">
          <a:scrgbClr r="0" g="0" b="0"/>
        </a:fillRef>
        <a:effectRef idx="0">
          <a:scrgbClr r="0" g="0" b="0"/>
        </a:effectRef>
        <a:fontRef idx="minor"/>
      </dsp:style>
    </dsp:sp>
    <dsp:sp modelId="{9443F175-79ED-4801-ABA8-12D56EB3A67A}">
      <dsp:nvSpPr>
        <dsp:cNvPr id="0" name=""/>
        <dsp:cNvSpPr/>
      </dsp:nvSpPr>
      <dsp:spPr>
        <a:xfrm>
          <a:off x="4470517" y="1577074"/>
          <a:ext cx="787282" cy="273271"/>
        </a:xfrm>
        <a:custGeom>
          <a:avLst/>
          <a:gdLst/>
          <a:ahLst/>
          <a:cxnLst/>
          <a:rect l="0" t="0" r="0" b="0"/>
          <a:pathLst>
            <a:path>
              <a:moveTo>
                <a:pt x="787282" y="0"/>
              </a:moveTo>
              <a:lnTo>
                <a:pt x="787282" y="136635"/>
              </a:lnTo>
              <a:lnTo>
                <a:pt x="0" y="136635"/>
              </a:lnTo>
              <a:lnTo>
                <a:pt x="0" y="273271"/>
              </a:lnTo>
            </a:path>
          </a:pathLst>
        </a:custGeom>
        <a:noFill/>
        <a:ln w="12700" cap="flat" cmpd="sng" algn="ctr">
          <a:solidFill>
            <a:schemeClr val="accent3">
              <a:hueOff val="0"/>
              <a:satOff val="0"/>
              <a:lumOff val="0"/>
              <a:alphaOff val="0"/>
            </a:schemeClr>
          </a:solidFill>
          <a:prstDash val="solid"/>
          <a:miter lim="800000"/>
        </a:ln>
        <a:effectLst/>
        <a:sp3d z="-110000"/>
      </dsp:spPr>
      <dsp:style>
        <a:lnRef idx="2">
          <a:scrgbClr r="0" g="0" b="0"/>
        </a:lnRef>
        <a:fillRef idx="0">
          <a:scrgbClr r="0" g="0" b="0"/>
        </a:fillRef>
        <a:effectRef idx="0">
          <a:scrgbClr r="0" g="0" b="0"/>
        </a:effectRef>
        <a:fontRef idx="minor"/>
      </dsp:style>
    </dsp:sp>
    <dsp:sp modelId="{30741CEB-6594-45E8-83EB-0A72E1A6D894}">
      <dsp:nvSpPr>
        <dsp:cNvPr id="0" name=""/>
        <dsp:cNvSpPr/>
      </dsp:nvSpPr>
      <dsp:spPr>
        <a:xfrm>
          <a:off x="5212080" y="653156"/>
          <a:ext cx="91440" cy="273271"/>
        </a:xfrm>
        <a:custGeom>
          <a:avLst/>
          <a:gdLst/>
          <a:ahLst/>
          <a:cxnLst/>
          <a:rect l="0" t="0" r="0" b="0"/>
          <a:pathLst>
            <a:path>
              <a:moveTo>
                <a:pt x="45720" y="0"/>
              </a:moveTo>
              <a:lnTo>
                <a:pt x="45720" y="273271"/>
              </a:lnTo>
            </a:path>
          </a:pathLst>
        </a:custGeom>
        <a:noFill/>
        <a:ln w="12700" cap="flat" cmpd="sng" algn="ctr">
          <a:solidFill>
            <a:schemeClr val="accent2">
              <a:hueOff val="0"/>
              <a:satOff val="0"/>
              <a:lumOff val="0"/>
              <a:alphaOff val="0"/>
            </a:schemeClr>
          </a:solidFill>
          <a:prstDash val="solid"/>
          <a:miter lim="800000"/>
        </a:ln>
        <a:effectLst/>
        <a:sp3d z="-110000"/>
      </dsp:spPr>
      <dsp:style>
        <a:lnRef idx="2">
          <a:scrgbClr r="0" g="0" b="0"/>
        </a:lnRef>
        <a:fillRef idx="0">
          <a:scrgbClr r="0" g="0" b="0"/>
        </a:fillRef>
        <a:effectRef idx="0">
          <a:scrgbClr r="0" g="0" b="0"/>
        </a:effectRef>
        <a:fontRef idx="minor"/>
      </dsp:style>
    </dsp:sp>
    <dsp:sp modelId="{84B97812-66FD-4F61-9DFB-DF565D0A717F}">
      <dsp:nvSpPr>
        <dsp:cNvPr id="0" name=""/>
        <dsp:cNvSpPr/>
      </dsp:nvSpPr>
      <dsp:spPr>
        <a:xfrm>
          <a:off x="3683235" y="653156"/>
          <a:ext cx="1574564" cy="273271"/>
        </a:xfrm>
        <a:custGeom>
          <a:avLst/>
          <a:gdLst/>
          <a:ahLst/>
          <a:cxnLst/>
          <a:rect l="0" t="0" r="0" b="0"/>
          <a:pathLst>
            <a:path>
              <a:moveTo>
                <a:pt x="1574564" y="0"/>
              </a:moveTo>
              <a:lnTo>
                <a:pt x="1574564" y="136635"/>
              </a:lnTo>
              <a:lnTo>
                <a:pt x="0" y="136635"/>
              </a:lnTo>
              <a:lnTo>
                <a:pt x="0" y="273271"/>
              </a:lnTo>
            </a:path>
          </a:pathLst>
        </a:custGeom>
        <a:noFill/>
        <a:ln w="12700" cap="flat" cmpd="sng" algn="ctr">
          <a:solidFill>
            <a:schemeClr val="accent2">
              <a:hueOff val="0"/>
              <a:satOff val="0"/>
              <a:lumOff val="0"/>
              <a:alphaOff val="0"/>
            </a:schemeClr>
          </a:solidFill>
          <a:prstDash val="solid"/>
          <a:miter lim="800000"/>
        </a:ln>
        <a:effectLst/>
        <a:sp3d z="-110000"/>
      </dsp:spPr>
      <dsp:style>
        <a:lnRef idx="2">
          <a:scrgbClr r="0" g="0" b="0"/>
        </a:lnRef>
        <a:fillRef idx="0">
          <a:scrgbClr r="0" g="0" b="0"/>
        </a:fillRef>
        <a:effectRef idx="0">
          <a:scrgbClr r="0" g="0" b="0"/>
        </a:effectRef>
        <a:fontRef idx="minor"/>
      </dsp:style>
    </dsp:sp>
    <dsp:sp modelId="{23E69820-9D2B-407D-9DC1-D14719AFCB8B}">
      <dsp:nvSpPr>
        <dsp:cNvPr id="0" name=""/>
        <dsp:cNvSpPr/>
      </dsp:nvSpPr>
      <dsp:spPr>
        <a:xfrm>
          <a:off x="4607153" y="2510"/>
          <a:ext cx="1301292" cy="650646"/>
        </a:xfrm>
        <a:prstGeom prst="rect">
          <a:avLst/>
        </a:prstGeom>
        <a:solidFill>
          <a:schemeClr val="accent1">
            <a:hueOff val="0"/>
            <a:satOff val="0"/>
            <a:lumOff val="0"/>
            <a:alphaOff val="0"/>
          </a:schemeClr>
        </a:solidFill>
        <a:ln>
          <a:noFill/>
        </a:ln>
        <a:effectLst/>
        <a:sp3d extrusionH="50600" prstMaterial="plastic">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Problem</a:t>
          </a:r>
        </a:p>
      </dsp:txBody>
      <dsp:txXfrm>
        <a:off x="4607153" y="2510"/>
        <a:ext cx="1301292" cy="650646"/>
      </dsp:txXfrm>
    </dsp:sp>
    <dsp:sp modelId="{54EA6440-3D63-4CAF-80F4-434999966C8F}">
      <dsp:nvSpPr>
        <dsp:cNvPr id="0" name=""/>
        <dsp:cNvSpPr/>
      </dsp:nvSpPr>
      <dsp:spPr>
        <a:xfrm>
          <a:off x="3032589" y="926428"/>
          <a:ext cx="1301292" cy="650646"/>
        </a:xfrm>
        <a:prstGeom prst="rect">
          <a:avLst/>
        </a:prstGeom>
        <a:solidFill>
          <a:schemeClr val="accent2">
            <a:hueOff val="0"/>
            <a:satOff val="0"/>
            <a:lumOff val="0"/>
            <a:alphaOff val="0"/>
          </a:schemeClr>
        </a:solidFill>
        <a:ln>
          <a:noFill/>
        </a:ln>
        <a:effectLst/>
        <a:sp3d extrusionH="50600" prstMaterial="plastic">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Input</a:t>
          </a:r>
        </a:p>
      </dsp:txBody>
      <dsp:txXfrm>
        <a:off x="3032589" y="926428"/>
        <a:ext cx="1301292" cy="650646"/>
      </dsp:txXfrm>
    </dsp:sp>
    <dsp:sp modelId="{6610462E-37E5-45A9-9C06-0B1415053D9B}">
      <dsp:nvSpPr>
        <dsp:cNvPr id="0" name=""/>
        <dsp:cNvSpPr/>
      </dsp:nvSpPr>
      <dsp:spPr>
        <a:xfrm>
          <a:off x="4607153" y="926428"/>
          <a:ext cx="1301292" cy="650646"/>
        </a:xfrm>
        <a:prstGeom prst="rect">
          <a:avLst/>
        </a:prstGeom>
        <a:solidFill>
          <a:schemeClr val="accent2">
            <a:hueOff val="0"/>
            <a:satOff val="0"/>
            <a:lumOff val="0"/>
            <a:alphaOff val="0"/>
          </a:schemeClr>
        </a:solidFill>
        <a:ln>
          <a:noFill/>
        </a:ln>
        <a:effectLst/>
        <a:sp3d extrusionH="50600" prstMaterial="plastic">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Algorithm</a:t>
          </a:r>
        </a:p>
      </dsp:txBody>
      <dsp:txXfrm>
        <a:off x="4607153" y="926428"/>
        <a:ext cx="1301292" cy="650646"/>
      </dsp:txXfrm>
    </dsp:sp>
    <dsp:sp modelId="{38D7F663-443E-4D19-B965-6EB0C51FEB4A}">
      <dsp:nvSpPr>
        <dsp:cNvPr id="0" name=""/>
        <dsp:cNvSpPr/>
      </dsp:nvSpPr>
      <dsp:spPr>
        <a:xfrm>
          <a:off x="3819871" y="1850345"/>
          <a:ext cx="1301292" cy="650646"/>
        </a:xfrm>
        <a:prstGeom prst="rect">
          <a:avLst/>
        </a:prstGeom>
        <a:solidFill>
          <a:schemeClr val="accent3">
            <a:hueOff val="0"/>
            <a:satOff val="0"/>
            <a:lumOff val="0"/>
            <a:alphaOff val="0"/>
          </a:schemeClr>
        </a:solidFill>
        <a:ln>
          <a:noFill/>
        </a:ln>
        <a:effectLst/>
        <a:sp3d extrusionH="50600" prstMaterial="plastic">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Sub Problem 1</a:t>
          </a:r>
        </a:p>
      </dsp:txBody>
      <dsp:txXfrm>
        <a:off x="3819871" y="1850345"/>
        <a:ext cx="1301292" cy="650646"/>
      </dsp:txXfrm>
    </dsp:sp>
    <dsp:sp modelId="{3BF264F2-AAD5-42AD-A92F-F05500F3CFB6}">
      <dsp:nvSpPr>
        <dsp:cNvPr id="0" name=""/>
        <dsp:cNvSpPr/>
      </dsp:nvSpPr>
      <dsp:spPr>
        <a:xfrm>
          <a:off x="4145194" y="2774263"/>
          <a:ext cx="1301292" cy="650646"/>
        </a:xfrm>
        <a:prstGeom prst="rect">
          <a:avLst/>
        </a:prstGeom>
        <a:solidFill>
          <a:schemeClr val="accent4">
            <a:hueOff val="0"/>
            <a:satOff val="0"/>
            <a:lumOff val="0"/>
            <a:alphaOff val="0"/>
          </a:schemeClr>
        </a:solidFill>
        <a:ln>
          <a:noFill/>
        </a:ln>
        <a:effectLst/>
        <a:sp3d extrusionH="50600" prstMaterial="plastic">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Sub Problem 1.1</a:t>
          </a:r>
        </a:p>
      </dsp:txBody>
      <dsp:txXfrm>
        <a:off x="4145194" y="2774263"/>
        <a:ext cx="1301292" cy="650646"/>
      </dsp:txXfrm>
    </dsp:sp>
    <dsp:sp modelId="{8C792C0F-B37E-4C3A-8A12-4808B60AB3F4}">
      <dsp:nvSpPr>
        <dsp:cNvPr id="0" name=""/>
        <dsp:cNvSpPr/>
      </dsp:nvSpPr>
      <dsp:spPr>
        <a:xfrm>
          <a:off x="4145194" y="3698181"/>
          <a:ext cx="1301292" cy="650646"/>
        </a:xfrm>
        <a:prstGeom prst="rect">
          <a:avLst/>
        </a:prstGeom>
        <a:solidFill>
          <a:schemeClr val="accent4">
            <a:hueOff val="0"/>
            <a:satOff val="0"/>
            <a:lumOff val="0"/>
            <a:alphaOff val="0"/>
          </a:schemeClr>
        </a:solidFill>
        <a:ln>
          <a:noFill/>
        </a:ln>
        <a:effectLst/>
        <a:sp3d extrusionH="50600" prstMaterial="plastic">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Sub Problem 1.2</a:t>
          </a:r>
        </a:p>
      </dsp:txBody>
      <dsp:txXfrm>
        <a:off x="4145194" y="3698181"/>
        <a:ext cx="1301292" cy="650646"/>
      </dsp:txXfrm>
    </dsp:sp>
    <dsp:sp modelId="{86A8A0B3-D5AB-4530-B4F6-7DCC4E34D78F}">
      <dsp:nvSpPr>
        <dsp:cNvPr id="0" name=""/>
        <dsp:cNvSpPr/>
      </dsp:nvSpPr>
      <dsp:spPr>
        <a:xfrm>
          <a:off x="5394435" y="1850345"/>
          <a:ext cx="1301292" cy="650646"/>
        </a:xfrm>
        <a:prstGeom prst="rect">
          <a:avLst/>
        </a:prstGeom>
        <a:solidFill>
          <a:schemeClr val="accent3">
            <a:hueOff val="0"/>
            <a:satOff val="0"/>
            <a:lumOff val="0"/>
            <a:alphaOff val="0"/>
          </a:schemeClr>
        </a:solidFill>
        <a:ln>
          <a:noFill/>
        </a:ln>
        <a:effectLst/>
        <a:sp3d extrusionH="50600" prstMaterial="plastic">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Sub Problem 2</a:t>
          </a:r>
        </a:p>
      </dsp:txBody>
      <dsp:txXfrm>
        <a:off x="5394435" y="1850345"/>
        <a:ext cx="1301292" cy="650646"/>
      </dsp:txXfrm>
    </dsp:sp>
    <dsp:sp modelId="{F28B6756-DAF8-4066-B205-16E03413DDAF}">
      <dsp:nvSpPr>
        <dsp:cNvPr id="0" name=""/>
        <dsp:cNvSpPr/>
      </dsp:nvSpPr>
      <dsp:spPr>
        <a:xfrm>
          <a:off x="5719758" y="2774263"/>
          <a:ext cx="1301292" cy="650646"/>
        </a:xfrm>
        <a:prstGeom prst="rect">
          <a:avLst/>
        </a:prstGeom>
        <a:solidFill>
          <a:schemeClr val="accent4">
            <a:hueOff val="0"/>
            <a:satOff val="0"/>
            <a:lumOff val="0"/>
            <a:alphaOff val="0"/>
          </a:schemeClr>
        </a:solidFill>
        <a:ln>
          <a:noFill/>
        </a:ln>
        <a:effectLst/>
        <a:sp3d extrusionH="50600" prstMaterial="plastic">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Sub Problem 2.1</a:t>
          </a:r>
        </a:p>
      </dsp:txBody>
      <dsp:txXfrm>
        <a:off x="5719758" y="2774263"/>
        <a:ext cx="1301292" cy="650646"/>
      </dsp:txXfrm>
    </dsp:sp>
    <dsp:sp modelId="{68E0C939-0117-48C4-A0EA-687CA3AE6B3D}">
      <dsp:nvSpPr>
        <dsp:cNvPr id="0" name=""/>
        <dsp:cNvSpPr/>
      </dsp:nvSpPr>
      <dsp:spPr>
        <a:xfrm>
          <a:off x="5719758" y="3698181"/>
          <a:ext cx="1301292" cy="650646"/>
        </a:xfrm>
        <a:prstGeom prst="rect">
          <a:avLst/>
        </a:prstGeom>
        <a:solidFill>
          <a:schemeClr val="accent4">
            <a:hueOff val="0"/>
            <a:satOff val="0"/>
            <a:lumOff val="0"/>
            <a:alphaOff val="0"/>
          </a:schemeClr>
        </a:solidFill>
        <a:ln>
          <a:noFill/>
        </a:ln>
        <a:effectLst/>
        <a:sp3d extrusionH="50600" prstMaterial="plastic">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Sub Problem 2.2</a:t>
          </a:r>
        </a:p>
      </dsp:txBody>
      <dsp:txXfrm>
        <a:off x="5719758" y="3698181"/>
        <a:ext cx="1301292" cy="650646"/>
      </dsp:txXfrm>
    </dsp:sp>
    <dsp:sp modelId="{B1708EFA-3DFE-442A-A4D7-4FFC02EEF12B}">
      <dsp:nvSpPr>
        <dsp:cNvPr id="0" name=""/>
        <dsp:cNvSpPr/>
      </dsp:nvSpPr>
      <dsp:spPr>
        <a:xfrm>
          <a:off x="6181717" y="926428"/>
          <a:ext cx="1301292" cy="650646"/>
        </a:xfrm>
        <a:prstGeom prst="rect">
          <a:avLst/>
        </a:prstGeom>
        <a:solidFill>
          <a:schemeClr val="accent2">
            <a:hueOff val="0"/>
            <a:satOff val="0"/>
            <a:lumOff val="0"/>
            <a:alphaOff val="0"/>
          </a:schemeClr>
        </a:solidFill>
        <a:ln>
          <a:noFill/>
        </a:ln>
        <a:effectLst/>
        <a:sp3d extrusionH="50600" prstMaterial="plastic">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Output</a:t>
          </a:r>
        </a:p>
      </dsp:txBody>
      <dsp:txXfrm>
        <a:off x="6181717" y="926428"/>
        <a:ext cx="1301292" cy="65064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278F1-FF33-4C74-A36A-2F5F6EC67E51}">
      <dsp:nvSpPr>
        <dsp:cNvPr id="0" name=""/>
        <dsp:cNvSpPr/>
      </dsp:nvSpPr>
      <dsp:spPr>
        <a:xfrm>
          <a:off x="0" y="180"/>
          <a:ext cx="10515600" cy="591261"/>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kern="1200"/>
            <a:t>Once upon a time, there lived four cows in the forest. Every day, they used to graze together in a particular place. </a:t>
          </a:r>
          <a:endParaRPr lang="en-GB" sz="2000" kern="1200"/>
        </a:p>
      </dsp:txBody>
      <dsp:txXfrm>
        <a:off x="28863" y="29043"/>
        <a:ext cx="10457874" cy="533535"/>
      </dsp:txXfrm>
    </dsp:sp>
    <dsp:sp modelId="{01736AC1-01AD-4814-B42F-6A610223D5F7}">
      <dsp:nvSpPr>
        <dsp:cNvPr id="0" name=""/>
        <dsp:cNvSpPr/>
      </dsp:nvSpPr>
      <dsp:spPr>
        <a:xfrm>
          <a:off x="0" y="602143"/>
          <a:ext cx="10515600" cy="591261"/>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kern="1200"/>
            <a:t>One day a lion passed that way and saw the four cows. The lion went near the cows.</a:t>
          </a:r>
          <a:endParaRPr lang="en-GB" sz="2000" kern="1200"/>
        </a:p>
      </dsp:txBody>
      <dsp:txXfrm>
        <a:off x="28863" y="631006"/>
        <a:ext cx="10457874" cy="533535"/>
      </dsp:txXfrm>
    </dsp:sp>
    <dsp:sp modelId="{999B086F-A2E9-4255-A1A6-AF60338E05C4}">
      <dsp:nvSpPr>
        <dsp:cNvPr id="0" name=""/>
        <dsp:cNvSpPr/>
      </dsp:nvSpPr>
      <dsp:spPr>
        <a:xfrm>
          <a:off x="0" y="1204106"/>
          <a:ext cx="10515600" cy="591261"/>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kern="1200" dirty="0"/>
            <a:t>When the cows saw the lion coming near to them, all of them fought together against the lion.</a:t>
          </a:r>
          <a:endParaRPr lang="en-GB" sz="2000" kern="1200" dirty="0"/>
        </a:p>
      </dsp:txBody>
      <dsp:txXfrm>
        <a:off x="28863" y="1232969"/>
        <a:ext cx="10457874" cy="533535"/>
      </dsp:txXfrm>
    </dsp:sp>
    <dsp:sp modelId="{31D118B9-9C1B-445C-AE30-2178CE02C123}">
      <dsp:nvSpPr>
        <dsp:cNvPr id="0" name=""/>
        <dsp:cNvSpPr/>
      </dsp:nvSpPr>
      <dsp:spPr>
        <a:xfrm>
          <a:off x="0" y="1806069"/>
          <a:ext cx="10515600" cy="591261"/>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kern="1200"/>
            <a:t>The Lion ran away.</a:t>
          </a:r>
          <a:endParaRPr lang="en-GB" sz="2000" kern="1200"/>
        </a:p>
      </dsp:txBody>
      <dsp:txXfrm>
        <a:off x="28863" y="1834932"/>
        <a:ext cx="10457874" cy="533535"/>
      </dsp:txXfrm>
    </dsp:sp>
    <dsp:sp modelId="{67DE16E0-FDED-44E0-AB39-7FEA05956DA3}">
      <dsp:nvSpPr>
        <dsp:cNvPr id="0" name=""/>
        <dsp:cNvSpPr/>
      </dsp:nvSpPr>
      <dsp:spPr>
        <a:xfrm>
          <a:off x="0" y="2408032"/>
          <a:ext cx="10515600" cy="591261"/>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kern="1200"/>
            <a:t>After some days, the cows quarreled with each other and began to graze in different directions and all alone.</a:t>
          </a:r>
          <a:endParaRPr lang="en-GB" sz="2000" kern="1200"/>
        </a:p>
      </dsp:txBody>
      <dsp:txXfrm>
        <a:off x="28863" y="2436895"/>
        <a:ext cx="10457874" cy="533535"/>
      </dsp:txXfrm>
    </dsp:sp>
    <dsp:sp modelId="{A7A47899-4BBC-49F9-B680-41DFF5274A83}">
      <dsp:nvSpPr>
        <dsp:cNvPr id="0" name=""/>
        <dsp:cNvSpPr/>
      </dsp:nvSpPr>
      <dsp:spPr>
        <a:xfrm>
          <a:off x="0" y="3009995"/>
          <a:ext cx="10515600" cy="591261"/>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kern="1200" dirty="0"/>
            <a:t>This was noticed by the lion. The lion thought that its turn had come and came there.</a:t>
          </a:r>
          <a:endParaRPr lang="en-GB" sz="2000" kern="1200" dirty="0"/>
        </a:p>
      </dsp:txBody>
      <dsp:txXfrm>
        <a:off x="28863" y="3038858"/>
        <a:ext cx="10457874" cy="533535"/>
      </dsp:txXfrm>
    </dsp:sp>
    <dsp:sp modelId="{8FD24941-B726-4690-8E43-B8AC6390AE6C}">
      <dsp:nvSpPr>
        <dsp:cNvPr id="0" name=""/>
        <dsp:cNvSpPr/>
      </dsp:nvSpPr>
      <dsp:spPr>
        <a:xfrm>
          <a:off x="0" y="3611958"/>
          <a:ext cx="10515600" cy="591261"/>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kern="1200" dirty="0"/>
            <a:t>The lion killed all the four cows one by one.</a:t>
          </a:r>
          <a:endParaRPr lang="en-GB" sz="2000" kern="1200" dirty="0"/>
        </a:p>
      </dsp:txBody>
      <dsp:txXfrm>
        <a:off x="28863" y="3640821"/>
        <a:ext cx="10457874" cy="533535"/>
      </dsp:txXfrm>
    </dsp:sp>
    <dsp:sp modelId="{B5687753-8976-4128-9DA7-CD46332C57D8}">
      <dsp:nvSpPr>
        <dsp:cNvPr id="0" name=""/>
        <dsp:cNvSpPr/>
      </dsp:nvSpPr>
      <dsp:spPr>
        <a:xfrm>
          <a:off x="0" y="4213920"/>
          <a:ext cx="10515600" cy="591261"/>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kern="1200"/>
            <a:t>Moral : Break the group of problems and Deal with them individually. </a:t>
          </a:r>
          <a:endParaRPr lang="en-GB" sz="2000" kern="1200"/>
        </a:p>
      </dsp:txBody>
      <dsp:txXfrm>
        <a:off x="28863" y="4242783"/>
        <a:ext cx="10457874" cy="53353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6076A-C42D-4D8F-B2D7-2F18A38E430E}">
      <dsp:nvSpPr>
        <dsp:cNvPr id="0" name=""/>
        <dsp:cNvSpPr/>
      </dsp:nvSpPr>
      <dsp:spPr>
        <a:xfrm>
          <a:off x="4736628" y="1819824"/>
          <a:ext cx="91440" cy="338998"/>
        </a:xfrm>
        <a:custGeom>
          <a:avLst/>
          <a:gdLst/>
          <a:ahLst/>
          <a:cxnLst/>
          <a:rect l="0" t="0" r="0" b="0"/>
          <a:pathLst>
            <a:path>
              <a:moveTo>
                <a:pt x="45720" y="0"/>
              </a:moveTo>
              <a:lnTo>
                <a:pt x="45720" y="338998"/>
              </a:lnTo>
            </a:path>
          </a:pathLst>
        </a:custGeom>
        <a:noFill/>
        <a:ln w="12700" cap="flat" cmpd="sng" algn="ctr">
          <a:solidFill>
            <a:schemeClr val="accent3">
              <a:hueOff val="0"/>
              <a:satOff val="0"/>
              <a:lumOff val="0"/>
              <a:alphaOff val="0"/>
            </a:schemeClr>
          </a:solidFill>
          <a:prstDash val="solid"/>
          <a:miter lim="800000"/>
        </a:ln>
        <a:effectLst/>
        <a:sp3d z="-227350" prstMaterial="matte"/>
      </dsp:spPr>
      <dsp:style>
        <a:lnRef idx="2">
          <a:scrgbClr r="0" g="0" b="0"/>
        </a:lnRef>
        <a:fillRef idx="0">
          <a:scrgbClr r="0" g="0" b="0"/>
        </a:fillRef>
        <a:effectRef idx="0">
          <a:scrgbClr r="0" g="0" b="0"/>
        </a:effectRef>
        <a:fontRef idx="minor"/>
      </dsp:style>
    </dsp:sp>
    <dsp:sp modelId="{66F3DB59-0B77-43C5-BC18-ACBECB50A3A9}">
      <dsp:nvSpPr>
        <dsp:cNvPr id="0" name=""/>
        <dsp:cNvSpPr/>
      </dsp:nvSpPr>
      <dsp:spPr>
        <a:xfrm>
          <a:off x="3357712" y="740662"/>
          <a:ext cx="1424635" cy="338998"/>
        </a:xfrm>
        <a:custGeom>
          <a:avLst/>
          <a:gdLst/>
          <a:ahLst/>
          <a:cxnLst/>
          <a:rect l="0" t="0" r="0" b="0"/>
          <a:pathLst>
            <a:path>
              <a:moveTo>
                <a:pt x="0" y="0"/>
              </a:moveTo>
              <a:lnTo>
                <a:pt x="0" y="231017"/>
              </a:lnTo>
              <a:lnTo>
                <a:pt x="1424635" y="231017"/>
              </a:lnTo>
              <a:lnTo>
                <a:pt x="1424635" y="338998"/>
              </a:lnTo>
            </a:path>
          </a:pathLst>
        </a:custGeom>
        <a:noFill/>
        <a:ln w="12700" cap="flat" cmpd="sng" algn="ctr">
          <a:solidFill>
            <a:schemeClr val="accent2">
              <a:hueOff val="0"/>
              <a:satOff val="0"/>
              <a:lumOff val="0"/>
              <a:alphaOff val="0"/>
            </a:schemeClr>
          </a:solidFill>
          <a:prstDash val="solid"/>
          <a:miter lim="800000"/>
        </a:ln>
        <a:effectLst/>
        <a:sp3d z="-227350" prstMaterial="matte"/>
      </dsp:spPr>
      <dsp:style>
        <a:lnRef idx="2">
          <a:scrgbClr r="0" g="0" b="0"/>
        </a:lnRef>
        <a:fillRef idx="0">
          <a:scrgbClr r="0" g="0" b="0"/>
        </a:fillRef>
        <a:effectRef idx="0">
          <a:scrgbClr r="0" g="0" b="0"/>
        </a:effectRef>
        <a:fontRef idx="minor"/>
      </dsp:style>
    </dsp:sp>
    <dsp:sp modelId="{E5D7237B-E8E2-4873-8020-7862D069EC07}">
      <dsp:nvSpPr>
        <dsp:cNvPr id="0" name=""/>
        <dsp:cNvSpPr/>
      </dsp:nvSpPr>
      <dsp:spPr>
        <a:xfrm>
          <a:off x="3311992" y="740662"/>
          <a:ext cx="91440" cy="338998"/>
        </a:xfrm>
        <a:custGeom>
          <a:avLst/>
          <a:gdLst/>
          <a:ahLst/>
          <a:cxnLst/>
          <a:rect l="0" t="0" r="0" b="0"/>
          <a:pathLst>
            <a:path>
              <a:moveTo>
                <a:pt x="45720" y="0"/>
              </a:moveTo>
              <a:lnTo>
                <a:pt x="45720" y="338998"/>
              </a:lnTo>
            </a:path>
          </a:pathLst>
        </a:custGeom>
        <a:noFill/>
        <a:ln w="12700" cap="flat" cmpd="sng" algn="ctr">
          <a:solidFill>
            <a:schemeClr val="accent2">
              <a:hueOff val="0"/>
              <a:satOff val="0"/>
              <a:lumOff val="0"/>
              <a:alphaOff val="0"/>
            </a:schemeClr>
          </a:solidFill>
          <a:prstDash val="solid"/>
          <a:miter lim="800000"/>
        </a:ln>
        <a:effectLst/>
        <a:sp3d z="-227350" prstMaterial="matte"/>
      </dsp:spPr>
      <dsp:style>
        <a:lnRef idx="2">
          <a:scrgbClr r="0" g="0" b="0"/>
        </a:lnRef>
        <a:fillRef idx="0">
          <a:scrgbClr r="0" g="0" b="0"/>
        </a:fillRef>
        <a:effectRef idx="0">
          <a:scrgbClr r="0" g="0" b="0"/>
        </a:effectRef>
        <a:fontRef idx="minor"/>
      </dsp:style>
    </dsp:sp>
    <dsp:sp modelId="{F4C53F28-090C-4B0F-8821-94C06E65B4DE}">
      <dsp:nvSpPr>
        <dsp:cNvPr id="0" name=""/>
        <dsp:cNvSpPr/>
      </dsp:nvSpPr>
      <dsp:spPr>
        <a:xfrm>
          <a:off x="1933076" y="740662"/>
          <a:ext cx="1424635" cy="338998"/>
        </a:xfrm>
        <a:custGeom>
          <a:avLst/>
          <a:gdLst/>
          <a:ahLst/>
          <a:cxnLst/>
          <a:rect l="0" t="0" r="0" b="0"/>
          <a:pathLst>
            <a:path>
              <a:moveTo>
                <a:pt x="1424635" y="0"/>
              </a:moveTo>
              <a:lnTo>
                <a:pt x="1424635" y="231017"/>
              </a:lnTo>
              <a:lnTo>
                <a:pt x="0" y="231017"/>
              </a:lnTo>
              <a:lnTo>
                <a:pt x="0" y="338998"/>
              </a:lnTo>
            </a:path>
          </a:pathLst>
        </a:custGeom>
        <a:noFill/>
        <a:ln w="12700" cap="flat" cmpd="sng" algn="ctr">
          <a:solidFill>
            <a:schemeClr val="accent2">
              <a:hueOff val="0"/>
              <a:satOff val="0"/>
              <a:lumOff val="0"/>
              <a:alphaOff val="0"/>
            </a:schemeClr>
          </a:solidFill>
          <a:prstDash val="solid"/>
          <a:miter lim="800000"/>
        </a:ln>
        <a:effectLst/>
        <a:sp3d z="-227350" prstMaterial="matte"/>
      </dsp:spPr>
      <dsp:style>
        <a:lnRef idx="2">
          <a:scrgbClr r="0" g="0" b="0"/>
        </a:lnRef>
        <a:fillRef idx="0">
          <a:scrgbClr r="0" g="0" b="0"/>
        </a:fillRef>
        <a:effectRef idx="0">
          <a:scrgbClr r="0" g="0" b="0"/>
        </a:effectRef>
        <a:fontRef idx="minor"/>
      </dsp:style>
    </dsp:sp>
    <dsp:sp modelId="{24A84BF8-A725-499E-8277-1C459330AB75}">
      <dsp:nvSpPr>
        <dsp:cNvPr id="0" name=""/>
        <dsp:cNvSpPr/>
      </dsp:nvSpPr>
      <dsp:spPr>
        <a:xfrm>
          <a:off x="2774906" y="499"/>
          <a:ext cx="1165611" cy="740163"/>
        </a:xfrm>
        <a:prstGeom prst="roundRect">
          <a:avLst>
            <a:gd name="adj" fmla="val 10000"/>
          </a:avLst>
        </a:prstGeom>
        <a:solidFill>
          <a:schemeClr val="accent1">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sp>
    <dsp:sp modelId="{109AD061-9D9C-4148-8DD8-92641CD75062}">
      <dsp:nvSpPr>
        <dsp:cNvPr id="0" name=""/>
        <dsp:cNvSpPr/>
      </dsp:nvSpPr>
      <dsp:spPr>
        <a:xfrm>
          <a:off x="2904419" y="123536"/>
          <a:ext cx="1165611" cy="740163"/>
        </a:xfrm>
        <a:prstGeom prst="roundRect">
          <a:avLst>
            <a:gd name="adj" fmla="val 10000"/>
          </a:avLst>
        </a:prstGeom>
        <a:solidFill>
          <a:schemeClr val="lt1">
            <a:alpha val="90000"/>
            <a:hueOff val="0"/>
            <a:satOff val="0"/>
            <a:lumOff val="0"/>
            <a:alphaOff val="0"/>
          </a:schemeClr>
        </a:solidFill>
        <a:ln>
          <a:noFill/>
        </a:ln>
        <a:effectLst/>
        <a:sp3d prstMaterial="matte"/>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Data Structures</a:t>
          </a:r>
        </a:p>
      </dsp:txBody>
      <dsp:txXfrm>
        <a:off x="2926098" y="145215"/>
        <a:ext cx="1122253" cy="696805"/>
      </dsp:txXfrm>
    </dsp:sp>
    <dsp:sp modelId="{843C69C9-CD4A-4210-8BF2-B6F07689BDC5}">
      <dsp:nvSpPr>
        <dsp:cNvPr id="0" name=""/>
        <dsp:cNvSpPr/>
      </dsp:nvSpPr>
      <dsp:spPr>
        <a:xfrm>
          <a:off x="1350270" y="1079661"/>
          <a:ext cx="1165611" cy="740163"/>
        </a:xfrm>
        <a:prstGeom prst="roundRect">
          <a:avLst>
            <a:gd name="adj" fmla="val 10000"/>
          </a:avLst>
        </a:prstGeom>
        <a:solidFill>
          <a:schemeClr val="accent2">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sp>
    <dsp:sp modelId="{0DFD2484-FFCA-4A56-A1FD-A2C228F2EF8E}">
      <dsp:nvSpPr>
        <dsp:cNvPr id="0" name=""/>
        <dsp:cNvSpPr/>
      </dsp:nvSpPr>
      <dsp:spPr>
        <a:xfrm>
          <a:off x="1479783" y="1202698"/>
          <a:ext cx="1165611" cy="740163"/>
        </a:xfrm>
        <a:prstGeom prst="roundRect">
          <a:avLst>
            <a:gd name="adj" fmla="val 10000"/>
          </a:avLst>
        </a:prstGeom>
        <a:solidFill>
          <a:schemeClr val="lt1">
            <a:alpha val="90000"/>
            <a:hueOff val="0"/>
            <a:satOff val="0"/>
            <a:lumOff val="0"/>
            <a:alphaOff val="0"/>
          </a:schemeClr>
        </a:solidFill>
        <a:ln>
          <a:noFill/>
        </a:ln>
        <a:effectLst/>
        <a:sp3d prstMaterial="matte"/>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Easy Search and Update</a:t>
          </a:r>
        </a:p>
      </dsp:txBody>
      <dsp:txXfrm>
        <a:off x="1501462" y="1224377"/>
        <a:ext cx="1122253" cy="696805"/>
      </dsp:txXfrm>
    </dsp:sp>
    <dsp:sp modelId="{199E8786-976A-486A-B0CF-2139A0CC7B46}">
      <dsp:nvSpPr>
        <dsp:cNvPr id="0" name=""/>
        <dsp:cNvSpPr/>
      </dsp:nvSpPr>
      <dsp:spPr>
        <a:xfrm>
          <a:off x="2774906" y="1079661"/>
          <a:ext cx="1165611" cy="740163"/>
        </a:xfrm>
        <a:prstGeom prst="roundRect">
          <a:avLst>
            <a:gd name="adj" fmla="val 10000"/>
          </a:avLst>
        </a:prstGeom>
        <a:solidFill>
          <a:schemeClr val="accent2">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sp>
    <dsp:sp modelId="{8F3637F1-943B-4F6C-8FF0-58B0597876AD}">
      <dsp:nvSpPr>
        <dsp:cNvPr id="0" name=""/>
        <dsp:cNvSpPr/>
      </dsp:nvSpPr>
      <dsp:spPr>
        <a:xfrm>
          <a:off x="2904419" y="1202698"/>
          <a:ext cx="1165611" cy="740163"/>
        </a:xfrm>
        <a:prstGeom prst="roundRect">
          <a:avLst>
            <a:gd name="adj" fmla="val 10000"/>
          </a:avLst>
        </a:prstGeom>
        <a:solidFill>
          <a:schemeClr val="lt1">
            <a:alpha val="90000"/>
            <a:hueOff val="0"/>
            <a:satOff val="0"/>
            <a:lumOff val="0"/>
            <a:alphaOff val="0"/>
          </a:schemeClr>
        </a:solidFill>
        <a:ln>
          <a:noFill/>
        </a:ln>
        <a:effectLst/>
        <a:sp3d prstMaterial="matte"/>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Computation and Storage</a:t>
          </a:r>
        </a:p>
      </dsp:txBody>
      <dsp:txXfrm>
        <a:off x="2926098" y="1224377"/>
        <a:ext cx="1122253" cy="696805"/>
      </dsp:txXfrm>
    </dsp:sp>
    <dsp:sp modelId="{0BA1FBC1-C506-4B02-A87C-596A755E1C05}">
      <dsp:nvSpPr>
        <dsp:cNvPr id="0" name=""/>
        <dsp:cNvSpPr/>
      </dsp:nvSpPr>
      <dsp:spPr>
        <a:xfrm>
          <a:off x="4199542" y="1079661"/>
          <a:ext cx="1165611" cy="740163"/>
        </a:xfrm>
        <a:prstGeom prst="roundRect">
          <a:avLst>
            <a:gd name="adj" fmla="val 10000"/>
          </a:avLst>
        </a:prstGeom>
        <a:solidFill>
          <a:schemeClr val="accent2">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sp>
    <dsp:sp modelId="{94E514E4-09B8-4664-BE65-2813B25B40F6}">
      <dsp:nvSpPr>
        <dsp:cNvPr id="0" name=""/>
        <dsp:cNvSpPr/>
      </dsp:nvSpPr>
      <dsp:spPr>
        <a:xfrm>
          <a:off x="4329055" y="1202698"/>
          <a:ext cx="1165611" cy="740163"/>
        </a:xfrm>
        <a:prstGeom prst="roundRect">
          <a:avLst>
            <a:gd name="adj" fmla="val 10000"/>
          </a:avLst>
        </a:prstGeom>
        <a:solidFill>
          <a:schemeClr val="lt1">
            <a:alpha val="90000"/>
            <a:hueOff val="0"/>
            <a:satOff val="0"/>
            <a:lumOff val="0"/>
            <a:alphaOff val="0"/>
          </a:schemeClr>
        </a:solidFill>
        <a:ln>
          <a:noFill/>
        </a:ln>
        <a:effectLst/>
        <a:sp3d prstMaterial="matte"/>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Types In Need Against Problems</a:t>
          </a:r>
        </a:p>
      </dsp:txBody>
      <dsp:txXfrm>
        <a:off x="4350734" y="1224377"/>
        <a:ext cx="1122253" cy="696805"/>
      </dsp:txXfrm>
    </dsp:sp>
    <dsp:sp modelId="{0E717B50-EE23-45DD-A153-6366065D6CAB}">
      <dsp:nvSpPr>
        <dsp:cNvPr id="0" name=""/>
        <dsp:cNvSpPr/>
      </dsp:nvSpPr>
      <dsp:spPr>
        <a:xfrm>
          <a:off x="4199542" y="2158823"/>
          <a:ext cx="1165611" cy="740163"/>
        </a:xfrm>
        <a:prstGeom prst="roundRect">
          <a:avLst>
            <a:gd name="adj" fmla="val 10000"/>
          </a:avLst>
        </a:prstGeom>
        <a:solidFill>
          <a:schemeClr val="accent3">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sp>
    <dsp:sp modelId="{DD04A687-4BE4-4726-B3FF-7A7C29E6FDCD}">
      <dsp:nvSpPr>
        <dsp:cNvPr id="0" name=""/>
        <dsp:cNvSpPr/>
      </dsp:nvSpPr>
      <dsp:spPr>
        <a:xfrm>
          <a:off x="4329055" y="2281860"/>
          <a:ext cx="1165611" cy="740163"/>
        </a:xfrm>
        <a:prstGeom prst="roundRect">
          <a:avLst>
            <a:gd name="adj" fmla="val 10000"/>
          </a:avLst>
        </a:prstGeom>
        <a:solidFill>
          <a:schemeClr val="lt1">
            <a:alpha val="90000"/>
            <a:hueOff val="0"/>
            <a:satOff val="0"/>
            <a:lumOff val="0"/>
            <a:alphaOff val="0"/>
          </a:schemeClr>
        </a:solidFill>
        <a:ln>
          <a:noFill/>
        </a:ln>
        <a:effectLst/>
        <a:sp3d prstMaterial="matte"/>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Arrays, Strings, Numbers etc.</a:t>
          </a:r>
        </a:p>
      </dsp:txBody>
      <dsp:txXfrm>
        <a:off x="4350734" y="2303539"/>
        <a:ext cx="1122253" cy="69680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C41AC8-B66C-47AD-A1FB-2B7363BA4BC1}">
      <dsp:nvSpPr>
        <dsp:cNvPr id="0" name=""/>
        <dsp:cNvSpPr/>
      </dsp:nvSpPr>
      <dsp:spPr>
        <a:xfrm>
          <a:off x="1861603" y="1138135"/>
          <a:ext cx="283714" cy="540614"/>
        </a:xfrm>
        <a:custGeom>
          <a:avLst/>
          <a:gdLst/>
          <a:ahLst/>
          <a:cxnLst/>
          <a:rect l="0" t="0" r="0" b="0"/>
          <a:pathLst>
            <a:path>
              <a:moveTo>
                <a:pt x="0" y="0"/>
              </a:moveTo>
              <a:lnTo>
                <a:pt x="141857" y="0"/>
              </a:lnTo>
              <a:lnTo>
                <a:pt x="141857" y="540614"/>
              </a:lnTo>
              <a:lnTo>
                <a:pt x="283714" y="540614"/>
              </a:lnTo>
            </a:path>
          </a:pathLst>
        </a:custGeom>
        <a:noFill/>
        <a:ln w="12700" cap="flat" cmpd="sng" algn="ctr">
          <a:solidFill>
            <a:schemeClr val="accent2">
              <a:hueOff val="0"/>
              <a:satOff val="0"/>
              <a:lumOff val="0"/>
              <a:alphaOff val="0"/>
            </a:schemeClr>
          </a:solidFill>
          <a:prstDash val="solid"/>
          <a:miter lim="800000"/>
        </a:ln>
        <a:effectLst/>
        <a:sp3d z="-22735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988197" y="1393179"/>
        <a:ext cx="30526" cy="30526"/>
      </dsp:txXfrm>
    </dsp:sp>
    <dsp:sp modelId="{DFEC9083-EABC-40FC-9B6B-E11E1A598554}">
      <dsp:nvSpPr>
        <dsp:cNvPr id="0" name=""/>
        <dsp:cNvSpPr/>
      </dsp:nvSpPr>
      <dsp:spPr>
        <a:xfrm>
          <a:off x="1861603" y="1092415"/>
          <a:ext cx="283714" cy="91440"/>
        </a:xfrm>
        <a:custGeom>
          <a:avLst/>
          <a:gdLst/>
          <a:ahLst/>
          <a:cxnLst/>
          <a:rect l="0" t="0" r="0" b="0"/>
          <a:pathLst>
            <a:path>
              <a:moveTo>
                <a:pt x="0" y="45720"/>
              </a:moveTo>
              <a:lnTo>
                <a:pt x="283714" y="45720"/>
              </a:lnTo>
            </a:path>
          </a:pathLst>
        </a:custGeom>
        <a:noFill/>
        <a:ln w="12700" cap="flat" cmpd="sng" algn="ctr">
          <a:solidFill>
            <a:schemeClr val="accent2">
              <a:hueOff val="0"/>
              <a:satOff val="0"/>
              <a:lumOff val="0"/>
              <a:alphaOff val="0"/>
            </a:schemeClr>
          </a:solidFill>
          <a:prstDash val="solid"/>
          <a:miter lim="800000"/>
        </a:ln>
        <a:effectLst/>
        <a:sp3d z="-22735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996368" y="1131042"/>
        <a:ext cx="14185" cy="14185"/>
      </dsp:txXfrm>
    </dsp:sp>
    <dsp:sp modelId="{E51F8D86-CD80-4953-A087-41779F172A7A}">
      <dsp:nvSpPr>
        <dsp:cNvPr id="0" name=""/>
        <dsp:cNvSpPr/>
      </dsp:nvSpPr>
      <dsp:spPr>
        <a:xfrm>
          <a:off x="1861603" y="597521"/>
          <a:ext cx="246916" cy="540614"/>
        </a:xfrm>
        <a:custGeom>
          <a:avLst/>
          <a:gdLst/>
          <a:ahLst/>
          <a:cxnLst/>
          <a:rect l="0" t="0" r="0" b="0"/>
          <a:pathLst>
            <a:path>
              <a:moveTo>
                <a:pt x="0" y="540614"/>
              </a:moveTo>
              <a:lnTo>
                <a:pt x="123458" y="540614"/>
              </a:lnTo>
              <a:lnTo>
                <a:pt x="123458" y="0"/>
              </a:lnTo>
              <a:lnTo>
                <a:pt x="246916" y="0"/>
              </a:lnTo>
            </a:path>
          </a:pathLst>
        </a:custGeom>
        <a:noFill/>
        <a:ln w="12700" cap="flat" cmpd="sng" algn="ctr">
          <a:solidFill>
            <a:schemeClr val="accent2">
              <a:hueOff val="0"/>
              <a:satOff val="0"/>
              <a:lumOff val="0"/>
              <a:alphaOff val="0"/>
            </a:schemeClr>
          </a:solidFill>
          <a:prstDash val="solid"/>
          <a:miter lim="800000"/>
        </a:ln>
        <a:effectLst/>
        <a:sp3d z="-22735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970203" y="852969"/>
        <a:ext cx="29716" cy="29716"/>
      </dsp:txXfrm>
    </dsp:sp>
    <dsp:sp modelId="{52A73338-D680-4BA6-A92A-74008ACCBA8A}">
      <dsp:nvSpPr>
        <dsp:cNvPr id="0" name=""/>
        <dsp:cNvSpPr/>
      </dsp:nvSpPr>
      <dsp:spPr>
        <a:xfrm rot="16200000">
          <a:off x="507222" y="921889"/>
          <a:ext cx="2276271" cy="432491"/>
        </a:xfrm>
        <a:prstGeom prst="rect">
          <a:avLst/>
        </a:prstGeom>
        <a:solidFill>
          <a:schemeClr val="accent1">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7780" tIns="17780" rIns="17780" bIns="17780" numCol="1" spcCol="1270" anchor="ctr" anchorCtr="0">
          <a:noAutofit/>
          <a:sp3d extrusionH="28000" prstMaterial="matte"/>
        </a:bodyPr>
        <a:lstStyle/>
        <a:p>
          <a:pPr marL="0" lvl="0" indent="0" algn="ctr" defTabSz="1244600">
            <a:lnSpc>
              <a:spcPct val="90000"/>
            </a:lnSpc>
            <a:spcBef>
              <a:spcPct val="0"/>
            </a:spcBef>
            <a:spcAft>
              <a:spcPct val="35000"/>
            </a:spcAft>
            <a:buNone/>
          </a:pPr>
          <a:r>
            <a:rPr lang="en-US" sz="2800" kern="1200" dirty="0"/>
            <a:t>Loops</a:t>
          </a:r>
        </a:p>
      </dsp:txBody>
      <dsp:txXfrm>
        <a:off x="507222" y="921889"/>
        <a:ext cx="2276271" cy="432491"/>
      </dsp:txXfrm>
    </dsp:sp>
    <dsp:sp modelId="{C3066888-C893-42D3-98D7-8FE685386710}">
      <dsp:nvSpPr>
        <dsp:cNvPr id="0" name=""/>
        <dsp:cNvSpPr/>
      </dsp:nvSpPr>
      <dsp:spPr>
        <a:xfrm>
          <a:off x="2108520" y="381275"/>
          <a:ext cx="1418572" cy="432491"/>
        </a:xfrm>
        <a:prstGeom prst="rect">
          <a:avLst/>
        </a:prstGeom>
        <a:solidFill>
          <a:schemeClr val="accent2">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8890" tIns="8890" rIns="8890" bIns="8890" numCol="1" spcCol="1270" anchor="ctr" anchorCtr="0">
          <a:noAutofit/>
          <a:sp3d extrusionH="28000" prstMaterial="matte"/>
        </a:bodyPr>
        <a:lstStyle/>
        <a:p>
          <a:pPr marL="0" lvl="0" indent="0" algn="ctr" defTabSz="622300">
            <a:lnSpc>
              <a:spcPct val="90000"/>
            </a:lnSpc>
            <a:spcBef>
              <a:spcPct val="0"/>
            </a:spcBef>
            <a:spcAft>
              <a:spcPct val="35000"/>
            </a:spcAft>
            <a:buNone/>
          </a:pPr>
          <a:r>
            <a:rPr lang="en-US" sz="1400" kern="1200" dirty="0"/>
            <a:t>Initiate</a:t>
          </a:r>
        </a:p>
      </dsp:txBody>
      <dsp:txXfrm>
        <a:off x="2108520" y="381275"/>
        <a:ext cx="1418572" cy="432491"/>
      </dsp:txXfrm>
    </dsp:sp>
    <dsp:sp modelId="{0806B738-03B3-46CD-B3C6-D03FCAC38876}">
      <dsp:nvSpPr>
        <dsp:cNvPr id="0" name=""/>
        <dsp:cNvSpPr/>
      </dsp:nvSpPr>
      <dsp:spPr>
        <a:xfrm>
          <a:off x="2145318" y="921889"/>
          <a:ext cx="1418572" cy="432491"/>
        </a:xfrm>
        <a:prstGeom prst="rect">
          <a:avLst/>
        </a:prstGeom>
        <a:solidFill>
          <a:schemeClr val="accent2">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8890" tIns="8890" rIns="8890" bIns="8890" numCol="1" spcCol="1270" anchor="ctr" anchorCtr="0">
          <a:noAutofit/>
          <a:sp3d extrusionH="28000" prstMaterial="matte"/>
        </a:bodyPr>
        <a:lstStyle/>
        <a:p>
          <a:pPr marL="0" lvl="0" indent="0" algn="ctr" defTabSz="622300">
            <a:lnSpc>
              <a:spcPct val="90000"/>
            </a:lnSpc>
            <a:spcBef>
              <a:spcPct val="0"/>
            </a:spcBef>
            <a:spcAft>
              <a:spcPct val="35000"/>
            </a:spcAft>
            <a:buNone/>
          </a:pPr>
          <a:r>
            <a:rPr lang="en-US" sz="1400" kern="1200" dirty="0"/>
            <a:t>Do Some Iterative Tasks</a:t>
          </a:r>
        </a:p>
      </dsp:txBody>
      <dsp:txXfrm>
        <a:off x="2145318" y="921889"/>
        <a:ext cx="1418572" cy="432491"/>
      </dsp:txXfrm>
    </dsp:sp>
    <dsp:sp modelId="{5027AFEA-2364-438E-94AF-7CDD4B1259FB}">
      <dsp:nvSpPr>
        <dsp:cNvPr id="0" name=""/>
        <dsp:cNvSpPr/>
      </dsp:nvSpPr>
      <dsp:spPr>
        <a:xfrm>
          <a:off x="2145318" y="1462504"/>
          <a:ext cx="1418572" cy="432491"/>
        </a:xfrm>
        <a:prstGeom prst="rect">
          <a:avLst/>
        </a:prstGeom>
        <a:solidFill>
          <a:schemeClr val="accent2">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8890" tIns="8890" rIns="8890" bIns="8890" numCol="1" spcCol="1270" anchor="ctr" anchorCtr="0">
          <a:noAutofit/>
          <a:sp3d extrusionH="28000" prstMaterial="matte"/>
        </a:bodyPr>
        <a:lstStyle/>
        <a:p>
          <a:pPr marL="0" lvl="0" indent="0" algn="ctr" defTabSz="622300">
            <a:lnSpc>
              <a:spcPct val="90000"/>
            </a:lnSpc>
            <a:spcBef>
              <a:spcPct val="0"/>
            </a:spcBef>
            <a:spcAft>
              <a:spcPct val="35000"/>
            </a:spcAft>
            <a:buNone/>
          </a:pPr>
          <a:r>
            <a:rPr lang="en-US" sz="1400" kern="1200" dirty="0"/>
            <a:t>Terminate</a:t>
          </a:r>
        </a:p>
      </dsp:txBody>
      <dsp:txXfrm>
        <a:off x="2145318" y="1462504"/>
        <a:ext cx="1418572" cy="432491"/>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5740F8-8FDA-460C-BC9D-011C3F728AA1}">
      <dsp:nvSpPr>
        <dsp:cNvPr id="0" name=""/>
        <dsp:cNvSpPr/>
      </dsp:nvSpPr>
      <dsp:spPr>
        <a:xfrm>
          <a:off x="883614" y="1490"/>
          <a:ext cx="3749974" cy="1874987"/>
        </a:xfrm>
        <a:prstGeom prst="roundRect">
          <a:avLst>
            <a:gd name="adj" fmla="val 10000"/>
          </a:avLst>
        </a:prstGeom>
        <a:solidFill>
          <a:schemeClr val="accent2">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23825" tIns="82550" rIns="123825" bIns="82550" numCol="1" spcCol="1270" anchor="ctr" anchorCtr="0">
          <a:noAutofit/>
          <a:sp3d extrusionH="28000" prstMaterial="matte"/>
        </a:bodyPr>
        <a:lstStyle/>
        <a:p>
          <a:pPr marL="0" lvl="0" indent="0" algn="ctr" defTabSz="2889250">
            <a:lnSpc>
              <a:spcPct val="90000"/>
            </a:lnSpc>
            <a:spcBef>
              <a:spcPct val="0"/>
            </a:spcBef>
            <a:spcAft>
              <a:spcPct val="35000"/>
            </a:spcAft>
            <a:buNone/>
          </a:pPr>
          <a:r>
            <a:rPr lang="en-US" sz="6500" kern="1200" dirty="0"/>
            <a:t>Loops</a:t>
          </a:r>
        </a:p>
      </dsp:txBody>
      <dsp:txXfrm>
        <a:off x="938530" y="56406"/>
        <a:ext cx="3640142" cy="1765155"/>
      </dsp:txXfrm>
    </dsp:sp>
    <dsp:sp modelId="{9FF5CB3F-4B2B-4402-A70E-00FA5C1FBADE}">
      <dsp:nvSpPr>
        <dsp:cNvPr id="0" name=""/>
        <dsp:cNvSpPr/>
      </dsp:nvSpPr>
      <dsp:spPr>
        <a:xfrm>
          <a:off x="1258612" y="1876478"/>
          <a:ext cx="374997" cy="1406240"/>
        </a:xfrm>
        <a:custGeom>
          <a:avLst/>
          <a:gdLst/>
          <a:ahLst/>
          <a:cxnLst/>
          <a:rect l="0" t="0" r="0" b="0"/>
          <a:pathLst>
            <a:path>
              <a:moveTo>
                <a:pt x="0" y="0"/>
              </a:moveTo>
              <a:lnTo>
                <a:pt x="0" y="1406240"/>
              </a:lnTo>
              <a:lnTo>
                <a:pt x="374997" y="1406240"/>
              </a:lnTo>
            </a:path>
          </a:pathLst>
        </a:custGeom>
        <a:noFill/>
        <a:ln w="12700" cap="flat" cmpd="sng" algn="ctr">
          <a:solidFill>
            <a:schemeClr val="accent2">
              <a:hueOff val="0"/>
              <a:satOff val="0"/>
              <a:lumOff val="0"/>
              <a:alphaOff val="0"/>
            </a:schemeClr>
          </a:solidFill>
          <a:prstDash val="solid"/>
          <a:miter lim="800000"/>
        </a:ln>
        <a:effectLst/>
        <a:sp3d z="-227350" prstMaterial="matte"/>
      </dsp:spPr>
      <dsp:style>
        <a:lnRef idx="2">
          <a:scrgbClr r="0" g="0" b="0"/>
        </a:lnRef>
        <a:fillRef idx="0">
          <a:scrgbClr r="0" g="0" b="0"/>
        </a:fillRef>
        <a:effectRef idx="0">
          <a:scrgbClr r="0" g="0" b="0"/>
        </a:effectRef>
        <a:fontRef idx="minor"/>
      </dsp:style>
    </dsp:sp>
    <dsp:sp modelId="{AD06B604-8E7D-4D95-A078-CC0E98B99921}">
      <dsp:nvSpPr>
        <dsp:cNvPr id="0" name=""/>
        <dsp:cNvSpPr/>
      </dsp:nvSpPr>
      <dsp:spPr>
        <a:xfrm>
          <a:off x="1633609" y="2345224"/>
          <a:ext cx="2999979" cy="1874987"/>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p3d z="-227350" prstMaterial="matte"/>
      </dsp:spPr>
      <dsp:style>
        <a:lnRef idx="1">
          <a:scrgbClr r="0" g="0" b="0"/>
        </a:lnRef>
        <a:fillRef idx="1">
          <a:scrgbClr r="0" g="0" b="0"/>
        </a:fillRef>
        <a:effectRef idx="0">
          <a:scrgbClr r="0" g="0" b="0"/>
        </a:effectRef>
        <a:fontRef idx="minor"/>
      </dsp:style>
      <dsp:txBody>
        <a:bodyPr spcFirstLastPara="0" vert="horz" wrap="square" lIns="32385" tIns="21590" rIns="32385" bIns="21590" numCol="1" spcCol="1270" anchor="t" anchorCtr="0">
          <a:noAutofit/>
        </a:bodyPr>
        <a:lstStyle/>
        <a:p>
          <a:pPr marL="0" lvl="0" indent="0" algn="l" defTabSz="755650">
            <a:lnSpc>
              <a:spcPct val="90000"/>
            </a:lnSpc>
            <a:spcBef>
              <a:spcPct val="0"/>
            </a:spcBef>
            <a:spcAft>
              <a:spcPct val="35000"/>
            </a:spcAft>
            <a:buNone/>
          </a:pPr>
          <a:r>
            <a:rPr lang="en-US" sz="1700" kern="1200" dirty="0"/>
            <a:t>Tasks and Solutions</a:t>
          </a:r>
        </a:p>
        <a:p>
          <a:pPr marL="114300" lvl="1" indent="-114300" algn="l" defTabSz="577850">
            <a:lnSpc>
              <a:spcPct val="90000"/>
            </a:lnSpc>
            <a:spcBef>
              <a:spcPct val="0"/>
            </a:spcBef>
            <a:spcAft>
              <a:spcPct val="15000"/>
            </a:spcAft>
            <a:buChar char="•"/>
          </a:pPr>
          <a:r>
            <a:rPr lang="en-US" sz="1300" kern="1200" dirty="0"/>
            <a:t>Solution 1 for problem 1</a:t>
          </a:r>
        </a:p>
        <a:p>
          <a:pPr marL="228600" lvl="2" indent="-114300" algn="l" defTabSz="577850">
            <a:lnSpc>
              <a:spcPct val="90000"/>
            </a:lnSpc>
            <a:spcBef>
              <a:spcPct val="0"/>
            </a:spcBef>
            <a:spcAft>
              <a:spcPct val="15000"/>
            </a:spcAft>
            <a:buChar char="•"/>
          </a:pPr>
          <a:r>
            <a:rPr lang="en-US" sz="1300" kern="1200" dirty="0"/>
            <a:t>Problem1: Task on behalf of solution 1 and produce solution 2 for problem 2</a:t>
          </a:r>
        </a:p>
        <a:p>
          <a:pPr marL="228600" lvl="2" indent="-114300" algn="l" defTabSz="577850">
            <a:lnSpc>
              <a:spcPct val="90000"/>
            </a:lnSpc>
            <a:spcBef>
              <a:spcPct val="0"/>
            </a:spcBef>
            <a:spcAft>
              <a:spcPct val="15000"/>
            </a:spcAft>
            <a:buChar char="•"/>
          </a:pPr>
          <a:r>
            <a:rPr lang="en-US" sz="1300" kern="1200" dirty="0"/>
            <a:t>Problem 2:Task on behalf of solution 2 and produce solution 3 for problem 3</a:t>
          </a:r>
        </a:p>
      </dsp:txBody>
      <dsp:txXfrm>
        <a:off x="1688525" y="2400140"/>
        <a:ext cx="2890147" cy="1765155"/>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5740F8-8FDA-460C-BC9D-011C3F728AA1}">
      <dsp:nvSpPr>
        <dsp:cNvPr id="0" name=""/>
        <dsp:cNvSpPr/>
      </dsp:nvSpPr>
      <dsp:spPr>
        <a:xfrm>
          <a:off x="1784147" y="194"/>
          <a:ext cx="1588986" cy="794493"/>
        </a:xfrm>
        <a:prstGeom prst="roundRect">
          <a:avLst>
            <a:gd name="adj" fmla="val 10000"/>
          </a:avLst>
        </a:prstGeom>
        <a:solidFill>
          <a:schemeClr val="accent2">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40005" tIns="26670" rIns="40005" bIns="26670" numCol="1" spcCol="1270" anchor="ctr" anchorCtr="0">
          <a:noAutofit/>
          <a:sp3d extrusionH="28000" prstMaterial="matte"/>
        </a:bodyPr>
        <a:lstStyle/>
        <a:p>
          <a:pPr marL="0" lvl="0" indent="0" algn="ctr" defTabSz="933450">
            <a:lnSpc>
              <a:spcPct val="90000"/>
            </a:lnSpc>
            <a:spcBef>
              <a:spcPct val="0"/>
            </a:spcBef>
            <a:spcAft>
              <a:spcPct val="35000"/>
            </a:spcAft>
            <a:buNone/>
          </a:pPr>
          <a:r>
            <a:rPr lang="en-US" sz="2100" kern="1200" dirty="0"/>
            <a:t>Loop Terminations</a:t>
          </a:r>
        </a:p>
      </dsp:txBody>
      <dsp:txXfrm>
        <a:off x="1807417" y="23464"/>
        <a:ext cx="1542446" cy="747953"/>
      </dsp:txXfrm>
    </dsp:sp>
    <dsp:sp modelId="{D69E9D74-43FF-4267-92B9-845010334126}">
      <dsp:nvSpPr>
        <dsp:cNvPr id="0" name=""/>
        <dsp:cNvSpPr/>
      </dsp:nvSpPr>
      <dsp:spPr>
        <a:xfrm>
          <a:off x="1943045" y="794687"/>
          <a:ext cx="158898" cy="595869"/>
        </a:xfrm>
        <a:custGeom>
          <a:avLst/>
          <a:gdLst/>
          <a:ahLst/>
          <a:cxnLst/>
          <a:rect l="0" t="0" r="0" b="0"/>
          <a:pathLst>
            <a:path>
              <a:moveTo>
                <a:pt x="0" y="0"/>
              </a:moveTo>
              <a:lnTo>
                <a:pt x="0" y="595869"/>
              </a:lnTo>
              <a:lnTo>
                <a:pt x="158898" y="595869"/>
              </a:lnTo>
            </a:path>
          </a:pathLst>
        </a:custGeom>
        <a:noFill/>
        <a:ln w="12700" cap="flat" cmpd="sng" algn="ctr">
          <a:solidFill>
            <a:schemeClr val="accent2">
              <a:hueOff val="0"/>
              <a:satOff val="0"/>
              <a:lumOff val="0"/>
              <a:alphaOff val="0"/>
            </a:schemeClr>
          </a:solidFill>
          <a:prstDash val="solid"/>
          <a:miter lim="800000"/>
        </a:ln>
        <a:effectLst/>
        <a:sp3d z="-227350" prstMaterial="matte"/>
      </dsp:spPr>
      <dsp:style>
        <a:lnRef idx="2">
          <a:scrgbClr r="0" g="0" b="0"/>
        </a:lnRef>
        <a:fillRef idx="0">
          <a:scrgbClr r="0" g="0" b="0"/>
        </a:fillRef>
        <a:effectRef idx="0">
          <a:scrgbClr r="0" g="0" b="0"/>
        </a:effectRef>
        <a:fontRef idx="minor"/>
      </dsp:style>
    </dsp:sp>
    <dsp:sp modelId="{ADD46EFF-0375-4FB6-9191-AC74199DFDCE}">
      <dsp:nvSpPr>
        <dsp:cNvPr id="0" name=""/>
        <dsp:cNvSpPr/>
      </dsp:nvSpPr>
      <dsp:spPr>
        <a:xfrm>
          <a:off x="2101944" y="993310"/>
          <a:ext cx="1271189" cy="794493"/>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p3d z="-227350" prstMaterial="matte"/>
      </dsp:spPr>
      <dsp:style>
        <a:lnRef idx="1">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dirty="0"/>
            <a:t>Nature of the problem</a:t>
          </a:r>
        </a:p>
      </dsp:txBody>
      <dsp:txXfrm>
        <a:off x="2125214" y="1016580"/>
        <a:ext cx="1224649" cy="747953"/>
      </dsp:txXfrm>
    </dsp:sp>
    <dsp:sp modelId="{2F6B6F73-F9F2-4568-BE7F-AA1C4F5492A2}">
      <dsp:nvSpPr>
        <dsp:cNvPr id="0" name=""/>
        <dsp:cNvSpPr/>
      </dsp:nvSpPr>
      <dsp:spPr>
        <a:xfrm>
          <a:off x="1943045" y="794687"/>
          <a:ext cx="158898" cy="1588986"/>
        </a:xfrm>
        <a:custGeom>
          <a:avLst/>
          <a:gdLst/>
          <a:ahLst/>
          <a:cxnLst/>
          <a:rect l="0" t="0" r="0" b="0"/>
          <a:pathLst>
            <a:path>
              <a:moveTo>
                <a:pt x="0" y="0"/>
              </a:moveTo>
              <a:lnTo>
                <a:pt x="0" y="1588986"/>
              </a:lnTo>
              <a:lnTo>
                <a:pt x="158898" y="1588986"/>
              </a:lnTo>
            </a:path>
          </a:pathLst>
        </a:custGeom>
        <a:noFill/>
        <a:ln w="12700" cap="flat" cmpd="sng" algn="ctr">
          <a:solidFill>
            <a:schemeClr val="accent2">
              <a:hueOff val="0"/>
              <a:satOff val="0"/>
              <a:lumOff val="0"/>
              <a:alphaOff val="0"/>
            </a:schemeClr>
          </a:solidFill>
          <a:prstDash val="solid"/>
          <a:miter lim="800000"/>
        </a:ln>
        <a:effectLst/>
        <a:sp3d z="-227350" prstMaterial="matte"/>
      </dsp:spPr>
      <dsp:style>
        <a:lnRef idx="2">
          <a:scrgbClr r="0" g="0" b="0"/>
        </a:lnRef>
        <a:fillRef idx="0">
          <a:scrgbClr r="0" g="0" b="0"/>
        </a:fillRef>
        <a:effectRef idx="0">
          <a:scrgbClr r="0" g="0" b="0"/>
        </a:effectRef>
        <a:fontRef idx="minor"/>
      </dsp:style>
    </dsp:sp>
    <dsp:sp modelId="{5E50534D-A1DF-4A79-9ADA-9BBBBC8E87A7}">
      <dsp:nvSpPr>
        <dsp:cNvPr id="0" name=""/>
        <dsp:cNvSpPr/>
      </dsp:nvSpPr>
      <dsp:spPr>
        <a:xfrm>
          <a:off x="2101944" y="1986427"/>
          <a:ext cx="1271189" cy="794493"/>
        </a:xfrm>
        <a:prstGeom prst="roundRect">
          <a:avLst>
            <a:gd name="adj" fmla="val 10000"/>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a:sp3d z="-227350" prstMaterial="matte"/>
      </dsp:spPr>
      <dsp:style>
        <a:lnRef idx="1">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dirty="0"/>
            <a:t>Iterative Tasks and Terminations</a:t>
          </a:r>
        </a:p>
      </dsp:txBody>
      <dsp:txXfrm>
        <a:off x="2125214" y="2009697"/>
        <a:ext cx="1224649" cy="747953"/>
      </dsp:txXfrm>
    </dsp:sp>
    <dsp:sp modelId="{28A6BEDD-44DF-4142-B4D8-5662FE17D22F}">
      <dsp:nvSpPr>
        <dsp:cNvPr id="0" name=""/>
        <dsp:cNvSpPr/>
      </dsp:nvSpPr>
      <dsp:spPr>
        <a:xfrm>
          <a:off x="1943045" y="794687"/>
          <a:ext cx="158898" cy="2582103"/>
        </a:xfrm>
        <a:custGeom>
          <a:avLst/>
          <a:gdLst/>
          <a:ahLst/>
          <a:cxnLst/>
          <a:rect l="0" t="0" r="0" b="0"/>
          <a:pathLst>
            <a:path>
              <a:moveTo>
                <a:pt x="0" y="0"/>
              </a:moveTo>
              <a:lnTo>
                <a:pt x="0" y="2582103"/>
              </a:lnTo>
              <a:lnTo>
                <a:pt x="158898" y="2582103"/>
              </a:lnTo>
            </a:path>
          </a:pathLst>
        </a:custGeom>
        <a:noFill/>
        <a:ln w="12700" cap="flat" cmpd="sng" algn="ctr">
          <a:solidFill>
            <a:schemeClr val="accent2">
              <a:hueOff val="0"/>
              <a:satOff val="0"/>
              <a:lumOff val="0"/>
              <a:alphaOff val="0"/>
            </a:schemeClr>
          </a:solidFill>
          <a:prstDash val="solid"/>
          <a:miter lim="800000"/>
        </a:ln>
        <a:effectLst/>
        <a:sp3d z="-227350" prstMaterial="matte"/>
      </dsp:spPr>
      <dsp:style>
        <a:lnRef idx="2">
          <a:scrgbClr r="0" g="0" b="0"/>
        </a:lnRef>
        <a:fillRef idx="0">
          <a:scrgbClr r="0" g="0" b="0"/>
        </a:fillRef>
        <a:effectRef idx="0">
          <a:scrgbClr r="0" g="0" b="0"/>
        </a:effectRef>
        <a:fontRef idx="minor"/>
      </dsp:style>
    </dsp:sp>
    <dsp:sp modelId="{E0EC4AC9-05FB-4A40-9999-C4F88A6A4A4A}">
      <dsp:nvSpPr>
        <dsp:cNvPr id="0" name=""/>
        <dsp:cNvSpPr/>
      </dsp:nvSpPr>
      <dsp:spPr>
        <a:xfrm>
          <a:off x="2101944" y="2979543"/>
          <a:ext cx="1271189" cy="794493"/>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a:sp3d z="-227350" prstMaterial="matte"/>
      </dsp:spPr>
      <dsp:style>
        <a:lnRef idx="1">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dirty="0"/>
            <a:t>Conditions Based Terminations</a:t>
          </a:r>
        </a:p>
      </dsp:txBody>
      <dsp:txXfrm>
        <a:off x="2125214" y="3002813"/>
        <a:ext cx="1224649" cy="747953"/>
      </dsp:txXfrm>
    </dsp:sp>
  </dsp:spTree>
</dsp:drawing>
</file>

<file path=ppt/diagrams/layout1.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8.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9">
  <dgm:title val=""/>
  <dgm:desc val=""/>
  <dgm:catLst>
    <dgm:cat type="3D" pri="11900"/>
  </dgm:catLst>
  <dgm:scene3d>
    <a:camera prst="perspectiveRelaxed">
      <a:rot lat="19149996" lon="20104178" rev="1577324"/>
    </a:camera>
    <a:lightRig rig="soft" dir="t"/>
    <a:backdrop>
      <a:anchor x="0" y="0" z="-210000"/>
      <a:norm dx="0" dy="0" dz="914400"/>
      <a:up dx="0" dy="914400" dz="0"/>
    </a:backdrop>
  </dgm:scene3d>
  <dgm:styleLbl name="node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52250" prstMaterial="matte">
      <a:bevelT w="165100" prst="coolSlant"/>
    </dgm:sp3d>
    <dgm:txPr>
      <a:sp3d extrusionH="28000" prstMaterial="matte"/>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152250" prstMaterial="matte">
      <a:bevelT w="165100" prst="coolSlan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prstMaterial="matte"/>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22735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2D4">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1D1">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prstMaterial="matte"/>
    <dgm:txPr/>
    <dgm:style>
      <a:lnRef idx="0">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a:sp3d extrusionH="28000" prstMaterial="matte"/>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3d9">
  <dgm:title val=""/>
  <dgm:desc val=""/>
  <dgm:catLst>
    <dgm:cat type="3D" pri="11900"/>
  </dgm:catLst>
  <dgm:scene3d>
    <a:camera prst="perspectiveRelaxed">
      <a:rot lat="19149996" lon="20104178" rev="1577324"/>
    </a:camera>
    <a:lightRig rig="soft" dir="t"/>
    <a:backdrop>
      <a:anchor x="0" y="0" z="-210000"/>
      <a:norm dx="0" dy="0" dz="914400"/>
      <a:up dx="0" dy="914400" dz="0"/>
    </a:backdrop>
  </dgm:scene3d>
  <dgm:styleLbl name="node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52250" prstMaterial="matte">
      <a:bevelT w="165100" prst="coolSlant"/>
    </dgm:sp3d>
    <dgm:txPr>
      <a:sp3d extrusionH="28000" prstMaterial="matte"/>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152250" prstMaterial="matte">
      <a:bevelT w="165100" prst="coolSlan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prstMaterial="matte"/>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22735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2D4">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1D1">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prstMaterial="matte"/>
    <dgm:txPr/>
    <dgm:style>
      <a:lnRef idx="0">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a:sp3d extrusionH="28000" prstMaterial="matte"/>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3d9">
  <dgm:title val=""/>
  <dgm:desc val=""/>
  <dgm:catLst>
    <dgm:cat type="3D" pri="11900"/>
  </dgm:catLst>
  <dgm:scene3d>
    <a:camera prst="perspectiveRelaxed">
      <a:rot lat="19149996" lon="20104178" rev="1577324"/>
    </a:camera>
    <a:lightRig rig="soft" dir="t"/>
    <a:backdrop>
      <a:anchor x="0" y="0" z="-210000"/>
      <a:norm dx="0" dy="0" dz="914400"/>
      <a:up dx="0" dy="914400" dz="0"/>
    </a:backdrop>
  </dgm:scene3d>
  <dgm:styleLbl name="node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52250" prstMaterial="matte">
      <a:bevelT w="165100" prst="coolSlant"/>
    </dgm:sp3d>
    <dgm:txPr>
      <a:sp3d extrusionH="28000" prstMaterial="matte"/>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152250" prstMaterial="matte">
      <a:bevelT w="165100" prst="coolSlan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prstMaterial="matte"/>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22735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2D4">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1D1">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prstMaterial="matte"/>
    <dgm:txPr/>
    <dgm:style>
      <a:lnRef idx="0">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a:sp3d extrusionH="28000" prstMaterial="matte"/>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3d9">
  <dgm:title val=""/>
  <dgm:desc val=""/>
  <dgm:catLst>
    <dgm:cat type="3D" pri="11900"/>
  </dgm:catLst>
  <dgm:scene3d>
    <a:camera prst="perspectiveRelaxed">
      <a:rot lat="19149996" lon="20104178" rev="1577324"/>
    </a:camera>
    <a:lightRig rig="soft" dir="t"/>
    <a:backdrop>
      <a:anchor x="0" y="0" z="-210000"/>
      <a:norm dx="0" dy="0" dz="914400"/>
      <a:up dx="0" dy="914400" dz="0"/>
    </a:backdrop>
  </dgm:scene3d>
  <dgm:styleLbl name="node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52250" prstMaterial="matte">
      <a:bevelT w="165100" prst="coolSlant"/>
    </dgm:sp3d>
    <dgm:txPr>
      <a:sp3d extrusionH="28000" prstMaterial="matte"/>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152250" prstMaterial="matte">
      <a:bevelT w="165100" prst="coolSlan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prstMaterial="matte"/>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22735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2D4">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1D1">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prstMaterial="matte"/>
    <dgm:txPr/>
    <dgm:style>
      <a:lnRef idx="0">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a:sp3d extrusionH="28000" prstMaterial="matte"/>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1-09-13T05:47:26.481"/>
    </inkml:context>
    <inkml:brush xml:id="br0">
      <inkml:brushProperty name="width" value="0.05292" units="cm"/>
      <inkml:brushProperty name="height" value="0.05292" units="cm"/>
      <inkml:brushProperty name="color" value="#FF0000"/>
    </inkml:brush>
  </inkml:definitions>
  <inkml:trace contextRef="#ctx0" brushRef="#br0">6152 15712 580 0,'0'0'5'0,"0"0"25"16,0 0-14-16,0 0-1 15,-118-53 8-15,102 39-4 16,-1 2 15-16,1-6-10 16,7 1 11-16,3 2-20 15,6-3 6-15,0 0-21 0,17-5-4 16,18-1 2-16,6 6 0 16,1 9-7-16,1 9 6 15,-3 0-23-15,0 3 22 16,-1 25-5-16,-2 8 8 15,-6 11-23-15,-4 3 22 16,-10 4 1-16,-1-1 1 16,-7-4 0-16,0-9 0 15,0-8-3-15,0-10 3 16,4-3-1-16,7-7 1 16,11 2 0-16,7-5-1 15,7 5 1-15,1 2 0 16,-5-1 0-16,-5 7-1 15,-12 4 1-15,-15 18 0 16,-9 20 0-16,-16 31 0 0,-37 24 1 16,-12 6 0-16,-6-5-1 15,6-26 5-15,16-27-4 16,13-25-2-16,14-21 2 16,13-12-1-16,9-9 0 15,0-9-16-15,33-44-52 16,25-37-72-16,17-35-68 15</inkml:trace>
  <inkml:trace contextRef="#ctx0" brushRef="#br0" timeOffset="255.69">6910 15963 623 0,'0'0'0'15,"0"0"18"-15,0 0 27 16,0 0-43-16,0 0-2 15,0 0-4-15,-67-27 2 16,67 27 2-16,0 19-16 16,0 29 10-16,0 24 6 15,0 25 2-15,0 12-2 16,0 7 1-16,0-10-1 16,0-16 0-16,0-20 0 15,3-15-3-15,3-24-13 0,3-17-56 16,-5-14-84-1,-4-27-217-15</inkml:trace>
  <inkml:trace contextRef="#ctx0" brushRef="#br0" timeOffset="452.39">6437 16172 707 0,'0'0'8'0,"0"0"22"15,0 0 21-15,0 0-51 16,0 0-9-16,0 0-17 15,-2-16 11-15,69 37 11 16,18 13 4-16,13 9-5 16,3 15-11-16,-4 13-16 15,-10 1-19-15,-9 0-31 0,-9-12-59 16,-16-23-13-16</inkml:trace>
  <inkml:trace contextRef="#ctx0" brushRef="#br0" timeOffset="632.72">7382 16325 355 0,'0'0'194'16,"0"0"-102"-16,0 0-48 15,0 0-34-15,0 0-9 16,0 0 0-16,-13-32-1 16,28 20-7-16,21-7 6 15,15-8-2-15,10 0-10 16,1 10-67-16,-2-2-54 0,-15 1-139 15</inkml:trace>
  <inkml:trace contextRef="#ctx0" brushRef="#br0" timeOffset="811.69">7297 16191 641 0,'0'0'8'15,"0"0"-2"-15,0 0-5 16,0 0-1-16,0 0-15 16,23-129-30-16,41 70 22 0,13-7-68 15,0 3-71 1</inkml:trace>
  <inkml:trace contextRef="#ctx0" brushRef="#br0" timeOffset="1175.74">7639 15793 694 0,'0'0'5'16,"0"0"-5"-16,0 0 1 16,0 0-1-16,0 0-30 15,15-116 6-15,28 93 24 0,6 14-2 16,2 9 0-1,-5 0-3-15,2 14 0 0,-11 18 4 16,-5 8-5-16,-10 12 3 16,-13 13 3-16,-9 2 0 15,0 8 3-15,-20-3-3 16,-4-18 3-16,3-18-3 16,10-16 0-16,9-13 1 15,2-7-1-15,0 0 0 16,24-19 0-16,28-29 0 15,14-12 2-15,11-14-2 16,5 2-3-16,0 2-4 16,-3 11-13-16,-11 13-94 15,-16 6-59-15</inkml:trace>
  <inkml:trace contextRef="#ctx0" brushRef="#br0" timeOffset="1590.65">8300 15530 655 0,'0'0'0'16,"0"0"29"-16,0 0-2 15,0 0-22-15,0 0-3 16,0 0-4-16,-29-31-3 16,37 31-4-16,19 13 7 15,10 13 2-15,3 6 0 16,3 9 1-16,-3 2-1 0,-2-2 0 15,-5-1-2 1,-2-12 5-16,-4-7-6 0,2-8-9 16,2-13-13-16,5-4 9 15,9-31 0-15,1-23-6 16,-3-13-25-16,-7-1-26 16,-21 14 5-16,-15 13 38 15,0 15 30-15,-29 15 108 16,-3 8-7-16,3 5-12 15,6 2-44-15,7 0-6 16,9 0 24-16,3 0-50 16,4 0-13-16,0 30-10 0,24 34-1 15,27 29 9 1,21 37 1-16,22 27-43 0,10 23-12 16,-6-4-214-16</inkml:trace>
  <inkml:trace contextRef="#ctx0" brushRef="#br0" timeOffset="2253.58">6614 17348 639 0,'0'0'20'0,"0"0"-20"16,113-85-23-16,-35 49-25 15,9 0-49-15,7-4-2 16,-3-8-12-16,-2-7-102 15</inkml:trace>
  <inkml:trace contextRef="#ctx0" brushRef="#br0" timeOffset="2433.23">6892 17339 702 0,'0'0'4'0,"0"0"-3"16,0 0-1-16,0 0-50 16,131-174-10-16,1 66-25 15,4-8-39-15</inkml:trace>
  <inkml:trace contextRef="#ctx0" brushRef="#br0" timeOffset="3817.31">18800 8260 334 0,'0'0'89'0,"0"0"-42"16,0 0-35-16,0 0-12 15,0 0 7-15,96-111 35 16,-51 72 10-16,11-5-10 15,4 5-21-15,13-2-11 16,16 2-10-16,16-4-3 16,11 2 3-16,11-2-5 0,2 5-61 15,1 0-34 1,-8-3-77-16</inkml:trace>
  <inkml:trace contextRef="#ctx0" brushRef="#br0" timeOffset="4120.96">21381 7868 540 0,'0'0'4'16,"0"0"80"-16,0 0-50 15,37-119-33-15,15 82-1 16,16 2-13-16,10-2-9 16,6 5-11-16,4 3-7 15,3 6-21-15,9 0 3 16,7 0-39-16</inkml:trace>
  <inkml:trace contextRef="#ctx0" brushRef="#br0" timeOffset="4482.37">23804 7932 514 0,'0'0'121'16,"0"0"-78"-16,0 0-6 0,0 0-19 16,88-104-7-16,-41 71-11 15,11-1 0-15,11 2 0 16,12 1-7-16,20 3-27 16,20 0-33-16,8-6-88 15,4-4-128-15</inkml:trace>
  <inkml:trace contextRef="#ctx0" brushRef="#br0" timeOffset="4756.8">27150 7618 440 0,'0'0'0'0,"147"-51"-62"15,-68 23-286-15</inkml:trace>
  <inkml:trace contextRef="#ctx0" brushRef="#br0" timeOffset="5598.68">25096 8453 544 0,'0'0'9'0,"0"0"-9"16,124-104 1-16,-48 62 0 16,23-8 0-16,25-2-1 15,26-4 12-15,25 0-7 16,26-5-5-16,15 6-6 16,-4-8-82-16,-15-2-247 15</inkml:trace>
  <inkml:trace contextRef="#ctx0" brushRef="#br0" timeOffset="8651.73">7153 16811 410 0,'0'0'11'15,"0"0"-11"-15,0 0-65 16,0 0 14-16,0 0 41 16,0 0 8-16,0 0 4 15,-2 5-1-15,6-5 37 16,-1 0-1-16,-1 0-1 15,0-8 4-15,-2-2-4 0,0 2 34 16,0-3 9-16,0-1-29 16,-14-2-20-16,3 5-5 15,3 1-10-15,-1 0-4 16,4 3-5-16,0 3-2 16,5 2-1-16,0 0-3 15,0-3 0-15,0 3-7 16,0-9 1-16,0-9 0 15,21-14 4-15,6-15-3 16,6-11 5-16,-2-9-1 16,-2-1-4-16,-12 2 3 15,-9-3 0-15,-8-4 1 16,-5-2 0-16,-29 1-1 0,-10-2-7 16,-14 5 6-16,-11 7 3 15,-7 12-1-15,-9 14 1 16,-3 14 0-16,-4 14 0 15,-2 10 0-15,2 4 2 16,11 23-2-16,9 5-1 16,19 11 0-16,16 7 1 15,18 17-1-15,13 23-12 16,6 22 13-16,8 20-5 16,30 15 5-16,20-3-3 15,22-10 3-15,20-21 0 16,21-25-7-16,10-25-13 15,10-32-15-15,13-27-8 16,6-13-48-16,5-66-35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567032-418F-4D5C-B0AA-0A250F5A3039}" type="datetimeFigureOut">
              <a:rPr lang="en-GB" smtClean="0"/>
              <a:t>04/09/2025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191B0D-C30F-4E2F-B60B-EB57C6653D05}" type="slidenum">
              <a:rPr lang="en-GB" smtClean="0"/>
              <a:t>‹#›</a:t>
            </a:fld>
            <a:endParaRPr lang="en-GB"/>
          </a:p>
        </p:txBody>
      </p:sp>
    </p:spTree>
    <p:extLst>
      <p:ext uri="{BB962C8B-B14F-4D97-AF65-F5344CB8AC3E}">
        <p14:creationId xmlns:p14="http://schemas.microsoft.com/office/powerpoint/2010/main" val="33232707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Shape 387"/>
          <p:cNvSpPr>
            <a:spLocks noGrp="1" noRot="1" noChangeAspect="1"/>
          </p:cNvSpPr>
          <p:nvPr>
            <p:ph type="sldImg" idx="2"/>
          </p:nvPr>
        </p:nvSpPr>
        <p:spPr>
          <a:xfrm>
            <a:off x="411163" y="692150"/>
            <a:ext cx="6157912" cy="3463925"/>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8" name="Shape 388"/>
          <p:cNvSpPr txBox="1">
            <a:spLocks noGrp="1"/>
          </p:cNvSpPr>
          <p:nvPr>
            <p:ph type="body" idx="1"/>
          </p:nvPr>
        </p:nvSpPr>
        <p:spPr>
          <a:xfrm>
            <a:off x="930275" y="4387850"/>
            <a:ext cx="5119799" cy="4156200"/>
          </a:xfrm>
          <a:prstGeom prst="rect">
            <a:avLst/>
          </a:prstGeom>
        </p:spPr>
        <p:txBody>
          <a:bodyPr lIns="91425" tIns="91425" rIns="91425" bIns="91425" anchor="ctr" anchorCtr="0">
            <a:noAutofit/>
          </a:bodyPr>
          <a:lstStyle/>
          <a:p>
            <a:pPr lvl="0">
              <a:spcBef>
                <a:spcPts val="0"/>
              </a:spcBef>
              <a:buNone/>
            </a:pPr>
            <a:endParaRPr/>
          </a:p>
        </p:txBody>
      </p:sp>
      <p:sp>
        <p:nvSpPr>
          <p:cNvPr id="389" name="Shape 389"/>
          <p:cNvSpPr txBox="1">
            <a:spLocks noGrp="1"/>
          </p:cNvSpPr>
          <p:nvPr>
            <p:ph type="sldNum" idx="12"/>
          </p:nvPr>
        </p:nvSpPr>
        <p:spPr>
          <a:xfrm>
            <a:off x="3956050" y="8774111"/>
            <a:ext cx="3024300" cy="461999"/>
          </a:xfrm>
          <a:prstGeom prst="rect">
            <a:avLst/>
          </a:prstGeom>
        </p:spPr>
        <p:txBody>
          <a:bodyPr lIns="92650" tIns="46325" rIns="92650" bIns="46325" anchor="b" anchorCtr="0">
            <a:noAutofit/>
          </a:bodyPr>
          <a:lstStyle/>
          <a:p>
            <a:pPr lvl="0" rtl="0">
              <a:spcBef>
                <a:spcPts val="0"/>
              </a:spcBef>
              <a:buClr>
                <a:srgbClr val="000000"/>
              </a:buClr>
              <a:buSzPct val="25000"/>
              <a:buFont typeface="Times New Roman"/>
              <a:buNone/>
            </a:pPr>
            <a:fld id="{00000000-1234-1234-1234-123412341234}" type="slidenum">
              <a:rPr lang="en-US"/>
              <a:t>4</a:t>
            </a:fld>
            <a:endParaRPr lang="en-US"/>
          </a:p>
        </p:txBody>
      </p:sp>
    </p:spTree>
    <p:extLst>
      <p:ext uri="{BB962C8B-B14F-4D97-AF65-F5344CB8AC3E}">
        <p14:creationId xmlns:p14="http://schemas.microsoft.com/office/powerpoint/2010/main" val="16834494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Shape 387"/>
          <p:cNvSpPr>
            <a:spLocks noGrp="1" noRot="1" noChangeAspect="1"/>
          </p:cNvSpPr>
          <p:nvPr>
            <p:ph type="sldImg" idx="2"/>
          </p:nvPr>
        </p:nvSpPr>
        <p:spPr>
          <a:xfrm>
            <a:off x="411163" y="692150"/>
            <a:ext cx="6157912" cy="3463925"/>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8" name="Shape 388"/>
          <p:cNvSpPr txBox="1">
            <a:spLocks noGrp="1"/>
          </p:cNvSpPr>
          <p:nvPr>
            <p:ph type="body" idx="1"/>
          </p:nvPr>
        </p:nvSpPr>
        <p:spPr>
          <a:xfrm>
            <a:off x="930275" y="4387850"/>
            <a:ext cx="5119799" cy="4156200"/>
          </a:xfrm>
          <a:prstGeom prst="rect">
            <a:avLst/>
          </a:prstGeom>
        </p:spPr>
        <p:txBody>
          <a:bodyPr lIns="91425" tIns="91425" rIns="91425" bIns="91425" anchor="ctr" anchorCtr="0">
            <a:noAutofit/>
          </a:bodyPr>
          <a:lstStyle/>
          <a:p>
            <a:pPr lvl="0">
              <a:spcBef>
                <a:spcPts val="0"/>
              </a:spcBef>
              <a:buNone/>
            </a:pPr>
            <a:endParaRPr/>
          </a:p>
        </p:txBody>
      </p:sp>
      <p:sp>
        <p:nvSpPr>
          <p:cNvPr id="389" name="Shape 389"/>
          <p:cNvSpPr txBox="1">
            <a:spLocks noGrp="1"/>
          </p:cNvSpPr>
          <p:nvPr>
            <p:ph type="sldNum" idx="12"/>
          </p:nvPr>
        </p:nvSpPr>
        <p:spPr>
          <a:xfrm>
            <a:off x="3956050" y="8774111"/>
            <a:ext cx="3024300" cy="461999"/>
          </a:xfrm>
          <a:prstGeom prst="rect">
            <a:avLst/>
          </a:prstGeom>
        </p:spPr>
        <p:txBody>
          <a:bodyPr lIns="92650" tIns="46325" rIns="92650" bIns="46325" anchor="b" anchorCtr="0">
            <a:noAutofit/>
          </a:bodyPr>
          <a:lstStyle/>
          <a:p>
            <a:pPr lvl="0" rtl="0">
              <a:spcBef>
                <a:spcPts val="0"/>
              </a:spcBef>
              <a:buClr>
                <a:srgbClr val="000000"/>
              </a:buClr>
              <a:buSzPct val="25000"/>
              <a:buFont typeface="Times New Roman"/>
              <a:buNone/>
            </a:pPr>
            <a:fld id="{00000000-1234-1234-1234-123412341234}" type="slidenum">
              <a:rPr lang="en-US"/>
              <a:t>5</a:t>
            </a:fld>
            <a:endParaRPr lang="en-US"/>
          </a:p>
        </p:txBody>
      </p:sp>
    </p:spTree>
    <p:extLst>
      <p:ext uri="{BB962C8B-B14F-4D97-AF65-F5344CB8AC3E}">
        <p14:creationId xmlns:p14="http://schemas.microsoft.com/office/powerpoint/2010/main" val="23784044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Shape 387"/>
          <p:cNvSpPr>
            <a:spLocks noGrp="1" noRot="1" noChangeAspect="1"/>
          </p:cNvSpPr>
          <p:nvPr>
            <p:ph type="sldImg" idx="2"/>
          </p:nvPr>
        </p:nvSpPr>
        <p:spPr>
          <a:xfrm>
            <a:off x="411163" y="692150"/>
            <a:ext cx="6157912" cy="3463925"/>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8" name="Shape 388"/>
          <p:cNvSpPr txBox="1">
            <a:spLocks noGrp="1"/>
          </p:cNvSpPr>
          <p:nvPr>
            <p:ph type="body" idx="1"/>
          </p:nvPr>
        </p:nvSpPr>
        <p:spPr>
          <a:xfrm>
            <a:off x="930275" y="4387850"/>
            <a:ext cx="5119799" cy="4156200"/>
          </a:xfrm>
          <a:prstGeom prst="rect">
            <a:avLst/>
          </a:prstGeom>
        </p:spPr>
        <p:txBody>
          <a:bodyPr lIns="91425" tIns="91425" rIns="91425" bIns="91425" anchor="ctr" anchorCtr="0">
            <a:noAutofit/>
          </a:bodyPr>
          <a:lstStyle/>
          <a:p>
            <a:pPr lvl="0">
              <a:spcBef>
                <a:spcPts val="0"/>
              </a:spcBef>
              <a:buNone/>
            </a:pPr>
            <a:endParaRPr/>
          </a:p>
        </p:txBody>
      </p:sp>
      <p:sp>
        <p:nvSpPr>
          <p:cNvPr id="389" name="Shape 389"/>
          <p:cNvSpPr txBox="1">
            <a:spLocks noGrp="1"/>
          </p:cNvSpPr>
          <p:nvPr>
            <p:ph type="sldNum" idx="12"/>
          </p:nvPr>
        </p:nvSpPr>
        <p:spPr>
          <a:xfrm>
            <a:off x="3956050" y="8774111"/>
            <a:ext cx="3024300" cy="461999"/>
          </a:xfrm>
          <a:prstGeom prst="rect">
            <a:avLst/>
          </a:prstGeom>
        </p:spPr>
        <p:txBody>
          <a:bodyPr lIns="92650" tIns="46325" rIns="92650" bIns="46325" anchor="b" anchorCtr="0">
            <a:noAutofit/>
          </a:bodyPr>
          <a:lstStyle/>
          <a:p>
            <a:pPr lvl="0" rtl="0">
              <a:spcBef>
                <a:spcPts val="0"/>
              </a:spcBef>
              <a:buClr>
                <a:srgbClr val="000000"/>
              </a:buClr>
              <a:buSzPct val="25000"/>
              <a:buFont typeface="Times New Roman"/>
              <a:buNone/>
            </a:pPr>
            <a:fld id="{00000000-1234-1234-1234-123412341234}" type="slidenum">
              <a:rPr lang="en-US"/>
              <a:t>6</a:t>
            </a:fld>
            <a:endParaRPr lang="en-US"/>
          </a:p>
        </p:txBody>
      </p:sp>
    </p:spTree>
    <p:extLst>
      <p:ext uri="{BB962C8B-B14F-4D97-AF65-F5344CB8AC3E}">
        <p14:creationId xmlns:p14="http://schemas.microsoft.com/office/powerpoint/2010/main" val="37876868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Shape 387"/>
          <p:cNvSpPr>
            <a:spLocks noGrp="1" noRot="1" noChangeAspect="1"/>
          </p:cNvSpPr>
          <p:nvPr>
            <p:ph type="sldImg" idx="2"/>
          </p:nvPr>
        </p:nvSpPr>
        <p:spPr>
          <a:xfrm>
            <a:off x="411163" y="692150"/>
            <a:ext cx="6157912" cy="3463925"/>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8" name="Shape 388"/>
          <p:cNvSpPr txBox="1">
            <a:spLocks noGrp="1"/>
          </p:cNvSpPr>
          <p:nvPr>
            <p:ph type="body" idx="1"/>
          </p:nvPr>
        </p:nvSpPr>
        <p:spPr>
          <a:xfrm>
            <a:off x="930275" y="4387850"/>
            <a:ext cx="5119799" cy="4156200"/>
          </a:xfrm>
          <a:prstGeom prst="rect">
            <a:avLst/>
          </a:prstGeom>
        </p:spPr>
        <p:txBody>
          <a:bodyPr lIns="91425" tIns="91425" rIns="91425" bIns="91425" anchor="ctr" anchorCtr="0">
            <a:noAutofit/>
          </a:bodyPr>
          <a:lstStyle/>
          <a:p>
            <a:pPr lvl="0">
              <a:spcBef>
                <a:spcPts val="0"/>
              </a:spcBef>
              <a:buNone/>
            </a:pPr>
            <a:endParaRPr/>
          </a:p>
        </p:txBody>
      </p:sp>
      <p:sp>
        <p:nvSpPr>
          <p:cNvPr id="389" name="Shape 389"/>
          <p:cNvSpPr txBox="1">
            <a:spLocks noGrp="1"/>
          </p:cNvSpPr>
          <p:nvPr>
            <p:ph type="sldNum" idx="12"/>
          </p:nvPr>
        </p:nvSpPr>
        <p:spPr>
          <a:xfrm>
            <a:off x="3956050" y="8774111"/>
            <a:ext cx="3024300" cy="461999"/>
          </a:xfrm>
          <a:prstGeom prst="rect">
            <a:avLst/>
          </a:prstGeom>
        </p:spPr>
        <p:txBody>
          <a:bodyPr lIns="92650" tIns="46325" rIns="92650" bIns="46325" anchor="b" anchorCtr="0">
            <a:noAutofit/>
          </a:bodyPr>
          <a:lstStyle/>
          <a:p>
            <a:pPr lvl="0" rtl="0">
              <a:spcBef>
                <a:spcPts val="0"/>
              </a:spcBef>
              <a:buClr>
                <a:srgbClr val="000000"/>
              </a:buClr>
              <a:buSzPct val="25000"/>
              <a:buFont typeface="Times New Roman"/>
              <a:buNone/>
            </a:pPr>
            <a:fld id="{00000000-1234-1234-1234-123412341234}" type="slidenum">
              <a:rPr lang="en-US"/>
              <a:t>7</a:t>
            </a:fld>
            <a:endParaRPr lang="en-US"/>
          </a:p>
        </p:txBody>
      </p:sp>
    </p:spTree>
    <p:extLst>
      <p:ext uri="{BB962C8B-B14F-4D97-AF65-F5344CB8AC3E}">
        <p14:creationId xmlns:p14="http://schemas.microsoft.com/office/powerpoint/2010/main" val="19685945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Shape 387"/>
          <p:cNvSpPr>
            <a:spLocks noGrp="1" noRot="1" noChangeAspect="1"/>
          </p:cNvSpPr>
          <p:nvPr>
            <p:ph type="sldImg" idx="2"/>
          </p:nvPr>
        </p:nvSpPr>
        <p:spPr>
          <a:xfrm>
            <a:off x="411163" y="692150"/>
            <a:ext cx="6157912" cy="3463925"/>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8" name="Shape 388"/>
          <p:cNvSpPr txBox="1">
            <a:spLocks noGrp="1"/>
          </p:cNvSpPr>
          <p:nvPr>
            <p:ph type="body" idx="1"/>
          </p:nvPr>
        </p:nvSpPr>
        <p:spPr>
          <a:xfrm>
            <a:off x="930275" y="4387850"/>
            <a:ext cx="5119799" cy="4156200"/>
          </a:xfrm>
          <a:prstGeom prst="rect">
            <a:avLst/>
          </a:prstGeom>
        </p:spPr>
        <p:txBody>
          <a:bodyPr lIns="91425" tIns="91425" rIns="91425" bIns="91425" anchor="ctr" anchorCtr="0">
            <a:noAutofit/>
          </a:bodyPr>
          <a:lstStyle/>
          <a:p>
            <a:pPr lvl="0">
              <a:spcBef>
                <a:spcPts val="0"/>
              </a:spcBef>
              <a:buNone/>
            </a:pPr>
            <a:endParaRPr/>
          </a:p>
        </p:txBody>
      </p:sp>
      <p:sp>
        <p:nvSpPr>
          <p:cNvPr id="389" name="Shape 389"/>
          <p:cNvSpPr txBox="1">
            <a:spLocks noGrp="1"/>
          </p:cNvSpPr>
          <p:nvPr>
            <p:ph type="sldNum" idx="12"/>
          </p:nvPr>
        </p:nvSpPr>
        <p:spPr>
          <a:xfrm>
            <a:off x="3956050" y="8774111"/>
            <a:ext cx="3024300" cy="461999"/>
          </a:xfrm>
          <a:prstGeom prst="rect">
            <a:avLst/>
          </a:prstGeom>
        </p:spPr>
        <p:txBody>
          <a:bodyPr lIns="92650" tIns="46325" rIns="92650" bIns="46325" anchor="b" anchorCtr="0">
            <a:noAutofit/>
          </a:bodyPr>
          <a:lstStyle/>
          <a:p>
            <a:pPr lvl="0" rtl="0">
              <a:spcBef>
                <a:spcPts val="0"/>
              </a:spcBef>
              <a:buClr>
                <a:srgbClr val="000000"/>
              </a:buClr>
              <a:buSzPct val="25000"/>
              <a:buFont typeface="Times New Roman"/>
              <a:buNone/>
            </a:pPr>
            <a:fld id="{00000000-1234-1234-1234-123412341234}" type="slidenum">
              <a:rPr lang="en-US"/>
              <a:t>8</a:t>
            </a:fld>
            <a:endParaRPr lang="en-US"/>
          </a:p>
        </p:txBody>
      </p:sp>
    </p:spTree>
    <p:extLst>
      <p:ext uri="{BB962C8B-B14F-4D97-AF65-F5344CB8AC3E}">
        <p14:creationId xmlns:p14="http://schemas.microsoft.com/office/powerpoint/2010/main" val="22879644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Shape 387"/>
          <p:cNvSpPr>
            <a:spLocks noGrp="1" noRot="1" noChangeAspect="1"/>
          </p:cNvSpPr>
          <p:nvPr>
            <p:ph type="sldImg" idx="2"/>
          </p:nvPr>
        </p:nvSpPr>
        <p:spPr>
          <a:xfrm>
            <a:off x="411163" y="692150"/>
            <a:ext cx="6157912" cy="3463925"/>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8" name="Shape 388"/>
          <p:cNvSpPr txBox="1">
            <a:spLocks noGrp="1"/>
          </p:cNvSpPr>
          <p:nvPr>
            <p:ph type="body" idx="1"/>
          </p:nvPr>
        </p:nvSpPr>
        <p:spPr>
          <a:xfrm>
            <a:off x="930275" y="4387850"/>
            <a:ext cx="5119799" cy="4156200"/>
          </a:xfrm>
          <a:prstGeom prst="rect">
            <a:avLst/>
          </a:prstGeom>
        </p:spPr>
        <p:txBody>
          <a:bodyPr lIns="91425" tIns="91425" rIns="91425" bIns="91425" anchor="ctr" anchorCtr="0">
            <a:noAutofit/>
          </a:bodyPr>
          <a:lstStyle/>
          <a:p>
            <a:pPr lvl="0">
              <a:spcBef>
                <a:spcPts val="0"/>
              </a:spcBef>
              <a:buNone/>
            </a:pPr>
            <a:endParaRPr/>
          </a:p>
        </p:txBody>
      </p:sp>
      <p:sp>
        <p:nvSpPr>
          <p:cNvPr id="389" name="Shape 389"/>
          <p:cNvSpPr txBox="1">
            <a:spLocks noGrp="1"/>
          </p:cNvSpPr>
          <p:nvPr>
            <p:ph type="sldNum" idx="12"/>
          </p:nvPr>
        </p:nvSpPr>
        <p:spPr>
          <a:xfrm>
            <a:off x="3956050" y="8774111"/>
            <a:ext cx="3024300" cy="461999"/>
          </a:xfrm>
          <a:prstGeom prst="rect">
            <a:avLst/>
          </a:prstGeom>
        </p:spPr>
        <p:txBody>
          <a:bodyPr lIns="92650" tIns="46325" rIns="92650" bIns="46325" anchor="b" anchorCtr="0">
            <a:noAutofit/>
          </a:bodyPr>
          <a:lstStyle/>
          <a:p>
            <a:pPr lvl="0" rtl="0">
              <a:spcBef>
                <a:spcPts val="0"/>
              </a:spcBef>
              <a:buClr>
                <a:srgbClr val="000000"/>
              </a:buClr>
              <a:buSzPct val="25000"/>
              <a:buFont typeface="Times New Roman"/>
              <a:buNone/>
            </a:pPr>
            <a:fld id="{00000000-1234-1234-1234-123412341234}" type="slidenum">
              <a:rPr lang="en-US"/>
              <a:t>9</a:t>
            </a:fld>
            <a:endParaRPr lang="en-US"/>
          </a:p>
        </p:txBody>
      </p:sp>
    </p:spTree>
    <p:extLst>
      <p:ext uri="{BB962C8B-B14F-4D97-AF65-F5344CB8AC3E}">
        <p14:creationId xmlns:p14="http://schemas.microsoft.com/office/powerpoint/2010/main" val="17542588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Shape 387"/>
          <p:cNvSpPr>
            <a:spLocks noGrp="1" noRot="1" noChangeAspect="1"/>
          </p:cNvSpPr>
          <p:nvPr>
            <p:ph type="sldImg" idx="2"/>
          </p:nvPr>
        </p:nvSpPr>
        <p:spPr>
          <a:xfrm>
            <a:off x="411163" y="692150"/>
            <a:ext cx="6157912" cy="3463925"/>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8" name="Shape 388"/>
          <p:cNvSpPr txBox="1">
            <a:spLocks noGrp="1"/>
          </p:cNvSpPr>
          <p:nvPr>
            <p:ph type="body" idx="1"/>
          </p:nvPr>
        </p:nvSpPr>
        <p:spPr>
          <a:xfrm>
            <a:off x="930275" y="4387850"/>
            <a:ext cx="5119799" cy="4156200"/>
          </a:xfrm>
          <a:prstGeom prst="rect">
            <a:avLst/>
          </a:prstGeom>
        </p:spPr>
        <p:txBody>
          <a:bodyPr lIns="91425" tIns="91425" rIns="91425" bIns="91425" anchor="ctr" anchorCtr="0">
            <a:noAutofit/>
          </a:bodyPr>
          <a:lstStyle/>
          <a:p>
            <a:pPr lvl="0">
              <a:spcBef>
                <a:spcPts val="0"/>
              </a:spcBef>
              <a:buNone/>
            </a:pPr>
            <a:endParaRPr/>
          </a:p>
        </p:txBody>
      </p:sp>
      <p:sp>
        <p:nvSpPr>
          <p:cNvPr id="389" name="Shape 389"/>
          <p:cNvSpPr txBox="1">
            <a:spLocks noGrp="1"/>
          </p:cNvSpPr>
          <p:nvPr>
            <p:ph type="sldNum" idx="12"/>
          </p:nvPr>
        </p:nvSpPr>
        <p:spPr>
          <a:xfrm>
            <a:off x="3956050" y="8774111"/>
            <a:ext cx="3024300" cy="461999"/>
          </a:xfrm>
          <a:prstGeom prst="rect">
            <a:avLst/>
          </a:prstGeom>
        </p:spPr>
        <p:txBody>
          <a:bodyPr lIns="92650" tIns="46325" rIns="92650" bIns="46325" anchor="b" anchorCtr="0">
            <a:noAutofit/>
          </a:bodyPr>
          <a:lstStyle/>
          <a:p>
            <a:pPr lvl="0" rtl="0">
              <a:spcBef>
                <a:spcPts val="0"/>
              </a:spcBef>
              <a:buClr>
                <a:srgbClr val="000000"/>
              </a:buClr>
              <a:buSzPct val="25000"/>
              <a:buFont typeface="Times New Roman"/>
              <a:buNone/>
            </a:pPr>
            <a:fld id="{00000000-1234-1234-1234-123412341234}" type="slidenum">
              <a:rPr lang="en-US"/>
              <a:t>10</a:t>
            </a:fld>
            <a:endParaRPr lang="en-US"/>
          </a:p>
        </p:txBody>
      </p:sp>
    </p:spTree>
    <p:extLst>
      <p:ext uri="{BB962C8B-B14F-4D97-AF65-F5344CB8AC3E}">
        <p14:creationId xmlns:p14="http://schemas.microsoft.com/office/powerpoint/2010/main" val="364858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Shape 387"/>
          <p:cNvSpPr>
            <a:spLocks noGrp="1" noRot="1" noChangeAspect="1"/>
          </p:cNvSpPr>
          <p:nvPr>
            <p:ph type="sldImg" idx="2"/>
          </p:nvPr>
        </p:nvSpPr>
        <p:spPr>
          <a:xfrm>
            <a:off x="411163" y="692150"/>
            <a:ext cx="6157912" cy="3463925"/>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8" name="Shape 388"/>
          <p:cNvSpPr txBox="1">
            <a:spLocks noGrp="1"/>
          </p:cNvSpPr>
          <p:nvPr>
            <p:ph type="body" idx="1"/>
          </p:nvPr>
        </p:nvSpPr>
        <p:spPr>
          <a:xfrm>
            <a:off x="930275" y="4387850"/>
            <a:ext cx="5119799" cy="4156200"/>
          </a:xfrm>
          <a:prstGeom prst="rect">
            <a:avLst/>
          </a:prstGeom>
        </p:spPr>
        <p:txBody>
          <a:bodyPr lIns="91425" tIns="91425" rIns="91425" bIns="91425" anchor="ctr" anchorCtr="0">
            <a:noAutofit/>
          </a:bodyPr>
          <a:lstStyle/>
          <a:p>
            <a:pPr lvl="0">
              <a:spcBef>
                <a:spcPts val="0"/>
              </a:spcBef>
              <a:buNone/>
            </a:pPr>
            <a:endParaRPr/>
          </a:p>
        </p:txBody>
      </p:sp>
      <p:sp>
        <p:nvSpPr>
          <p:cNvPr id="389" name="Shape 389"/>
          <p:cNvSpPr txBox="1">
            <a:spLocks noGrp="1"/>
          </p:cNvSpPr>
          <p:nvPr>
            <p:ph type="sldNum" idx="12"/>
          </p:nvPr>
        </p:nvSpPr>
        <p:spPr>
          <a:xfrm>
            <a:off x="3956050" y="8774111"/>
            <a:ext cx="3024300" cy="461999"/>
          </a:xfrm>
          <a:prstGeom prst="rect">
            <a:avLst/>
          </a:prstGeom>
        </p:spPr>
        <p:txBody>
          <a:bodyPr lIns="92650" tIns="46325" rIns="92650" bIns="46325" anchor="b" anchorCtr="0">
            <a:noAutofit/>
          </a:bodyPr>
          <a:lstStyle/>
          <a:p>
            <a:pPr lvl="0" rtl="0">
              <a:spcBef>
                <a:spcPts val="0"/>
              </a:spcBef>
              <a:buClr>
                <a:srgbClr val="000000"/>
              </a:buClr>
              <a:buSzPct val="25000"/>
              <a:buFont typeface="Times New Roman"/>
              <a:buNone/>
            </a:pPr>
            <a:fld id="{00000000-1234-1234-1234-123412341234}" type="slidenum">
              <a:rPr lang="en-US"/>
              <a:t>11</a:t>
            </a:fld>
            <a:endParaRPr lang="en-US"/>
          </a:p>
        </p:txBody>
      </p:sp>
    </p:spTree>
    <p:extLst>
      <p:ext uri="{BB962C8B-B14F-4D97-AF65-F5344CB8AC3E}">
        <p14:creationId xmlns:p14="http://schemas.microsoft.com/office/powerpoint/2010/main" val="31767567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Shape 387"/>
          <p:cNvSpPr>
            <a:spLocks noGrp="1" noRot="1" noChangeAspect="1"/>
          </p:cNvSpPr>
          <p:nvPr>
            <p:ph type="sldImg" idx="2"/>
          </p:nvPr>
        </p:nvSpPr>
        <p:spPr>
          <a:xfrm>
            <a:off x="411163" y="692150"/>
            <a:ext cx="6157912" cy="3463925"/>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8" name="Shape 388"/>
          <p:cNvSpPr txBox="1">
            <a:spLocks noGrp="1"/>
          </p:cNvSpPr>
          <p:nvPr>
            <p:ph type="body" idx="1"/>
          </p:nvPr>
        </p:nvSpPr>
        <p:spPr>
          <a:xfrm>
            <a:off x="930275" y="4387850"/>
            <a:ext cx="5119799" cy="4156200"/>
          </a:xfrm>
          <a:prstGeom prst="rect">
            <a:avLst/>
          </a:prstGeom>
        </p:spPr>
        <p:txBody>
          <a:bodyPr lIns="91425" tIns="91425" rIns="91425" bIns="91425" anchor="ctr" anchorCtr="0">
            <a:noAutofit/>
          </a:bodyPr>
          <a:lstStyle/>
          <a:p>
            <a:pPr lvl="0">
              <a:spcBef>
                <a:spcPts val="0"/>
              </a:spcBef>
              <a:buNone/>
            </a:pPr>
            <a:endParaRPr/>
          </a:p>
        </p:txBody>
      </p:sp>
      <p:sp>
        <p:nvSpPr>
          <p:cNvPr id="389" name="Shape 389"/>
          <p:cNvSpPr txBox="1">
            <a:spLocks noGrp="1"/>
          </p:cNvSpPr>
          <p:nvPr>
            <p:ph type="sldNum" idx="12"/>
          </p:nvPr>
        </p:nvSpPr>
        <p:spPr>
          <a:xfrm>
            <a:off x="3956050" y="8774111"/>
            <a:ext cx="3024300" cy="461999"/>
          </a:xfrm>
          <a:prstGeom prst="rect">
            <a:avLst/>
          </a:prstGeom>
        </p:spPr>
        <p:txBody>
          <a:bodyPr lIns="92650" tIns="46325" rIns="92650" bIns="46325" anchor="b" anchorCtr="0">
            <a:noAutofit/>
          </a:bodyPr>
          <a:lstStyle/>
          <a:p>
            <a:pPr lvl="0" rtl="0">
              <a:spcBef>
                <a:spcPts val="0"/>
              </a:spcBef>
              <a:buClr>
                <a:srgbClr val="000000"/>
              </a:buClr>
              <a:buSzPct val="25000"/>
              <a:buFont typeface="Times New Roman"/>
              <a:buNone/>
            </a:pPr>
            <a:fld id="{00000000-1234-1234-1234-123412341234}" type="slidenum">
              <a:rPr lang="en-US"/>
              <a:t>12</a:t>
            </a:fld>
            <a:endParaRPr lang="en-US"/>
          </a:p>
        </p:txBody>
      </p:sp>
    </p:spTree>
    <p:extLst>
      <p:ext uri="{BB962C8B-B14F-4D97-AF65-F5344CB8AC3E}">
        <p14:creationId xmlns:p14="http://schemas.microsoft.com/office/powerpoint/2010/main" val="41835216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Shape 387"/>
          <p:cNvSpPr>
            <a:spLocks noGrp="1" noRot="1" noChangeAspect="1"/>
          </p:cNvSpPr>
          <p:nvPr>
            <p:ph type="sldImg" idx="2"/>
          </p:nvPr>
        </p:nvSpPr>
        <p:spPr>
          <a:xfrm>
            <a:off x="411163" y="692150"/>
            <a:ext cx="6157912" cy="3463925"/>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8" name="Shape 388"/>
          <p:cNvSpPr txBox="1">
            <a:spLocks noGrp="1"/>
          </p:cNvSpPr>
          <p:nvPr>
            <p:ph type="body" idx="1"/>
          </p:nvPr>
        </p:nvSpPr>
        <p:spPr>
          <a:xfrm>
            <a:off x="930275" y="4387850"/>
            <a:ext cx="5119799" cy="4156200"/>
          </a:xfrm>
          <a:prstGeom prst="rect">
            <a:avLst/>
          </a:prstGeom>
        </p:spPr>
        <p:txBody>
          <a:bodyPr lIns="91425" tIns="91425" rIns="91425" bIns="91425" anchor="ctr" anchorCtr="0">
            <a:noAutofit/>
          </a:bodyPr>
          <a:lstStyle/>
          <a:p>
            <a:pPr lvl="0">
              <a:spcBef>
                <a:spcPts val="0"/>
              </a:spcBef>
              <a:buNone/>
            </a:pPr>
            <a:endParaRPr/>
          </a:p>
        </p:txBody>
      </p:sp>
      <p:sp>
        <p:nvSpPr>
          <p:cNvPr id="389" name="Shape 389"/>
          <p:cNvSpPr txBox="1">
            <a:spLocks noGrp="1"/>
          </p:cNvSpPr>
          <p:nvPr>
            <p:ph type="sldNum" idx="12"/>
          </p:nvPr>
        </p:nvSpPr>
        <p:spPr>
          <a:xfrm>
            <a:off x="3956050" y="8774111"/>
            <a:ext cx="3024300" cy="461999"/>
          </a:xfrm>
          <a:prstGeom prst="rect">
            <a:avLst/>
          </a:prstGeom>
        </p:spPr>
        <p:txBody>
          <a:bodyPr lIns="92650" tIns="46325" rIns="92650" bIns="46325" anchor="b" anchorCtr="0">
            <a:noAutofit/>
          </a:bodyPr>
          <a:lstStyle/>
          <a:p>
            <a:pPr lvl="0" rtl="0">
              <a:spcBef>
                <a:spcPts val="0"/>
              </a:spcBef>
              <a:buClr>
                <a:srgbClr val="000000"/>
              </a:buClr>
              <a:buSzPct val="25000"/>
              <a:buFont typeface="Times New Roman"/>
              <a:buNone/>
            </a:pPr>
            <a:fld id="{00000000-1234-1234-1234-123412341234}" type="slidenum">
              <a:rPr lang="en-US"/>
              <a:t>13</a:t>
            </a:fld>
            <a:endParaRPr lang="en-US"/>
          </a:p>
        </p:txBody>
      </p:sp>
    </p:spTree>
    <p:extLst>
      <p:ext uri="{BB962C8B-B14F-4D97-AF65-F5344CB8AC3E}">
        <p14:creationId xmlns:p14="http://schemas.microsoft.com/office/powerpoint/2010/main" val="14396006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Shape 387"/>
          <p:cNvSpPr>
            <a:spLocks noGrp="1" noRot="1" noChangeAspect="1"/>
          </p:cNvSpPr>
          <p:nvPr>
            <p:ph type="sldImg" idx="2"/>
          </p:nvPr>
        </p:nvSpPr>
        <p:spPr>
          <a:xfrm>
            <a:off x="411163" y="692150"/>
            <a:ext cx="6157912" cy="3463925"/>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8" name="Shape 388"/>
          <p:cNvSpPr txBox="1">
            <a:spLocks noGrp="1"/>
          </p:cNvSpPr>
          <p:nvPr>
            <p:ph type="body" idx="1"/>
          </p:nvPr>
        </p:nvSpPr>
        <p:spPr>
          <a:xfrm>
            <a:off x="930275" y="4387850"/>
            <a:ext cx="5119799" cy="4156200"/>
          </a:xfrm>
          <a:prstGeom prst="rect">
            <a:avLst/>
          </a:prstGeom>
        </p:spPr>
        <p:txBody>
          <a:bodyPr lIns="91425" tIns="91425" rIns="91425" bIns="91425" anchor="ctr" anchorCtr="0">
            <a:noAutofit/>
          </a:bodyPr>
          <a:lstStyle/>
          <a:p>
            <a:pPr lvl="0">
              <a:spcBef>
                <a:spcPts val="0"/>
              </a:spcBef>
              <a:buNone/>
            </a:pPr>
            <a:endParaRPr/>
          </a:p>
        </p:txBody>
      </p:sp>
      <p:sp>
        <p:nvSpPr>
          <p:cNvPr id="389" name="Shape 389"/>
          <p:cNvSpPr txBox="1">
            <a:spLocks noGrp="1"/>
          </p:cNvSpPr>
          <p:nvPr>
            <p:ph type="sldNum" idx="12"/>
          </p:nvPr>
        </p:nvSpPr>
        <p:spPr>
          <a:xfrm>
            <a:off x="3956050" y="8774111"/>
            <a:ext cx="3024300" cy="461999"/>
          </a:xfrm>
          <a:prstGeom prst="rect">
            <a:avLst/>
          </a:prstGeom>
        </p:spPr>
        <p:txBody>
          <a:bodyPr lIns="92650" tIns="46325" rIns="92650" bIns="46325" anchor="b" anchorCtr="0">
            <a:noAutofit/>
          </a:bodyPr>
          <a:lstStyle/>
          <a:p>
            <a:pPr lvl="0" rtl="0">
              <a:spcBef>
                <a:spcPts val="0"/>
              </a:spcBef>
              <a:buClr>
                <a:srgbClr val="000000"/>
              </a:buClr>
              <a:buSzPct val="25000"/>
              <a:buFont typeface="Times New Roman"/>
              <a:buNone/>
            </a:pPr>
            <a:fld id="{00000000-1234-1234-1234-123412341234}" type="slidenum">
              <a:rPr lang="en-US"/>
              <a:t>14</a:t>
            </a:fld>
            <a:endParaRPr lang="en-US"/>
          </a:p>
        </p:txBody>
      </p:sp>
    </p:spTree>
    <p:extLst>
      <p:ext uri="{BB962C8B-B14F-4D97-AF65-F5344CB8AC3E}">
        <p14:creationId xmlns:p14="http://schemas.microsoft.com/office/powerpoint/2010/main" val="10987182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Shape 387"/>
          <p:cNvSpPr>
            <a:spLocks noGrp="1" noRot="1" noChangeAspect="1"/>
          </p:cNvSpPr>
          <p:nvPr>
            <p:ph type="sldImg" idx="2"/>
          </p:nvPr>
        </p:nvSpPr>
        <p:spPr>
          <a:xfrm>
            <a:off x="411163" y="692150"/>
            <a:ext cx="6157912" cy="3463925"/>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8" name="Shape 388"/>
          <p:cNvSpPr txBox="1">
            <a:spLocks noGrp="1"/>
          </p:cNvSpPr>
          <p:nvPr>
            <p:ph type="body" idx="1"/>
          </p:nvPr>
        </p:nvSpPr>
        <p:spPr>
          <a:xfrm>
            <a:off x="930275" y="4387850"/>
            <a:ext cx="5119799" cy="4156200"/>
          </a:xfrm>
          <a:prstGeom prst="rect">
            <a:avLst/>
          </a:prstGeom>
        </p:spPr>
        <p:txBody>
          <a:bodyPr lIns="91425" tIns="91425" rIns="91425" bIns="91425" anchor="ctr" anchorCtr="0">
            <a:noAutofit/>
          </a:bodyPr>
          <a:lstStyle/>
          <a:p>
            <a:pPr lvl="0">
              <a:spcBef>
                <a:spcPts val="0"/>
              </a:spcBef>
              <a:buNone/>
            </a:pPr>
            <a:endParaRPr/>
          </a:p>
        </p:txBody>
      </p:sp>
      <p:sp>
        <p:nvSpPr>
          <p:cNvPr id="389" name="Shape 389"/>
          <p:cNvSpPr txBox="1">
            <a:spLocks noGrp="1"/>
          </p:cNvSpPr>
          <p:nvPr>
            <p:ph type="sldNum" idx="12"/>
          </p:nvPr>
        </p:nvSpPr>
        <p:spPr>
          <a:xfrm>
            <a:off x="3956050" y="8774111"/>
            <a:ext cx="3024300" cy="461999"/>
          </a:xfrm>
          <a:prstGeom prst="rect">
            <a:avLst/>
          </a:prstGeom>
        </p:spPr>
        <p:txBody>
          <a:bodyPr lIns="92650" tIns="46325" rIns="92650" bIns="46325" anchor="b" anchorCtr="0">
            <a:noAutofit/>
          </a:bodyPr>
          <a:lstStyle/>
          <a:p>
            <a:pPr lvl="0" rtl="0">
              <a:spcBef>
                <a:spcPts val="0"/>
              </a:spcBef>
              <a:buClr>
                <a:srgbClr val="000000"/>
              </a:buClr>
              <a:buSzPct val="25000"/>
              <a:buFont typeface="Times New Roman"/>
              <a:buNone/>
            </a:pPr>
            <a:fld id="{00000000-1234-1234-1234-123412341234}" type="slidenum">
              <a:rPr lang="en-US"/>
              <a:t>15</a:t>
            </a:fld>
            <a:endParaRPr lang="en-US"/>
          </a:p>
        </p:txBody>
      </p:sp>
    </p:spTree>
    <p:extLst>
      <p:ext uri="{BB962C8B-B14F-4D97-AF65-F5344CB8AC3E}">
        <p14:creationId xmlns:p14="http://schemas.microsoft.com/office/powerpoint/2010/main" val="8770878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Shape 387"/>
          <p:cNvSpPr>
            <a:spLocks noGrp="1" noRot="1" noChangeAspect="1"/>
          </p:cNvSpPr>
          <p:nvPr>
            <p:ph type="sldImg" idx="2"/>
          </p:nvPr>
        </p:nvSpPr>
        <p:spPr>
          <a:xfrm>
            <a:off x="411163" y="692150"/>
            <a:ext cx="6157912" cy="3463925"/>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8" name="Shape 388"/>
          <p:cNvSpPr txBox="1">
            <a:spLocks noGrp="1"/>
          </p:cNvSpPr>
          <p:nvPr>
            <p:ph type="body" idx="1"/>
          </p:nvPr>
        </p:nvSpPr>
        <p:spPr>
          <a:xfrm>
            <a:off x="930275" y="4387850"/>
            <a:ext cx="5119799" cy="4156200"/>
          </a:xfrm>
          <a:prstGeom prst="rect">
            <a:avLst/>
          </a:prstGeom>
        </p:spPr>
        <p:txBody>
          <a:bodyPr lIns="91425" tIns="91425" rIns="91425" bIns="91425" anchor="ctr" anchorCtr="0">
            <a:noAutofit/>
          </a:bodyPr>
          <a:lstStyle/>
          <a:p>
            <a:pPr lvl="0">
              <a:spcBef>
                <a:spcPts val="0"/>
              </a:spcBef>
              <a:buNone/>
            </a:pPr>
            <a:endParaRPr/>
          </a:p>
        </p:txBody>
      </p:sp>
      <p:sp>
        <p:nvSpPr>
          <p:cNvPr id="389" name="Shape 389"/>
          <p:cNvSpPr txBox="1">
            <a:spLocks noGrp="1"/>
          </p:cNvSpPr>
          <p:nvPr>
            <p:ph type="sldNum" idx="12"/>
          </p:nvPr>
        </p:nvSpPr>
        <p:spPr>
          <a:xfrm>
            <a:off x="3956050" y="8774111"/>
            <a:ext cx="3024300" cy="461999"/>
          </a:xfrm>
          <a:prstGeom prst="rect">
            <a:avLst/>
          </a:prstGeom>
        </p:spPr>
        <p:txBody>
          <a:bodyPr lIns="92650" tIns="46325" rIns="92650" bIns="46325" anchor="b" anchorCtr="0">
            <a:noAutofit/>
          </a:bodyPr>
          <a:lstStyle/>
          <a:p>
            <a:pPr lvl="0" rtl="0">
              <a:spcBef>
                <a:spcPts val="0"/>
              </a:spcBef>
              <a:buClr>
                <a:srgbClr val="000000"/>
              </a:buClr>
              <a:buSzPct val="25000"/>
              <a:buFont typeface="Times New Roman"/>
              <a:buNone/>
            </a:pPr>
            <a:fld id="{00000000-1234-1234-1234-123412341234}" type="slidenum">
              <a:rPr lang="en-US"/>
              <a:t>16</a:t>
            </a:fld>
            <a:endParaRPr lang="en-US"/>
          </a:p>
        </p:txBody>
      </p:sp>
    </p:spTree>
    <p:extLst>
      <p:ext uri="{BB962C8B-B14F-4D97-AF65-F5344CB8AC3E}">
        <p14:creationId xmlns:p14="http://schemas.microsoft.com/office/powerpoint/2010/main" val="25531137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Shape 387"/>
          <p:cNvSpPr>
            <a:spLocks noGrp="1" noRot="1" noChangeAspect="1"/>
          </p:cNvSpPr>
          <p:nvPr>
            <p:ph type="sldImg" idx="2"/>
          </p:nvPr>
        </p:nvSpPr>
        <p:spPr>
          <a:xfrm>
            <a:off x="411163" y="692150"/>
            <a:ext cx="6157912" cy="3463925"/>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8" name="Shape 388"/>
          <p:cNvSpPr txBox="1">
            <a:spLocks noGrp="1"/>
          </p:cNvSpPr>
          <p:nvPr>
            <p:ph type="body" idx="1"/>
          </p:nvPr>
        </p:nvSpPr>
        <p:spPr>
          <a:xfrm>
            <a:off x="930275" y="4387850"/>
            <a:ext cx="5119799" cy="4156200"/>
          </a:xfrm>
          <a:prstGeom prst="rect">
            <a:avLst/>
          </a:prstGeom>
        </p:spPr>
        <p:txBody>
          <a:bodyPr lIns="91425" tIns="91425" rIns="91425" bIns="91425" anchor="ctr" anchorCtr="0">
            <a:noAutofit/>
          </a:bodyPr>
          <a:lstStyle/>
          <a:p>
            <a:pPr lvl="0">
              <a:spcBef>
                <a:spcPts val="0"/>
              </a:spcBef>
              <a:buNone/>
            </a:pPr>
            <a:endParaRPr/>
          </a:p>
        </p:txBody>
      </p:sp>
      <p:sp>
        <p:nvSpPr>
          <p:cNvPr id="389" name="Shape 389"/>
          <p:cNvSpPr txBox="1">
            <a:spLocks noGrp="1"/>
          </p:cNvSpPr>
          <p:nvPr>
            <p:ph type="sldNum" idx="12"/>
          </p:nvPr>
        </p:nvSpPr>
        <p:spPr>
          <a:xfrm>
            <a:off x="3956050" y="8774111"/>
            <a:ext cx="3024300" cy="461999"/>
          </a:xfrm>
          <a:prstGeom prst="rect">
            <a:avLst/>
          </a:prstGeom>
        </p:spPr>
        <p:txBody>
          <a:bodyPr lIns="92650" tIns="46325" rIns="92650" bIns="46325" anchor="b" anchorCtr="0">
            <a:noAutofit/>
          </a:bodyPr>
          <a:lstStyle/>
          <a:p>
            <a:pPr lvl="0" rtl="0">
              <a:spcBef>
                <a:spcPts val="0"/>
              </a:spcBef>
              <a:buClr>
                <a:srgbClr val="000000"/>
              </a:buClr>
              <a:buSzPct val="25000"/>
              <a:buFont typeface="Times New Roman"/>
              <a:buNone/>
            </a:pPr>
            <a:fld id="{00000000-1234-1234-1234-123412341234}" type="slidenum">
              <a:rPr lang="en-US"/>
              <a:t>17</a:t>
            </a:fld>
            <a:endParaRPr lang="en-US"/>
          </a:p>
        </p:txBody>
      </p:sp>
    </p:spTree>
    <p:extLst>
      <p:ext uri="{BB962C8B-B14F-4D97-AF65-F5344CB8AC3E}">
        <p14:creationId xmlns:p14="http://schemas.microsoft.com/office/powerpoint/2010/main" val="8786330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Shape 387"/>
          <p:cNvSpPr>
            <a:spLocks noGrp="1" noRot="1" noChangeAspect="1"/>
          </p:cNvSpPr>
          <p:nvPr>
            <p:ph type="sldImg" idx="2"/>
          </p:nvPr>
        </p:nvSpPr>
        <p:spPr>
          <a:xfrm>
            <a:off x="411163" y="692150"/>
            <a:ext cx="6157912" cy="3463925"/>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8" name="Shape 388"/>
          <p:cNvSpPr txBox="1">
            <a:spLocks noGrp="1"/>
          </p:cNvSpPr>
          <p:nvPr>
            <p:ph type="body" idx="1"/>
          </p:nvPr>
        </p:nvSpPr>
        <p:spPr>
          <a:xfrm>
            <a:off x="930275" y="4387850"/>
            <a:ext cx="5119799" cy="4156200"/>
          </a:xfrm>
          <a:prstGeom prst="rect">
            <a:avLst/>
          </a:prstGeom>
        </p:spPr>
        <p:txBody>
          <a:bodyPr lIns="91425" tIns="91425" rIns="91425" bIns="91425" anchor="ctr" anchorCtr="0">
            <a:noAutofit/>
          </a:bodyPr>
          <a:lstStyle/>
          <a:p>
            <a:pPr lvl="0">
              <a:spcBef>
                <a:spcPts val="0"/>
              </a:spcBef>
              <a:buNone/>
            </a:pPr>
            <a:endParaRPr/>
          </a:p>
        </p:txBody>
      </p:sp>
      <p:sp>
        <p:nvSpPr>
          <p:cNvPr id="389" name="Shape 389"/>
          <p:cNvSpPr txBox="1">
            <a:spLocks noGrp="1"/>
          </p:cNvSpPr>
          <p:nvPr>
            <p:ph type="sldNum" idx="12"/>
          </p:nvPr>
        </p:nvSpPr>
        <p:spPr>
          <a:xfrm>
            <a:off x="3956050" y="8774111"/>
            <a:ext cx="3024300" cy="461999"/>
          </a:xfrm>
          <a:prstGeom prst="rect">
            <a:avLst/>
          </a:prstGeom>
        </p:spPr>
        <p:txBody>
          <a:bodyPr lIns="92650" tIns="46325" rIns="92650" bIns="46325" anchor="b" anchorCtr="0">
            <a:noAutofit/>
          </a:bodyPr>
          <a:lstStyle/>
          <a:p>
            <a:pPr lvl="0" rtl="0">
              <a:spcBef>
                <a:spcPts val="0"/>
              </a:spcBef>
              <a:buClr>
                <a:srgbClr val="000000"/>
              </a:buClr>
              <a:buSzPct val="25000"/>
              <a:buFont typeface="Times New Roman"/>
              <a:buNone/>
            </a:pPr>
            <a:fld id="{00000000-1234-1234-1234-123412341234}" type="slidenum">
              <a:rPr lang="en-US"/>
              <a:t>18</a:t>
            </a:fld>
            <a:endParaRPr lang="en-US"/>
          </a:p>
        </p:txBody>
      </p:sp>
    </p:spTree>
    <p:extLst>
      <p:ext uri="{BB962C8B-B14F-4D97-AF65-F5344CB8AC3E}">
        <p14:creationId xmlns:p14="http://schemas.microsoft.com/office/powerpoint/2010/main" val="4884333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Shape 387"/>
          <p:cNvSpPr>
            <a:spLocks noGrp="1" noRot="1" noChangeAspect="1"/>
          </p:cNvSpPr>
          <p:nvPr>
            <p:ph type="sldImg" idx="2"/>
          </p:nvPr>
        </p:nvSpPr>
        <p:spPr>
          <a:xfrm>
            <a:off x="411163" y="692150"/>
            <a:ext cx="6157912" cy="3463925"/>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8" name="Shape 388"/>
          <p:cNvSpPr txBox="1">
            <a:spLocks noGrp="1"/>
          </p:cNvSpPr>
          <p:nvPr>
            <p:ph type="body" idx="1"/>
          </p:nvPr>
        </p:nvSpPr>
        <p:spPr>
          <a:xfrm>
            <a:off x="930275" y="4387850"/>
            <a:ext cx="5119799" cy="4156200"/>
          </a:xfrm>
          <a:prstGeom prst="rect">
            <a:avLst/>
          </a:prstGeom>
        </p:spPr>
        <p:txBody>
          <a:bodyPr lIns="91425" tIns="91425" rIns="91425" bIns="91425" anchor="ctr" anchorCtr="0">
            <a:noAutofit/>
          </a:bodyPr>
          <a:lstStyle/>
          <a:p>
            <a:pPr lvl="0">
              <a:spcBef>
                <a:spcPts val="0"/>
              </a:spcBef>
              <a:buNone/>
            </a:pPr>
            <a:endParaRPr/>
          </a:p>
        </p:txBody>
      </p:sp>
      <p:sp>
        <p:nvSpPr>
          <p:cNvPr id="389" name="Shape 389"/>
          <p:cNvSpPr txBox="1">
            <a:spLocks noGrp="1"/>
          </p:cNvSpPr>
          <p:nvPr>
            <p:ph type="sldNum" idx="12"/>
          </p:nvPr>
        </p:nvSpPr>
        <p:spPr>
          <a:xfrm>
            <a:off x="3956050" y="8774111"/>
            <a:ext cx="3024300" cy="461999"/>
          </a:xfrm>
          <a:prstGeom prst="rect">
            <a:avLst/>
          </a:prstGeom>
        </p:spPr>
        <p:txBody>
          <a:bodyPr lIns="92650" tIns="46325" rIns="92650" bIns="46325" anchor="b" anchorCtr="0">
            <a:noAutofit/>
          </a:bodyPr>
          <a:lstStyle/>
          <a:p>
            <a:pPr lvl="0" rtl="0">
              <a:spcBef>
                <a:spcPts val="0"/>
              </a:spcBef>
              <a:buClr>
                <a:srgbClr val="000000"/>
              </a:buClr>
              <a:buSzPct val="25000"/>
              <a:buFont typeface="Times New Roman"/>
              <a:buNone/>
            </a:pPr>
            <a:fld id="{00000000-1234-1234-1234-123412341234}" type="slidenum">
              <a:rPr lang="en-US"/>
              <a:t>19</a:t>
            </a:fld>
            <a:endParaRPr lang="en-US"/>
          </a:p>
        </p:txBody>
      </p:sp>
    </p:spTree>
    <p:extLst>
      <p:ext uri="{BB962C8B-B14F-4D97-AF65-F5344CB8AC3E}">
        <p14:creationId xmlns:p14="http://schemas.microsoft.com/office/powerpoint/2010/main" val="33690957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Shape 387"/>
          <p:cNvSpPr>
            <a:spLocks noGrp="1" noRot="1" noChangeAspect="1"/>
          </p:cNvSpPr>
          <p:nvPr>
            <p:ph type="sldImg" idx="2"/>
          </p:nvPr>
        </p:nvSpPr>
        <p:spPr>
          <a:xfrm>
            <a:off x="411163" y="692150"/>
            <a:ext cx="6157912" cy="3463925"/>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8" name="Shape 388"/>
          <p:cNvSpPr txBox="1">
            <a:spLocks noGrp="1"/>
          </p:cNvSpPr>
          <p:nvPr>
            <p:ph type="body" idx="1"/>
          </p:nvPr>
        </p:nvSpPr>
        <p:spPr>
          <a:xfrm>
            <a:off x="930275" y="4387850"/>
            <a:ext cx="5119799" cy="4156200"/>
          </a:xfrm>
          <a:prstGeom prst="rect">
            <a:avLst/>
          </a:prstGeom>
        </p:spPr>
        <p:txBody>
          <a:bodyPr lIns="91425" tIns="91425" rIns="91425" bIns="91425" anchor="ctr" anchorCtr="0">
            <a:noAutofit/>
          </a:bodyPr>
          <a:lstStyle/>
          <a:p>
            <a:pPr lvl="0">
              <a:spcBef>
                <a:spcPts val="0"/>
              </a:spcBef>
              <a:buNone/>
            </a:pPr>
            <a:endParaRPr/>
          </a:p>
        </p:txBody>
      </p:sp>
      <p:sp>
        <p:nvSpPr>
          <p:cNvPr id="389" name="Shape 389"/>
          <p:cNvSpPr txBox="1">
            <a:spLocks noGrp="1"/>
          </p:cNvSpPr>
          <p:nvPr>
            <p:ph type="sldNum" idx="12"/>
          </p:nvPr>
        </p:nvSpPr>
        <p:spPr>
          <a:xfrm>
            <a:off x="3956050" y="8774111"/>
            <a:ext cx="3024300" cy="461999"/>
          </a:xfrm>
          <a:prstGeom prst="rect">
            <a:avLst/>
          </a:prstGeom>
        </p:spPr>
        <p:txBody>
          <a:bodyPr lIns="92650" tIns="46325" rIns="92650" bIns="46325" anchor="b" anchorCtr="0">
            <a:noAutofit/>
          </a:bodyPr>
          <a:lstStyle/>
          <a:p>
            <a:pPr lvl="0" rtl="0">
              <a:spcBef>
                <a:spcPts val="0"/>
              </a:spcBef>
              <a:buClr>
                <a:srgbClr val="000000"/>
              </a:buClr>
              <a:buSzPct val="25000"/>
              <a:buFont typeface="Times New Roman"/>
              <a:buNone/>
            </a:pPr>
            <a:fld id="{00000000-1234-1234-1234-123412341234}" type="slidenum">
              <a:rPr lang="en-US"/>
              <a:t>21</a:t>
            </a:fld>
            <a:endParaRPr lang="en-US"/>
          </a:p>
        </p:txBody>
      </p:sp>
    </p:spTree>
    <p:extLst>
      <p:ext uri="{BB962C8B-B14F-4D97-AF65-F5344CB8AC3E}">
        <p14:creationId xmlns:p14="http://schemas.microsoft.com/office/powerpoint/2010/main" val="22282131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Shape 387"/>
          <p:cNvSpPr>
            <a:spLocks noGrp="1" noRot="1" noChangeAspect="1"/>
          </p:cNvSpPr>
          <p:nvPr>
            <p:ph type="sldImg" idx="2"/>
          </p:nvPr>
        </p:nvSpPr>
        <p:spPr>
          <a:xfrm>
            <a:off x="411163" y="692150"/>
            <a:ext cx="6157912" cy="3463925"/>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8" name="Shape 388"/>
          <p:cNvSpPr txBox="1">
            <a:spLocks noGrp="1"/>
          </p:cNvSpPr>
          <p:nvPr>
            <p:ph type="body" idx="1"/>
          </p:nvPr>
        </p:nvSpPr>
        <p:spPr>
          <a:xfrm>
            <a:off x="930275" y="4387850"/>
            <a:ext cx="5119799" cy="4156200"/>
          </a:xfrm>
          <a:prstGeom prst="rect">
            <a:avLst/>
          </a:prstGeom>
        </p:spPr>
        <p:txBody>
          <a:bodyPr lIns="91425" tIns="91425" rIns="91425" bIns="91425" anchor="ctr" anchorCtr="0">
            <a:noAutofit/>
          </a:bodyPr>
          <a:lstStyle/>
          <a:p>
            <a:pPr lvl="0">
              <a:spcBef>
                <a:spcPts val="0"/>
              </a:spcBef>
              <a:buNone/>
            </a:pPr>
            <a:endParaRPr/>
          </a:p>
        </p:txBody>
      </p:sp>
      <p:sp>
        <p:nvSpPr>
          <p:cNvPr id="389" name="Shape 389"/>
          <p:cNvSpPr txBox="1">
            <a:spLocks noGrp="1"/>
          </p:cNvSpPr>
          <p:nvPr>
            <p:ph type="sldNum" idx="12"/>
          </p:nvPr>
        </p:nvSpPr>
        <p:spPr>
          <a:xfrm>
            <a:off x="3956050" y="8774111"/>
            <a:ext cx="3024300" cy="461999"/>
          </a:xfrm>
          <a:prstGeom prst="rect">
            <a:avLst/>
          </a:prstGeom>
        </p:spPr>
        <p:txBody>
          <a:bodyPr lIns="92650" tIns="46325" rIns="92650" bIns="46325" anchor="b" anchorCtr="0">
            <a:noAutofit/>
          </a:bodyPr>
          <a:lstStyle/>
          <a:p>
            <a:pPr lvl="0" rtl="0">
              <a:spcBef>
                <a:spcPts val="0"/>
              </a:spcBef>
              <a:buClr>
                <a:srgbClr val="000000"/>
              </a:buClr>
              <a:buSzPct val="25000"/>
              <a:buFont typeface="Times New Roman"/>
              <a:buNone/>
            </a:pPr>
            <a:fld id="{00000000-1234-1234-1234-123412341234}" type="slidenum">
              <a:rPr lang="en-US"/>
              <a:t>22</a:t>
            </a:fld>
            <a:endParaRPr lang="en-US"/>
          </a:p>
        </p:txBody>
      </p:sp>
    </p:spTree>
    <p:extLst>
      <p:ext uri="{BB962C8B-B14F-4D97-AF65-F5344CB8AC3E}">
        <p14:creationId xmlns:p14="http://schemas.microsoft.com/office/powerpoint/2010/main" val="2125739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Shape 387"/>
          <p:cNvSpPr>
            <a:spLocks noGrp="1" noRot="1" noChangeAspect="1"/>
          </p:cNvSpPr>
          <p:nvPr>
            <p:ph type="sldImg" idx="2"/>
          </p:nvPr>
        </p:nvSpPr>
        <p:spPr>
          <a:xfrm>
            <a:off x="411163" y="692150"/>
            <a:ext cx="6157912" cy="3463925"/>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8" name="Shape 388"/>
          <p:cNvSpPr txBox="1">
            <a:spLocks noGrp="1"/>
          </p:cNvSpPr>
          <p:nvPr>
            <p:ph type="body" idx="1"/>
          </p:nvPr>
        </p:nvSpPr>
        <p:spPr>
          <a:xfrm>
            <a:off x="930275" y="4387850"/>
            <a:ext cx="5119799" cy="4156200"/>
          </a:xfrm>
          <a:prstGeom prst="rect">
            <a:avLst/>
          </a:prstGeom>
        </p:spPr>
        <p:txBody>
          <a:bodyPr lIns="91425" tIns="91425" rIns="91425" bIns="91425" anchor="ctr" anchorCtr="0">
            <a:noAutofit/>
          </a:bodyPr>
          <a:lstStyle/>
          <a:p>
            <a:pPr lvl="0">
              <a:spcBef>
                <a:spcPts val="0"/>
              </a:spcBef>
              <a:buNone/>
            </a:pPr>
            <a:endParaRPr/>
          </a:p>
        </p:txBody>
      </p:sp>
      <p:sp>
        <p:nvSpPr>
          <p:cNvPr id="389" name="Shape 389"/>
          <p:cNvSpPr txBox="1">
            <a:spLocks noGrp="1"/>
          </p:cNvSpPr>
          <p:nvPr>
            <p:ph type="sldNum" idx="12"/>
          </p:nvPr>
        </p:nvSpPr>
        <p:spPr>
          <a:xfrm>
            <a:off x="3956050" y="8774111"/>
            <a:ext cx="3024300" cy="461999"/>
          </a:xfrm>
          <a:prstGeom prst="rect">
            <a:avLst/>
          </a:prstGeom>
        </p:spPr>
        <p:txBody>
          <a:bodyPr lIns="92650" tIns="46325" rIns="92650" bIns="46325" anchor="b" anchorCtr="0">
            <a:noAutofit/>
          </a:bodyPr>
          <a:lstStyle/>
          <a:p>
            <a:pPr lvl="0" rtl="0">
              <a:spcBef>
                <a:spcPts val="0"/>
              </a:spcBef>
              <a:buClr>
                <a:srgbClr val="000000"/>
              </a:buClr>
              <a:buSzPct val="25000"/>
              <a:buFont typeface="Times New Roman"/>
              <a:buNone/>
            </a:pPr>
            <a:fld id="{00000000-1234-1234-1234-123412341234}" type="slidenum">
              <a:rPr lang="en-US"/>
              <a:t>25</a:t>
            </a:fld>
            <a:endParaRPr lang="en-US"/>
          </a:p>
        </p:txBody>
      </p:sp>
    </p:spTree>
    <p:extLst>
      <p:ext uri="{BB962C8B-B14F-4D97-AF65-F5344CB8AC3E}">
        <p14:creationId xmlns:p14="http://schemas.microsoft.com/office/powerpoint/2010/main" val="9081138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Shape 387"/>
          <p:cNvSpPr>
            <a:spLocks noGrp="1" noRot="1" noChangeAspect="1"/>
          </p:cNvSpPr>
          <p:nvPr>
            <p:ph type="sldImg" idx="2"/>
          </p:nvPr>
        </p:nvSpPr>
        <p:spPr>
          <a:xfrm>
            <a:off x="411163" y="692150"/>
            <a:ext cx="6157912" cy="3463925"/>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8" name="Shape 388"/>
          <p:cNvSpPr txBox="1">
            <a:spLocks noGrp="1"/>
          </p:cNvSpPr>
          <p:nvPr>
            <p:ph type="body" idx="1"/>
          </p:nvPr>
        </p:nvSpPr>
        <p:spPr>
          <a:xfrm>
            <a:off x="930275" y="4387850"/>
            <a:ext cx="5119799" cy="4156200"/>
          </a:xfrm>
          <a:prstGeom prst="rect">
            <a:avLst/>
          </a:prstGeom>
        </p:spPr>
        <p:txBody>
          <a:bodyPr lIns="91425" tIns="91425" rIns="91425" bIns="91425" anchor="ctr" anchorCtr="0">
            <a:noAutofit/>
          </a:bodyPr>
          <a:lstStyle/>
          <a:p>
            <a:pPr lvl="0">
              <a:spcBef>
                <a:spcPts val="0"/>
              </a:spcBef>
              <a:buNone/>
            </a:pPr>
            <a:endParaRPr/>
          </a:p>
        </p:txBody>
      </p:sp>
      <p:sp>
        <p:nvSpPr>
          <p:cNvPr id="389" name="Shape 389"/>
          <p:cNvSpPr txBox="1">
            <a:spLocks noGrp="1"/>
          </p:cNvSpPr>
          <p:nvPr>
            <p:ph type="sldNum" idx="12"/>
          </p:nvPr>
        </p:nvSpPr>
        <p:spPr>
          <a:xfrm>
            <a:off x="3956050" y="8774111"/>
            <a:ext cx="3024300" cy="461999"/>
          </a:xfrm>
          <a:prstGeom prst="rect">
            <a:avLst/>
          </a:prstGeom>
        </p:spPr>
        <p:txBody>
          <a:bodyPr lIns="92650" tIns="46325" rIns="92650" bIns="46325" anchor="b" anchorCtr="0">
            <a:noAutofit/>
          </a:bodyPr>
          <a:lstStyle/>
          <a:p>
            <a:pPr lvl="0" rtl="0">
              <a:spcBef>
                <a:spcPts val="0"/>
              </a:spcBef>
              <a:buClr>
                <a:srgbClr val="000000"/>
              </a:buClr>
              <a:buSzPct val="25000"/>
              <a:buFont typeface="Times New Roman"/>
              <a:buNone/>
            </a:pPr>
            <a:fld id="{00000000-1234-1234-1234-123412341234}" type="slidenum">
              <a:rPr lang="en-US"/>
              <a:t>27</a:t>
            </a:fld>
            <a:endParaRPr lang="en-US"/>
          </a:p>
        </p:txBody>
      </p:sp>
    </p:spTree>
    <p:extLst>
      <p:ext uri="{BB962C8B-B14F-4D97-AF65-F5344CB8AC3E}">
        <p14:creationId xmlns:p14="http://schemas.microsoft.com/office/powerpoint/2010/main" val="22515904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Shape 387"/>
          <p:cNvSpPr>
            <a:spLocks noGrp="1" noRot="1" noChangeAspect="1"/>
          </p:cNvSpPr>
          <p:nvPr>
            <p:ph type="sldImg" idx="2"/>
          </p:nvPr>
        </p:nvSpPr>
        <p:spPr>
          <a:xfrm>
            <a:off x="411163" y="692150"/>
            <a:ext cx="6157912" cy="3463925"/>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8" name="Shape 388"/>
          <p:cNvSpPr txBox="1">
            <a:spLocks noGrp="1"/>
          </p:cNvSpPr>
          <p:nvPr>
            <p:ph type="body" idx="1"/>
          </p:nvPr>
        </p:nvSpPr>
        <p:spPr>
          <a:xfrm>
            <a:off x="930275" y="4387850"/>
            <a:ext cx="5119799" cy="4156200"/>
          </a:xfrm>
          <a:prstGeom prst="rect">
            <a:avLst/>
          </a:prstGeom>
        </p:spPr>
        <p:txBody>
          <a:bodyPr lIns="91425" tIns="91425" rIns="91425" bIns="91425" anchor="ctr" anchorCtr="0">
            <a:noAutofit/>
          </a:bodyPr>
          <a:lstStyle/>
          <a:p>
            <a:pPr lvl="0">
              <a:spcBef>
                <a:spcPts val="0"/>
              </a:spcBef>
              <a:buNone/>
            </a:pPr>
            <a:endParaRPr/>
          </a:p>
        </p:txBody>
      </p:sp>
      <p:sp>
        <p:nvSpPr>
          <p:cNvPr id="389" name="Shape 389"/>
          <p:cNvSpPr txBox="1">
            <a:spLocks noGrp="1"/>
          </p:cNvSpPr>
          <p:nvPr>
            <p:ph type="sldNum" idx="12"/>
          </p:nvPr>
        </p:nvSpPr>
        <p:spPr>
          <a:xfrm>
            <a:off x="3956050" y="8774111"/>
            <a:ext cx="3024300" cy="461999"/>
          </a:xfrm>
          <a:prstGeom prst="rect">
            <a:avLst/>
          </a:prstGeom>
        </p:spPr>
        <p:txBody>
          <a:bodyPr lIns="92650" tIns="46325" rIns="92650" bIns="46325" anchor="b" anchorCtr="0">
            <a:noAutofit/>
          </a:bodyPr>
          <a:lstStyle/>
          <a:p>
            <a:pPr lvl="0" rtl="0">
              <a:spcBef>
                <a:spcPts val="0"/>
              </a:spcBef>
              <a:buClr>
                <a:srgbClr val="000000"/>
              </a:buClr>
              <a:buSzPct val="25000"/>
              <a:buFont typeface="Times New Roman"/>
              <a:buNone/>
            </a:pPr>
            <a:fld id="{00000000-1234-1234-1234-123412341234}" type="slidenum">
              <a:rPr lang="en-US"/>
              <a:t>29</a:t>
            </a:fld>
            <a:endParaRPr lang="en-US"/>
          </a:p>
        </p:txBody>
      </p:sp>
    </p:spTree>
    <p:extLst>
      <p:ext uri="{BB962C8B-B14F-4D97-AF65-F5344CB8AC3E}">
        <p14:creationId xmlns:p14="http://schemas.microsoft.com/office/powerpoint/2010/main" val="34456427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Shape 387"/>
          <p:cNvSpPr>
            <a:spLocks noGrp="1" noRot="1" noChangeAspect="1"/>
          </p:cNvSpPr>
          <p:nvPr>
            <p:ph type="sldImg" idx="2"/>
          </p:nvPr>
        </p:nvSpPr>
        <p:spPr>
          <a:xfrm>
            <a:off x="411163" y="692150"/>
            <a:ext cx="6157912" cy="3463925"/>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8" name="Shape 388"/>
          <p:cNvSpPr txBox="1">
            <a:spLocks noGrp="1"/>
          </p:cNvSpPr>
          <p:nvPr>
            <p:ph type="body" idx="1"/>
          </p:nvPr>
        </p:nvSpPr>
        <p:spPr>
          <a:xfrm>
            <a:off x="930275" y="4387850"/>
            <a:ext cx="5119799" cy="4156200"/>
          </a:xfrm>
          <a:prstGeom prst="rect">
            <a:avLst/>
          </a:prstGeom>
        </p:spPr>
        <p:txBody>
          <a:bodyPr lIns="91425" tIns="91425" rIns="91425" bIns="91425" anchor="ctr" anchorCtr="0">
            <a:noAutofit/>
          </a:bodyPr>
          <a:lstStyle/>
          <a:p>
            <a:pPr lvl="0">
              <a:spcBef>
                <a:spcPts val="0"/>
              </a:spcBef>
              <a:buNone/>
            </a:pPr>
            <a:endParaRPr/>
          </a:p>
        </p:txBody>
      </p:sp>
      <p:sp>
        <p:nvSpPr>
          <p:cNvPr id="389" name="Shape 389"/>
          <p:cNvSpPr txBox="1">
            <a:spLocks noGrp="1"/>
          </p:cNvSpPr>
          <p:nvPr>
            <p:ph type="sldNum" idx="12"/>
          </p:nvPr>
        </p:nvSpPr>
        <p:spPr>
          <a:xfrm>
            <a:off x="3956050" y="8774111"/>
            <a:ext cx="3024300" cy="461999"/>
          </a:xfrm>
          <a:prstGeom prst="rect">
            <a:avLst/>
          </a:prstGeom>
        </p:spPr>
        <p:txBody>
          <a:bodyPr lIns="92650" tIns="46325" rIns="92650" bIns="46325" anchor="b" anchorCtr="0">
            <a:noAutofit/>
          </a:bodyPr>
          <a:lstStyle/>
          <a:p>
            <a:pPr lvl="0" rtl="0">
              <a:spcBef>
                <a:spcPts val="0"/>
              </a:spcBef>
              <a:buClr>
                <a:srgbClr val="000000"/>
              </a:buClr>
              <a:buSzPct val="25000"/>
              <a:buFont typeface="Times New Roman"/>
              <a:buNone/>
            </a:pPr>
            <a:fld id="{00000000-1234-1234-1234-123412341234}" type="slidenum">
              <a:rPr lang="en-US"/>
              <a:t>30</a:t>
            </a:fld>
            <a:endParaRPr lang="en-US"/>
          </a:p>
        </p:txBody>
      </p:sp>
    </p:spTree>
    <p:extLst>
      <p:ext uri="{BB962C8B-B14F-4D97-AF65-F5344CB8AC3E}">
        <p14:creationId xmlns:p14="http://schemas.microsoft.com/office/powerpoint/2010/main" val="11766079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Shape 387"/>
          <p:cNvSpPr>
            <a:spLocks noGrp="1" noRot="1" noChangeAspect="1"/>
          </p:cNvSpPr>
          <p:nvPr>
            <p:ph type="sldImg" idx="2"/>
          </p:nvPr>
        </p:nvSpPr>
        <p:spPr>
          <a:xfrm>
            <a:off x="411163" y="692150"/>
            <a:ext cx="6157912" cy="3463925"/>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8" name="Shape 388"/>
          <p:cNvSpPr txBox="1">
            <a:spLocks noGrp="1"/>
          </p:cNvSpPr>
          <p:nvPr>
            <p:ph type="body" idx="1"/>
          </p:nvPr>
        </p:nvSpPr>
        <p:spPr>
          <a:xfrm>
            <a:off x="930275" y="4387850"/>
            <a:ext cx="5119799" cy="4156200"/>
          </a:xfrm>
          <a:prstGeom prst="rect">
            <a:avLst/>
          </a:prstGeom>
        </p:spPr>
        <p:txBody>
          <a:bodyPr lIns="91425" tIns="91425" rIns="91425" bIns="91425" anchor="ctr" anchorCtr="0">
            <a:noAutofit/>
          </a:bodyPr>
          <a:lstStyle/>
          <a:p>
            <a:pPr lvl="0">
              <a:spcBef>
                <a:spcPts val="0"/>
              </a:spcBef>
              <a:buNone/>
            </a:pPr>
            <a:endParaRPr/>
          </a:p>
        </p:txBody>
      </p:sp>
      <p:sp>
        <p:nvSpPr>
          <p:cNvPr id="389" name="Shape 389"/>
          <p:cNvSpPr txBox="1">
            <a:spLocks noGrp="1"/>
          </p:cNvSpPr>
          <p:nvPr>
            <p:ph type="sldNum" idx="12"/>
          </p:nvPr>
        </p:nvSpPr>
        <p:spPr>
          <a:xfrm>
            <a:off x="3956050" y="8774111"/>
            <a:ext cx="3024300" cy="461999"/>
          </a:xfrm>
          <a:prstGeom prst="rect">
            <a:avLst/>
          </a:prstGeom>
        </p:spPr>
        <p:txBody>
          <a:bodyPr lIns="92650" tIns="46325" rIns="92650" bIns="46325" anchor="b" anchorCtr="0">
            <a:noAutofit/>
          </a:bodyPr>
          <a:lstStyle/>
          <a:p>
            <a:pPr lvl="0" rtl="0">
              <a:spcBef>
                <a:spcPts val="0"/>
              </a:spcBef>
              <a:buClr>
                <a:srgbClr val="000000"/>
              </a:buClr>
              <a:buSzPct val="25000"/>
              <a:buFont typeface="Times New Roman"/>
              <a:buNone/>
            </a:pPr>
            <a:fld id="{00000000-1234-1234-1234-123412341234}" type="slidenum">
              <a:rPr lang="en-US"/>
              <a:t>31</a:t>
            </a:fld>
            <a:endParaRPr lang="en-US"/>
          </a:p>
        </p:txBody>
      </p:sp>
    </p:spTree>
    <p:extLst>
      <p:ext uri="{BB962C8B-B14F-4D97-AF65-F5344CB8AC3E}">
        <p14:creationId xmlns:p14="http://schemas.microsoft.com/office/powerpoint/2010/main" val="32267755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FEF4BADE-8759-4D3A-968F-24A5FB435691}" type="datetime1">
              <a:rPr lang="en-GB" smtClean="0"/>
              <a:t>04/09/2025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FE7F50B-1018-4C2F-B10B-1000C662F82E}" type="slidenum">
              <a:rPr lang="en-GB" smtClean="0"/>
              <a:t>‹#›</a:t>
            </a:fld>
            <a:endParaRPr lang="en-GB"/>
          </a:p>
        </p:txBody>
      </p:sp>
      <p:pic>
        <p:nvPicPr>
          <p:cNvPr id="7" name="Picture 6"/>
          <p:cNvPicPr>
            <a:picLocks noChangeAspect="1"/>
          </p:cNvPicPr>
          <p:nvPr userDrawn="1"/>
        </p:nvPicPr>
        <p:blipFill>
          <a:blip r:embed="rId2"/>
          <a:stretch>
            <a:fillRect/>
          </a:stretch>
        </p:blipFill>
        <p:spPr>
          <a:xfrm>
            <a:off x="10784565" y="16602"/>
            <a:ext cx="1396050" cy="1429555"/>
          </a:xfrm>
          <a:prstGeom prst="rect">
            <a:avLst/>
          </a:prstGeom>
        </p:spPr>
      </p:pic>
    </p:spTree>
    <p:extLst>
      <p:ext uri="{BB962C8B-B14F-4D97-AF65-F5344CB8AC3E}">
        <p14:creationId xmlns:p14="http://schemas.microsoft.com/office/powerpoint/2010/main" val="22453848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CEF2556F-0436-4769-9BBC-41175F1A5850}" type="datetime1">
              <a:rPr lang="en-GB" smtClean="0"/>
              <a:t>04/09/2025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FE7F50B-1018-4C2F-B10B-1000C662F82E}" type="slidenum">
              <a:rPr lang="en-GB" smtClean="0"/>
              <a:t>‹#›</a:t>
            </a:fld>
            <a:endParaRPr lang="en-GB"/>
          </a:p>
        </p:txBody>
      </p:sp>
      <p:pic>
        <p:nvPicPr>
          <p:cNvPr id="7" name="Picture 6"/>
          <p:cNvPicPr>
            <a:picLocks noChangeAspect="1"/>
          </p:cNvPicPr>
          <p:nvPr userDrawn="1"/>
        </p:nvPicPr>
        <p:blipFill>
          <a:blip r:embed="rId2"/>
          <a:stretch>
            <a:fillRect/>
          </a:stretch>
        </p:blipFill>
        <p:spPr>
          <a:xfrm>
            <a:off x="10784565" y="16602"/>
            <a:ext cx="1396050" cy="1429555"/>
          </a:xfrm>
          <a:prstGeom prst="rect">
            <a:avLst/>
          </a:prstGeom>
        </p:spPr>
      </p:pic>
    </p:spTree>
    <p:extLst>
      <p:ext uri="{BB962C8B-B14F-4D97-AF65-F5344CB8AC3E}">
        <p14:creationId xmlns:p14="http://schemas.microsoft.com/office/powerpoint/2010/main" val="36694712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C550D3C-23A5-4655-9804-A736A07E8ACC}" type="datetime1">
              <a:rPr lang="en-GB" smtClean="0"/>
              <a:t>04/09/2025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FE7F50B-1018-4C2F-B10B-1000C662F82E}" type="slidenum">
              <a:rPr lang="en-GB" smtClean="0"/>
              <a:t>‹#›</a:t>
            </a:fld>
            <a:endParaRPr lang="en-GB"/>
          </a:p>
        </p:txBody>
      </p:sp>
      <p:pic>
        <p:nvPicPr>
          <p:cNvPr id="8" name="Picture 7"/>
          <p:cNvPicPr>
            <a:picLocks noChangeAspect="1"/>
          </p:cNvPicPr>
          <p:nvPr userDrawn="1"/>
        </p:nvPicPr>
        <p:blipFill>
          <a:blip r:embed="rId2"/>
          <a:stretch>
            <a:fillRect/>
          </a:stretch>
        </p:blipFill>
        <p:spPr>
          <a:xfrm>
            <a:off x="10784565" y="16602"/>
            <a:ext cx="1396050" cy="1429555"/>
          </a:xfrm>
          <a:prstGeom prst="rect">
            <a:avLst/>
          </a:prstGeom>
        </p:spPr>
      </p:pic>
    </p:spTree>
    <p:extLst>
      <p:ext uri="{BB962C8B-B14F-4D97-AF65-F5344CB8AC3E}">
        <p14:creationId xmlns:p14="http://schemas.microsoft.com/office/powerpoint/2010/main" val="563090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8AC263A2-63C4-4FDD-A967-D98386E55723}" type="datetime1">
              <a:rPr lang="en-GB" smtClean="0"/>
              <a:t>04/09/2025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FE7F50B-1018-4C2F-B10B-1000C662F82E}" type="slidenum">
              <a:rPr lang="en-GB" smtClean="0"/>
              <a:t>‹#›</a:t>
            </a:fld>
            <a:endParaRPr lang="en-GB"/>
          </a:p>
        </p:txBody>
      </p:sp>
      <p:pic>
        <p:nvPicPr>
          <p:cNvPr id="8" name="Picture 7"/>
          <p:cNvPicPr>
            <a:picLocks noChangeAspect="1"/>
          </p:cNvPicPr>
          <p:nvPr userDrawn="1"/>
        </p:nvPicPr>
        <p:blipFill>
          <a:blip r:embed="rId2"/>
          <a:stretch>
            <a:fillRect/>
          </a:stretch>
        </p:blipFill>
        <p:spPr>
          <a:xfrm>
            <a:off x="10784565" y="16602"/>
            <a:ext cx="1396050" cy="1429555"/>
          </a:xfrm>
          <a:prstGeom prst="rect">
            <a:avLst/>
          </a:prstGeom>
        </p:spPr>
      </p:pic>
    </p:spTree>
    <p:extLst>
      <p:ext uri="{BB962C8B-B14F-4D97-AF65-F5344CB8AC3E}">
        <p14:creationId xmlns:p14="http://schemas.microsoft.com/office/powerpoint/2010/main" val="4232728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C09318EE-F71D-485F-BC42-66EDAF7FB697}" type="datetime1">
              <a:rPr lang="en-GB" smtClean="0"/>
              <a:t>04/09/2025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FE7F50B-1018-4C2F-B10B-1000C662F82E}" type="slidenum">
              <a:rPr lang="en-GB" smtClean="0"/>
              <a:t>‹#›</a:t>
            </a:fld>
            <a:endParaRPr lang="en-GB"/>
          </a:p>
        </p:txBody>
      </p:sp>
      <p:pic>
        <p:nvPicPr>
          <p:cNvPr id="10" name="Picture 9"/>
          <p:cNvPicPr>
            <a:picLocks noChangeAspect="1"/>
          </p:cNvPicPr>
          <p:nvPr userDrawn="1"/>
        </p:nvPicPr>
        <p:blipFill>
          <a:blip r:embed="rId2"/>
          <a:stretch>
            <a:fillRect/>
          </a:stretch>
        </p:blipFill>
        <p:spPr>
          <a:xfrm>
            <a:off x="10784565" y="16602"/>
            <a:ext cx="1396050" cy="1429555"/>
          </a:xfrm>
          <a:prstGeom prst="rect">
            <a:avLst/>
          </a:prstGeom>
        </p:spPr>
      </p:pic>
    </p:spTree>
    <p:extLst>
      <p:ext uri="{BB962C8B-B14F-4D97-AF65-F5344CB8AC3E}">
        <p14:creationId xmlns:p14="http://schemas.microsoft.com/office/powerpoint/2010/main" val="34539215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5FD7C532-8DB3-4ED6-A715-5741A5027B6F}" type="datetime1">
              <a:rPr lang="en-GB" smtClean="0"/>
              <a:t>04/09/2025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FE7F50B-1018-4C2F-B10B-1000C662F82E}" type="slidenum">
              <a:rPr lang="en-GB" smtClean="0"/>
              <a:t>‹#›</a:t>
            </a:fld>
            <a:endParaRPr lang="en-GB"/>
          </a:p>
        </p:txBody>
      </p:sp>
      <p:pic>
        <p:nvPicPr>
          <p:cNvPr id="6" name="Picture 5"/>
          <p:cNvPicPr>
            <a:picLocks noChangeAspect="1"/>
          </p:cNvPicPr>
          <p:nvPr userDrawn="1"/>
        </p:nvPicPr>
        <p:blipFill>
          <a:blip r:embed="rId2"/>
          <a:stretch>
            <a:fillRect/>
          </a:stretch>
        </p:blipFill>
        <p:spPr>
          <a:xfrm>
            <a:off x="10784565" y="16602"/>
            <a:ext cx="1396050" cy="1429555"/>
          </a:xfrm>
          <a:prstGeom prst="rect">
            <a:avLst/>
          </a:prstGeom>
        </p:spPr>
      </p:pic>
    </p:spTree>
    <p:extLst>
      <p:ext uri="{BB962C8B-B14F-4D97-AF65-F5344CB8AC3E}">
        <p14:creationId xmlns:p14="http://schemas.microsoft.com/office/powerpoint/2010/main" val="1848726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66B847-0319-4113-8722-951F0632ACBC}" type="datetime1">
              <a:rPr lang="en-GB" smtClean="0"/>
              <a:t>04/09/2025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0FE7F50B-1018-4C2F-B10B-1000C662F82E}" type="slidenum">
              <a:rPr lang="en-GB" smtClean="0"/>
              <a:t>‹#›</a:t>
            </a:fld>
            <a:endParaRPr lang="en-GB"/>
          </a:p>
        </p:txBody>
      </p:sp>
      <p:pic>
        <p:nvPicPr>
          <p:cNvPr id="5" name="Picture 4"/>
          <p:cNvPicPr>
            <a:picLocks noChangeAspect="1"/>
          </p:cNvPicPr>
          <p:nvPr userDrawn="1"/>
        </p:nvPicPr>
        <p:blipFill>
          <a:blip r:embed="rId2"/>
          <a:stretch>
            <a:fillRect/>
          </a:stretch>
        </p:blipFill>
        <p:spPr>
          <a:xfrm>
            <a:off x="10784565" y="16602"/>
            <a:ext cx="1396050" cy="1429555"/>
          </a:xfrm>
          <a:prstGeom prst="rect">
            <a:avLst/>
          </a:prstGeom>
        </p:spPr>
      </p:pic>
    </p:spTree>
    <p:extLst>
      <p:ext uri="{BB962C8B-B14F-4D97-AF65-F5344CB8AC3E}">
        <p14:creationId xmlns:p14="http://schemas.microsoft.com/office/powerpoint/2010/main" val="2423683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0792475-1C6D-4F37-9B4D-8385B34EA726}" type="datetime1">
              <a:rPr lang="en-GB" smtClean="0"/>
              <a:t>04/09/2025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FE7F50B-1018-4C2F-B10B-1000C662F82E}" type="slidenum">
              <a:rPr lang="en-GB" smtClean="0"/>
              <a:t>‹#›</a:t>
            </a:fld>
            <a:endParaRPr lang="en-GB"/>
          </a:p>
        </p:txBody>
      </p:sp>
      <p:pic>
        <p:nvPicPr>
          <p:cNvPr id="8" name="Picture 7"/>
          <p:cNvPicPr>
            <a:picLocks noChangeAspect="1"/>
          </p:cNvPicPr>
          <p:nvPr userDrawn="1"/>
        </p:nvPicPr>
        <p:blipFill>
          <a:blip r:embed="rId2"/>
          <a:stretch>
            <a:fillRect/>
          </a:stretch>
        </p:blipFill>
        <p:spPr>
          <a:xfrm>
            <a:off x="10784565" y="16602"/>
            <a:ext cx="1396050" cy="1429555"/>
          </a:xfrm>
          <a:prstGeom prst="rect">
            <a:avLst/>
          </a:prstGeom>
        </p:spPr>
      </p:pic>
    </p:spTree>
    <p:extLst>
      <p:ext uri="{BB962C8B-B14F-4D97-AF65-F5344CB8AC3E}">
        <p14:creationId xmlns:p14="http://schemas.microsoft.com/office/powerpoint/2010/main" val="21297342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59E1B4A-5CA5-43AD-8391-566AF2A3E24E}" type="datetime1">
              <a:rPr lang="en-GB" smtClean="0"/>
              <a:t>04/09/2025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FE7F50B-1018-4C2F-B10B-1000C662F82E}" type="slidenum">
              <a:rPr lang="en-GB" smtClean="0"/>
              <a:t>‹#›</a:t>
            </a:fld>
            <a:endParaRPr lang="en-GB"/>
          </a:p>
        </p:txBody>
      </p:sp>
      <p:pic>
        <p:nvPicPr>
          <p:cNvPr id="8" name="Picture 7"/>
          <p:cNvPicPr>
            <a:picLocks noChangeAspect="1"/>
          </p:cNvPicPr>
          <p:nvPr userDrawn="1"/>
        </p:nvPicPr>
        <p:blipFill>
          <a:blip r:embed="rId2"/>
          <a:stretch>
            <a:fillRect/>
          </a:stretch>
        </p:blipFill>
        <p:spPr>
          <a:xfrm>
            <a:off x="10784565" y="16602"/>
            <a:ext cx="1396050" cy="1429555"/>
          </a:xfrm>
          <a:prstGeom prst="rect">
            <a:avLst/>
          </a:prstGeom>
        </p:spPr>
      </p:pic>
    </p:spTree>
    <p:extLst>
      <p:ext uri="{BB962C8B-B14F-4D97-AF65-F5344CB8AC3E}">
        <p14:creationId xmlns:p14="http://schemas.microsoft.com/office/powerpoint/2010/main" val="4919587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FA581E85-2C16-417E-B065-D54FDE91DBF2}" type="datetime1">
              <a:rPr lang="en-GB" smtClean="0"/>
              <a:t>04/09/2025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FE7F50B-1018-4C2F-B10B-1000C662F82E}" type="slidenum">
              <a:rPr lang="en-GB" smtClean="0"/>
              <a:t>‹#›</a:t>
            </a:fld>
            <a:endParaRPr lang="en-GB"/>
          </a:p>
        </p:txBody>
      </p:sp>
    </p:spTree>
    <p:extLst>
      <p:ext uri="{BB962C8B-B14F-4D97-AF65-F5344CB8AC3E}">
        <p14:creationId xmlns:p14="http://schemas.microsoft.com/office/powerpoint/2010/main" val="3691985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8EA2B14C-7AE9-402F-B6B9-D05725F53A2B}" type="datetime1">
              <a:rPr lang="en-GB" smtClean="0"/>
              <a:t>04/09/2025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FE7F50B-1018-4C2F-B10B-1000C662F82E}" type="slidenum">
              <a:rPr lang="en-GB" smtClean="0"/>
              <a:t>‹#›</a:t>
            </a:fld>
            <a:endParaRPr lang="en-GB"/>
          </a:p>
        </p:txBody>
      </p:sp>
    </p:spTree>
    <p:extLst>
      <p:ext uri="{BB962C8B-B14F-4D97-AF65-F5344CB8AC3E}">
        <p14:creationId xmlns:p14="http://schemas.microsoft.com/office/powerpoint/2010/main" val="41499589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DA9CBFB1-3FB0-4CC7-BF88-DC11AE51438E}" type="datetime1">
              <a:rPr lang="en-GB" smtClean="0"/>
              <a:t>04/09/2025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FE7F50B-1018-4C2F-B10B-1000C662F82E}" type="slidenum">
              <a:rPr lang="en-GB" smtClean="0"/>
              <a:t>‹#›</a:t>
            </a:fld>
            <a:endParaRPr lang="en-GB"/>
          </a:p>
        </p:txBody>
      </p:sp>
      <p:pic>
        <p:nvPicPr>
          <p:cNvPr id="7" name="Picture 6"/>
          <p:cNvPicPr>
            <a:picLocks noChangeAspect="1"/>
          </p:cNvPicPr>
          <p:nvPr userDrawn="1"/>
        </p:nvPicPr>
        <p:blipFill>
          <a:blip r:embed="rId2"/>
          <a:stretch>
            <a:fillRect/>
          </a:stretch>
        </p:blipFill>
        <p:spPr>
          <a:xfrm>
            <a:off x="10784565" y="16602"/>
            <a:ext cx="1396050" cy="1429555"/>
          </a:xfrm>
          <a:prstGeom prst="rect">
            <a:avLst/>
          </a:prstGeom>
        </p:spPr>
      </p:pic>
    </p:spTree>
    <p:extLst>
      <p:ext uri="{BB962C8B-B14F-4D97-AF65-F5344CB8AC3E}">
        <p14:creationId xmlns:p14="http://schemas.microsoft.com/office/powerpoint/2010/main" val="6385635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2DCF2BE-1233-47E5-AC64-BBAF5FDABC03}" type="datetime1">
              <a:rPr lang="en-GB" smtClean="0"/>
              <a:t>04/09/2025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FE7F50B-1018-4C2F-B10B-1000C662F82E}" type="slidenum">
              <a:rPr lang="en-GB" smtClean="0"/>
              <a:t>‹#›</a:t>
            </a:fld>
            <a:endParaRPr lang="en-GB"/>
          </a:p>
        </p:txBody>
      </p:sp>
      <p:pic>
        <p:nvPicPr>
          <p:cNvPr id="7" name="Picture 6"/>
          <p:cNvPicPr>
            <a:picLocks noChangeAspect="1"/>
          </p:cNvPicPr>
          <p:nvPr userDrawn="1"/>
        </p:nvPicPr>
        <p:blipFill>
          <a:blip r:embed="rId2"/>
          <a:stretch>
            <a:fillRect/>
          </a:stretch>
        </p:blipFill>
        <p:spPr>
          <a:xfrm>
            <a:off x="10784565" y="16602"/>
            <a:ext cx="1396050" cy="1429555"/>
          </a:xfrm>
          <a:prstGeom prst="rect">
            <a:avLst/>
          </a:prstGeom>
        </p:spPr>
      </p:pic>
    </p:spTree>
    <p:extLst>
      <p:ext uri="{BB962C8B-B14F-4D97-AF65-F5344CB8AC3E}">
        <p14:creationId xmlns:p14="http://schemas.microsoft.com/office/powerpoint/2010/main" val="526863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5BFB534-3F41-4E3F-B4A9-2B9FBF434E88}" type="datetime1">
              <a:rPr lang="en-GB" smtClean="0"/>
              <a:t>04/09/2025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FE7F50B-1018-4C2F-B10B-1000C662F82E}" type="slidenum">
              <a:rPr lang="en-GB" smtClean="0"/>
              <a:t>‹#›</a:t>
            </a:fld>
            <a:endParaRPr lang="en-GB"/>
          </a:p>
        </p:txBody>
      </p:sp>
      <p:pic>
        <p:nvPicPr>
          <p:cNvPr id="8" name="Picture 7"/>
          <p:cNvPicPr>
            <a:picLocks noChangeAspect="1"/>
          </p:cNvPicPr>
          <p:nvPr userDrawn="1"/>
        </p:nvPicPr>
        <p:blipFill>
          <a:blip r:embed="rId2"/>
          <a:stretch>
            <a:fillRect/>
          </a:stretch>
        </p:blipFill>
        <p:spPr>
          <a:xfrm>
            <a:off x="10784565" y="16602"/>
            <a:ext cx="1396050" cy="1429555"/>
          </a:xfrm>
          <a:prstGeom prst="rect">
            <a:avLst/>
          </a:prstGeom>
        </p:spPr>
      </p:pic>
    </p:spTree>
    <p:extLst>
      <p:ext uri="{BB962C8B-B14F-4D97-AF65-F5344CB8AC3E}">
        <p14:creationId xmlns:p14="http://schemas.microsoft.com/office/powerpoint/2010/main" val="23606691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3F431BED-11C9-4ABB-8882-F0347D3DC952}" type="datetime1">
              <a:rPr lang="en-GB" smtClean="0"/>
              <a:t>04/09/2025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FE7F50B-1018-4C2F-B10B-1000C662F82E}" type="slidenum">
              <a:rPr lang="en-GB" smtClean="0"/>
              <a:t>‹#›</a:t>
            </a:fld>
            <a:endParaRPr lang="en-GB"/>
          </a:p>
        </p:txBody>
      </p:sp>
      <p:pic>
        <p:nvPicPr>
          <p:cNvPr id="8" name="Picture 7"/>
          <p:cNvPicPr>
            <a:picLocks noChangeAspect="1"/>
          </p:cNvPicPr>
          <p:nvPr userDrawn="1"/>
        </p:nvPicPr>
        <p:blipFill>
          <a:blip r:embed="rId2"/>
          <a:stretch>
            <a:fillRect/>
          </a:stretch>
        </p:blipFill>
        <p:spPr>
          <a:xfrm>
            <a:off x="10784565" y="16602"/>
            <a:ext cx="1396050" cy="1429555"/>
          </a:xfrm>
          <a:prstGeom prst="rect">
            <a:avLst/>
          </a:prstGeom>
        </p:spPr>
      </p:pic>
    </p:spTree>
    <p:extLst>
      <p:ext uri="{BB962C8B-B14F-4D97-AF65-F5344CB8AC3E}">
        <p14:creationId xmlns:p14="http://schemas.microsoft.com/office/powerpoint/2010/main" val="10224660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7665DAC0-FBF3-41C2-AC63-89B7284E53A7}" type="datetime1">
              <a:rPr lang="en-GB" smtClean="0"/>
              <a:t>04/09/2025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FE7F50B-1018-4C2F-B10B-1000C662F82E}" type="slidenum">
              <a:rPr lang="en-GB" smtClean="0"/>
              <a:t>‹#›</a:t>
            </a:fld>
            <a:endParaRPr lang="en-GB"/>
          </a:p>
        </p:txBody>
      </p:sp>
      <p:pic>
        <p:nvPicPr>
          <p:cNvPr id="10" name="Picture 9"/>
          <p:cNvPicPr>
            <a:picLocks noChangeAspect="1"/>
          </p:cNvPicPr>
          <p:nvPr userDrawn="1"/>
        </p:nvPicPr>
        <p:blipFill>
          <a:blip r:embed="rId2"/>
          <a:stretch>
            <a:fillRect/>
          </a:stretch>
        </p:blipFill>
        <p:spPr>
          <a:xfrm>
            <a:off x="10784565" y="16602"/>
            <a:ext cx="1396050" cy="1429555"/>
          </a:xfrm>
          <a:prstGeom prst="rect">
            <a:avLst/>
          </a:prstGeom>
        </p:spPr>
      </p:pic>
    </p:spTree>
    <p:extLst>
      <p:ext uri="{BB962C8B-B14F-4D97-AF65-F5344CB8AC3E}">
        <p14:creationId xmlns:p14="http://schemas.microsoft.com/office/powerpoint/2010/main" val="36856455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A43DF256-D15B-40E6-A761-9B364506D783}" type="datetime1">
              <a:rPr lang="en-GB" smtClean="0"/>
              <a:t>04/09/2025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FE7F50B-1018-4C2F-B10B-1000C662F82E}" type="slidenum">
              <a:rPr lang="en-GB" smtClean="0"/>
              <a:t>‹#›</a:t>
            </a:fld>
            <a:endParaRPr lang="en-GB"/>
          </a:p>
        </p:txBody>
      </p:sp>
      <p:pic>
        <p:nvPicPr>
          <p:cNvPr id="6" name="Picture 5"/>
          <p:cNvPicPr>
            <a:picLocks noChangeAspect="1"/>
          </p:cNvPicPr>
          <p:nvPr userDrawn="1"/>
        </p:nvPicPr>
        <p:blipFill>
          <a:blip r:embed="rId2"/>
          <a:stretch>
            <a:fillRect/>
          </a:stretch>
        </p:blipFill>
        <p:spPr>
          <a:xfrm>
            <a:off x="10784565" y="16602"/>
            <a:ext cx="1396050" cy="1429555"/>
          </a:xfrm>
          <a:prstGeom prst="rect">
            <a:avLst/>
          </a:prstGeom>
        </p:spPr>
      </p:pic>
    </p:spTree>
    <p:extLst>
      <p:ext uri="{BB962C8B-B14F-4D97-AF65-F5344CB8AC3E}">
        <p14:creationId xmlns:p14="http://schemas.microsoft.com/office/powerpoint/2010/main" val="26723695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64DEF9-286E-480C-B007-0BEA55D809CC}" type="datetime1">
              <a:rPr lang="en-GB" smtClean="0"/>
              <a:t>04/09/2025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0FE7F50B-1018-4C2F-B10B-1000C662F82E}" type="slidenum">
              <a:rPr lang="en-GB" smtClean="0"/>
              <a:t>‹#›</a:t>
            </a:fld>
            <a:endParaRPr lang="en-GB"/>
          </a:p>
        </p:txBody>
      </p:sp>
      <p:pic>
        <p:nvPicPr>
          <p:cNvPr id="5" name="Picture 4"/>
          <p:cNvPicPr>
            <a:picLocks noChangeAspect="1"/>
          </p:cNvPicPr>
          <p:nvPr userDrawn="1"/>
        </p:nvPicPr>
        <p:blipFill>
          <a:blip r:embed="rId2"/>
          <a:stretch>
            <a:fillRect/>
          </a:stretch>
        </p:blipFill>
        <p:spPr>
          <a:xfrm>
            <a:off x="10784565" y="16602"/>
            <a:ext cx="1396050" cy="1429555"/>
          </a:xfrm>
          <a:prstGeom prst="rect">
            <a:avLst/>
          </a:prstGeom>
        </p:spPr>
      </p:pic>
    </p:spTree>
    <p:extLst>
      <p:ext uri="{BB962C8B-B14F-4D97-AF65-F5344CB8AC3E}">
        <p14:creationId xmlns:p14="http://schemas.microsoft.com/office/powerpoint/2010/main" val="28743766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BF0E977-167A-4FC0-92BF-3BE2179AF0C3}" type="datetime1">
              <a:rPr lang="en-GB" smtClean="0"/>
              <a:t>04/09/2025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FE7F50B-1018-4C2F-B10B-1000C662F82E}" type="slidenum">
              <a:rPr lang="en-GB" smtClean="0"/>
              <a:t>‹#›</a:t>
            </a:fld>
            <a:endParaRPr lang="en-GB"/>
          </a:p>
        </p:txBody>
      </p:sp>
      <p:pic>
        <p:nvPicPr>
          <p:cNvPr id="8" name="Picture 7"/>
          <p:cNvPicPr>
            <a:picLocks noChangeAspect="1"/>
          </p:cNvPicPr>
          <p:nvPr userDrawn="1"/>
        </p:nvPicPr>
        <p:blipFill>
          <a:blip r:embed="rId2"/>
          <a:stretch>
            <a:fillRect/>
          </a:stretch>
        </p:blipFill>
        <p:spPr>
          <a:xfrm>
            <a:off x="10784565" y="16602"/>
            <a:ext cx="1396050" cy="1429555"/>
          </a:xfrm>
          <a:prstGeom prst="rect">
            <a:avLst/>
          </a:prstGeom>
        </p:spPr>
      </p:pic>
    </p:spTree>
    <p:extLst>
      <p:ext uri="{BB962C8B-B14F-4D97-AF65-F5344CB8AC3E}">
        <p14:creationId xmlns:p14="http://schemas.microsoft.com/office/powerpoint/2010/main" val="11510565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53BC652-7499-4F43-93D3-4DB734119DF2}" type="datetime1">
              <a:rPr lang="en-GB" smtClean="0"/>
              <a:t>04/09/2025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FE7F50B-1018-4C2F-B10B-1000C662F82E}" type="slidenum">
              <a:rPr lang="en-GB" smtClean="0"/>
              <a:t>‹#›</a:t>
            </a:fld>
            <a:endParaRPr lang="en-GB"/>
          </a:p>
        </p:txBody>
      </p:sp>
      <p:pic>
        <p:nvPicPr>
          <p:cNvPr id="8" name="Picture 7"/>
          <p:cNvPicPr>
            <a:picLocks noChangeAspect="1"/>
          </p:cNvPicPr>
          <p:nvPr userDrawn="1"/>
        </p:nvPicPr>
        <p:blipFill>
          <a:blip r:embed="rId2"/>
          <a:stretch>
            <a:fillRect/>
          </a:stretch>
        </p:blipFill>
        <p:spPr>
          <a:xfrm>
            <a:off x="10784565" y="16602"/>
            <a:ext cx="1396050" cy="1429555"/>
          </a:xfrm>
          <a:prstGeom prst="rect">
            <a:avLst/>
          </a:prstGeom>
        </p:spPr>
      </p:pic>
    </p:spTree>
    <p:extLst>
      <p:ext uri="{BB962C8B-B14F-4D97-AF65-F5344CB8AC3E}">
        <p14:creationId xmlns:p14="http://schemas.microsoft.com/office/powerpoint/2010/main" val="41467041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4709EF5-E878-4324-B162-F99C5C3BB191}" type="datetime1">
              <a:rPr lang="en-GB" smtClean="0"/>
              <a:t>04/09/2025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FE7F50B-1018-4C2F-B10B-1000C662F82E}" type="slidenum">
              <a:rPr lang="en-GB" smtClean="0"/>
              <a:t>‹#›</a:t>
            </a:fld>
            <a:endParaRPr lang="en-GB"/>
          </a:p>
        </p:txBody>
      </p:sp>
    </p:spTree>
    <p:extLst>
      <p:ext uri="{BB962C8B-B14F-4D97-AF65-F5344CB8AC3E}">
        <p14:creationId xmlns:p14="http://schemas.microsoft.com/office/powerpoint/2010/main" val="21400348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0D046EF-03FC-4ADE-8E41-2CE71DA764F0}" type="datetime1">
              <a:rPr lang="en-GB" smtClean="0"/>
              <a:t>04/09/2025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FE7F50B-1018-4C2F-B10B-1000C662F82E}" type="slidenum">
              <a:rPr lang="en-GB" smtClean="0"/>
              <a:t>‹#›</a:t>
            </a:fld>
            <a:endParaRPr lang="en-GB"/>
          </a:p>
        </p:txBody>
      </p:sp>
    </p:spTree>
    <p:extLst>
      <p:ext uri="{BB962C8B-B14F-4D97-AF65-F5344CB8AC3E}">
        <p14:creationId xmlns:p14="http://schemas.microsoft.com/office/powerpoint/2010/main" val="183048130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D5B1542-4277-4A51-A7BE-61E4531220D5}" type="datetime1">
              <a:rPr lang="en-GB" smtClean="0"/>
              <a:t>04/09/2025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FE7F50B-1018-4C2F-B10B-1000C662F82E}" type="slidenum">
              <a:rPr lang="en-GB" smtClean="0"/>
              <a:t>‹#›</a:t>
            </a:fld>
            <a:endParaRPr lang="en-GB"/>
          </a:p>
        </p:txBody>
      </p:sp>
    </p:spTree>
    <p:extLst>
      <p:ext uri="{BB962C8B-B14F-4D97-AF65-F5344CB8AC3E}">
        <p14:creationId xmlns:p14="http://schemas.microsoft.com/office/powerpoint/2010/main" val="202520051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6CD816-24E2-469F-9F68-1A75B21768B2}" type="datetime1">
              <a:rPr lang="en-GB" smtClean="0"/>
              <a:t>04/09/2025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FE7F50B-1018-4C2F-B10B-1000C662F82E}" type="slidenum">
              <a:rPr lang="en-GB" smtClean="0"/>
              <a:t>‹#›</a:t>
            </a:fld>
            <a:endParaRPr lang="en-GB"/>
          </a:p>
        </p:txBody>
      </p:sp>
    </p:spTree>
    <p:extLst>
      <p:ext uri="{BB962C8B-B14F-4D97-AF65-F5344CB8AC3E}">
        <p14:creationId xmlns:p14="http://schemas.microsoft.com/office/powerpoint/2010/main" val="33584070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B78ED53-CA90-4196-8589-E93FEBC052A6}" type="datetime1">
              <a:rPr lang="en-GB" smtClean="0"/>
              <a:t>04/09/2025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FE7F50B-1018-4C2F-B10B-1000C662F82E}" type="slidenum">
              <a:rPr lang="en-GB" smtClean="0"/>
              <a:t>‹#›</a:t>
            </a:fld>
            <a:endParaRPr lang="en-GB"/>
          </a:p>
        </p:txBody>
      </p:sp>
    </p:spTree>
    <p:extLst>
      <p:ext uri="{BB962C8B-B14F-4D97-AF65-F5344CB8AC3E}">
        <p14:creationId xmlns:p14="http://schemas.microsoft.com/office/powerpoint/2010/main" val="273110669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4CD47B6-35AC-4D55-B55C-27EC96D7AE60}" type="datetime1">
              <a:rPr lang="en-GB" smtClean="0"/>
              <a:t>04/09/2025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FE7F50B-1018-4C2F-B10B-1000C662F82E}" type="slidenum">
              <a:rPr lang="en-GB" smtClean="0"/>
              <a:t>‹#›</a:t>
            </a:fld>
            <a:endParaRPr lang="en-GB"/>
          </a:p>
        </p:txBody>
      </p:sp>
    </p:spTree>
    <p:extLst>
      <p:ext uri="{BB962C8B-B14F-4D97-AF65-F5344CB8AC3E}">
        <p14:creationId xmlns:p14="http://schemas.microsoft.com/office/powerpoint/2010/main" val="10304798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D15A70E-5B94-412D-83CD-9FE4177D6527}" type="datetime1">
              <a:rPr lang="en-GB" smtClean="0"/>
              <a:t>04/09/2025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FE7F50B-1018-4C2F-B10B-1000C662F82E}" type="slidenum">
              <a:rPr lang="en-GB" smtClean="0"/>
              <a:t>‹#›</a:t>
            </a:fld>
            <a:endParaRPr lang="en-GB"/>
          </a:p>
        </p:txBody>
      </p:sp>
    </p:spTree>
    <p:extLst>
      <p:ext uri="{BB962C8B-B14F-4D97-AF65-F5344CB8AC3E}">
        <p14:creationId xmlns:p14="http://schemas.microsoft.com/office/powerpoint/2010/main" val="8649753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7CAC163-F14B-42F1-8B1D-2EDFDD272ADE}" type="datetime1">
              <a:rPr lang="en-GB" smtClean="0"/>
              <a:t>04/09/2025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FE7F50B-1018-4C2F-B10B-1000C662F82E}" type="slidenum">
              <a:rPr lang="en-GB" smtClean="0"/>
              <a:t>‹#›</a:t>
            </a:fld>
            <a:endParaRPr lang="en-GB"/>
          </a:p>
        </p:txBody>
      </p:sp>
    </p:spTree>
    <p:extLst>
      <p:ext uri="{BB962C8B-B14F-4D97-AF65-F5344CB8AC3E}">
        <p14:creationId xmlns:p14="http://schemas.microsoft.com/office/powerpoint/2010/main" val="37486652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2D1EF8-B3A1-4E2D-B270-82BFFCFF3C67}" type="datetime1">
              <a:rPr lang="en-GB" smtClean="0"/>
              <a:t>04/09/2025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0FE7F50B-1018-4C2F-B10B-1000C662F82E}" type="slidenum">
              <a:rPr lang="en-GB" smtClean="0"/>
              <a:t>‹#›</a:t>
            </a:fld>
            <a:endParaRPr lang="en-GB"/>
          </a:p>
        </p:txBody>
      </p:sp>
      <p:pic>
        <p:nvPicPr>
          <p:cNvPr id="5" name="Picture 4">
            <a:extLst>
              <a:ext uri="{FF2B5EF4-FFF2-40B4-BE49-F238E27FC236}">
                <a16:creationId xmlns:a16="http://schemas.microsoft.com/office/drawing/2014/main" id="{F34E8687-1C77-AB86-AC6B-A4EAA4C3574A}"/>
              </a:ext>
            </a:extLst>
          </p:cNvPr>
          <p:cNvPicPr>
            <a:picLocks noChangeAspect="1"/>
          </p:cNvPicPr>
          <p:nvPr userDrawn="1"/>
        </p:nvPicPr>
        <p:blipFill>
          <a:blip r:embed="rId2"/>
          <a:stretch>
            <a:fillRect/>
          </a:stretch>
        </p:blipFill>
        <p:spPr>
          <a:xfrm>
            <a:off x="10784565" y="16602"/>
            <a:ext cx="1396050" cy="1429555"/>
          </a:xfrm>
          <a:prstGeom prst="rect">
            <a:avLst/>
          </a:prstGeom>
        </p:spPr>
      </p:pic>
    </p:spTree>
    <p:extLst>
      <p:ext uri="{BB962C8B-B14F-4D97-AF65-F5344CB8AC3E}">
        <p14:creationId xmlns:p14="http://schemas.microsoft.com/office/powerpoint/2010/main" val="17014769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6C0768F-81F7-45C1-B3F9-DCB260617BE2}" type="datetime1">
              <a:rPr lang="en-GB" smtClean="0"/>
              <a:t>04/09/2025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FE7F50B-1018-4C2F-B10B-1000C662F82E}" type="slidenum">
              <a:rPr lang="en-GB" smtClean="0"/>
              <a:t>‹#›</a:t>
            </a:fld>
            <a:endParaRPr lang="en-GB"/>
          </a:p>
        </p:txBody>
      </p:sp>
      <p:pic>
        <p:nvPicPr>
          <p:cNvPr id="8" name="Picture 7">
            <a:extLst>
              <a:ext uri="{FF2B5EF4-FFF2-40B4-BE49-F238E27FC236}">
                <a16:creationId xmlns:a16="http://schemas.microsoft.com/office/drawing/2014/main" id="{674DFF1E-F872-FEA6-C18B-A2361F6A8795}"/>
              </a:ext>
            </a:extLst>
          </p:cNvPr>
          <p:cNvPicPr>
            <a:picLocks noChangeAspect="1"/>
          </p:cNvPicPr>
          <p:nvPr userDrawn="1"/>
        </p:nvPicPr>
        <p:blipFill>
          <a:blip r:embed="rId2"/>
          <a:stretch>
            <a:fillRect/>
          </a:stretch>
        </p:blipFill>
        <p:spPr>
          <a:xfrm>
            <a:off x="10784565" y="16602"/>
            <a:ext cx="1396050" cy="1429555"/>
          </a:xfrm>
          <a:prstGeom prst="rect">
            <a:avLst/>
          </a:prstGeom>
        </p:spPr>
      </p:pic>
    </p:spTree>
    <p:extLst>
      <p:ext uri="{BB962C8B-B14F-4D97-AF65-F5344CB8AC3E}">
        <p14:creationId xmlns:p14="http://schemas.microsoft.com/office/powerpoint/2010/main" val="31337046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2AD2EC6-ED9A-4D1D-ADD7-5EE87ABF910C}" type="datetime1">
              <a:rPr lang="en-GB" smtClean="0"/>
              <a:t>04/09/2025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FE7F50B-1018-4C2F-B10B-1000C662F82E}" type="slidenum">
              <a:rPr lang="en-GB" smtClean="0"/>
              <a:t>‹#›</a:t>
            </a:fld>
            <a:endParaRPr lang="en-GB"/>
          </a:p>
        </p:txBody>
      </p:sp>
      <p:pic>
        <p:nvPicPr>
          <p:cNvPr id="8" name="Picture 7">
            <a:extLst>
              <a:ext uri="{FF2B5EF4-FFF2-40B4-BE49-F238E27FC236}">
                <a16:creationId xmlns:a16="http://schemas.microsoft.com/office/drawing/2014/main" id="{E80AA4CB-80CE-F6CC-4212-EB30EB8D42FB}"/>
              </a:ext>
            </a:extLst>
          </p:cNvPr>
          <p:cNvPicPr>
            <a:picLocks noChangeAspect="1"/>
          </p:cNvPicPr>
          <p:nvPr userDrawn="1"/>
        </p:nvPicPr>
        <p:blipFill>
          <a:blip r:embed="rId2"/>
          <a:stretch>
            <a:fillRect/>
          </a:stretch>
        </p:blipFill>
        <p:spPr>
          <a:xfrm>
            <a:off x="10784565" y="16602"/>
            <a:ext cx="1396050" cy="1429555"/>
          </a:xfrm>
          <a:prstGeom prst="rect">
            <a:avLst/>
          </a:prstGeom>
        </p:spPr>
      </p:pic>
    </p:spTree>
    <p:extLst>
      <p:ext uri="{BB962C8B-B14F-4D97-AF65-F5344CB8AC3E}">
        <p14:creationId xmlns:p14="http://schemas.microsoft.com/office/powerpoint/2010/main" val="207920129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98923B-758E-424B-9432-AC868A2C9EAB}" type="datetime1">
              <a:rPr lang="en-GB" smtClean="0"/>
              <a:t>04/09/2025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FE7F50B-1018-4C2F-B10B-1000C662F82E}" type="slidenum">
              <a:rPr lang="en-GB" smtClean="0"/>
              <a:t>‹#›</a:t>
            </a:fld>
            <a:endParaRPr lang="en-GB"/>
          </a:p>
        </p:txBody>
      </p:sp>
    </p:spTree>
    <p:extLst>
      <p:ext uri="{BB962C8B-B14F-4D97-AF65-F5344CB8AC3E}">
        <p14:creationId xmlns:p14="http://schemas.microsoft.com/office/powerpoint/2010/main" val="36809315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5673DC-5291-47CB-B9D8-427FDD33B508}" type="datetime1">
              <a:rPr lang="en-GB" smtClean="0"/>
              <a:t>04/09/2025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FE7F50B-1018-4C2F-B10B-1000C662F82E}" type="slidenum">
              <a:rPr lang="en-GB" smtClean="0"/>
              <a:t>‹#›</a:t>
            </a:fld>
            <a:endParaRPr lang="en-GB"/>
          </a:p>
        </p:txBody>
      </p:sp>
    </p:spTree>
    <p:extLst>
      <p:ext uri="{BB962C8B-B14F-4D97-AF65-F5344CB8AC3E}">
        <p14:creationId xmlns:p14="http://schemas.microsoft.com/office/powerpoint/2010/main" val="29631787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32205E-D95F-4FC9-88DE-133A6486FD77}" type="datetime1">
              <a:rPr lang="en-GB" smtClean="0"/>
              <a:t>04/09/2025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E7F50B-1018-4C2F-B10B-1000C662F82E}" type="slidenum">
              <a:rPr lang="en-GB" smtClean="0"/>
              <a:t>‹#›</a:t>
            </a:fld>
            <a:endParaRPr lang="en-GB"/>
          </a:p>
        </p:txBody>
      </p:sp>
    </p:spTree>
    <p:extLst>
      <p:ext uri="{BB962C8B-B14F-4D97-AF65-F5344CB8AC3E}">
        <p14:creationId xmlns:p14="http://schemas.microsoft.com/office/powerpoint/2010/main" val="32674335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8F38D1-9B27-487F-8387-CAA15AC03756}" type="datetime1">
              <a:rPr lang="en-GB" smtClean="0"/>
              <a:t>04/09/2025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E7F50B-1018-4C2F-B10B-1000C662F82E}" type="slidenum">
              <a:rPr lang="en-GB" smtClean="0"/>
              <a:t>‹#›</a:t>
            </a:fld>
            <a:endParaRPr lang="en-GB"/>
          </a:p>
        </p:txBody>
      </p:sp>
    </p:spTree>
    <p:extLst>
      <p:ext uri="{BB962C8B-B14F-4D97-AF65-F5344CB8AC3E}">
        <p14:creationId xmlns:p14="http://schemas.microsoft.com/office/powerpoint/2010/main" val="187881678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0D3B43-2BA7-4F9A-8F4B-DF0A30ECA6DA}" type="datetime1">
              <a:rPr lang="en-GB" smtClean="0"/>
              <a:t>04/09/2025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E7F50B-1018-4C2F-B10B-1000C662F82E}" type="slidenum">
              <a:rPr lang="en-GB" smtClean="0"/>
              <a:t>‹#›</a:t>
            </a:fld>
            <a:endParaRPr lang="en-GB"/>
          </a:p>
        </p:txBody>
      </p:sp>
    </p:spTree>
    <p:extLst>
      <p:ext uri="{BB962C8B-B14F-4D97-AF65-F5344CB8AC3E}">
        <p14:creationId xmlns:p14="http://schemas.microsoft.com/office/powerpoint/2010/main" val="187379286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4.jpeg"/><Relationship Id="rId7" Type="http://schemas.openxmlformats.org/officeDocument/2006/relationships/diagramColors" Target="../diagrams/colors3.xml"/><Relationship Id="rId2" Type="http://schemas.openxmlformats.org/officeDocument/2006/relationships/notesSlide" Target="../notesSlides/notesSlide4.xml"/><Relationship Id="rId1" Type="http://schemas.openxmlformats.org/officeDocument/2006/relationships/slideLayout" Target="../slideLayouts/slideLayout24.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2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6.xml"/><Relationship Id="rId1" Type="http://schemas.openxmlformats.org/officeDocument/2006/relationships/slideLayout" Target="../slideLayouts/slideLayout24.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8.xml"/><Relationship Id="rId1" Type="http://schemas.openxmlformats.org/officeDocument/2006/relationships/slideLayout" Target="../slideLayouts/slideLayout24.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4.xml"/><Relationship Id="rId1" Type="http://schemas.openxmlformats.org/officeDocument/2006/relationships/slideLayout" Target="../slideLayouts/slideLayout24.xml"/><Relationship Id="rId6" Type="http://schemas.openxmlformats.org/officeDocument/2006/relationships/image" Target="../media/image59.emf"/><Relationship Id="rId5" Type="http://schemas.openxmlformats.org/officeDocument/2006/relationships/customXml" Target="../ink/ink1.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6.xml"/><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7.xml"/><Relationship Id="rId1" Type="http://schemas.openxmlformats.org/officeDocument/2006/relationships/slideLayout" Target="../slideLayouts/slideLayout24.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2.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8.xml"/><Relationship Id="rId1" Type="http://schemas.openxmlformats.org/officeDocument/2006/relationships/slideLayout" Target="../slideLayouts/slideLayout24.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3.xml.rels><?xml version="1.0" encoding="UTF-8" standalone="yes"?>
<Relationships xmlns="http://schemas.openxmlformats.org/package/2006/relationships"><Relationship Id="rId3" Type="http://schemas.openxmlformats.org/officeDocument/2006/relationships/hyperlink" Target="https://www.youtube.com/watch?v=-jULlTk4wjo" TargetMode="External"/><Relationship Id="rId2" Type="http://schemas.openxmlformats.org/officeDocument/2006/relationships/image" Target="../media/image10.jpeg"/><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4.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5.xml.rels><?xml version="1.0" encoding="UTF-8" standalone="yes"?>
<Relationships xmlns="http://schemas.openxmlformats.org/package/2006/relationships"><Relationship Id="rId8" Type="http://schemas.microsoft.com/office/2007/relationships/diagramDrawing" Target="../diagrams/drawing10.xml"/><Relationship Id="rId3" Type="http://schemas.openxmlformats.org/officeDocument/2006/relationships/image" Target="../media/image11.jpeg"/><Relationship Id="rId7" Type="http://schemas.openxmlformats.org/officeDocument/2006/relationships/diagramColors" Target="../diagrams/colors10.xml"/><Relationship Id="rId2" Type="http://schemas.openxmlformats.org/officeDocument/2006/relationships/notesSlide" Target="../notesSlides/notesSlide19.xml"/><Relationship Id="rId1" Type="http://schemas.openxmlformats.org/officeDocument/2006/relationships/slideLayout" Target="../slideLayouts/slideLayout24.xm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 Id="rId9" Type="http://schemas.openxmlformats.org/officeDocument/2006/relationships/hyperlink" Target="https://www.youtube.com/watch?v=-q-3b_093do" TargetMode="External"/></Relationships>
</file>

<file path=ppt/slides/_rels/slide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20.xml"/><Relationship Id="rId1" Type="http://schemas.openxmlformats.org/officeDocument/2006/relationships/slideLayout" Target="../slideLayouts/slideLayout24.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4.xml"/><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22.xml"/><Relationship Id="rId1" Type="http://schemas.openxmlformats.org/officeDocument/2006/relationships/slideLayout" Target="../slideLayouts/slideLayout24.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3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23.xml"/><Relationship Id="rId1" Type="http://schemas.openxmlformats.org/officeDocument/2006/relationships/slideLayout" Target="../slideLayouts/slideLayout24.xml"/><Relationship Id="rId6" Type="http://schemas.openxmlformats.org/officeDocument/2006/relationships/diagramColors" Target="../diagrams/colors13.xml"/><Relationship Id="rId5" Type="http://schemas.openxmlformats.org/officeDocument/2006/relationships/diagramQuickStyle" Target="../diagrams/quickStyle13.xml"/><Relationship Id="rId10" Type="http://schemas.openxmlformats.org/officeDocument/2006/relationships/hyperlink" Target="https://www.youtube.com/watch?v=axBuiB55CfA" TargetMode="External"/><Relationship Id="rId4" Type="http://schemas.openxmlformats.org/officeDocument/2006/relationships/diagramLayout" Target="../diagrams/layout13.xml"/><Relationship Id="rId9" Type="http://schemas.openxmlformats.org/officeDocument/2006/relationships/hyperlink" Target="https://www.youtube.com/watch?v=KFVdHDMcepw"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16996" y="1007353"/>
            <a:ext cx="9144000" cy="1424562"/>
          </a:xfrm>
          <a:noFill/>
          <a:ln w="9525" cap="flat" cmpd="sng" algn="ctr">
            <a:solidFill>
              <a:schemeClr val="accent5"/>
            </a:solidFill>
            <a:prstDash val="solid"/>
            <a:round/>
            <a:headEnd type="none" w="med" len="med"/>
            <a:tailEnd type="none" w="med" len="med"/>
          </a:ln>
        </p:spPr>
        <p:txBody>
          <a:bodyPr anchor="ctr">
            <a:normAutofit fontScale="90000"/>
          </a:bodyPr>
          <a:lstStyle/>
          <a:p>
            <a:r>
              <a:rPr lang="en-GB" dirty="0"/>
              <a:t>CSE1021- Problem Solving and Programming</a:t>
            </a:r>
          </a:p>
        </p:txBody>
      </p:sp>
      <p:sp>
        <p:nvSpPr>
          <p:cNvPr id="4" name="Subtitle 3">
            <a:extLst>
              <a:ext uri="{FF2B5EF4-FFF2-40B4-BE49-F238E27FC236}">
                <a16:creationId xmlns:a16="http://schemas.microsoft.com/office/drawing/2014/main" id="{C6D148B6-B587-F2B1-DD2D-FDD42AAAD587}"/>
              </a:ext>
            </a:extLst>
          </p:cNvPr>
          <p:cNvSpPr>
            <a:spLocks noGrp="1"/>
          </p:cNvSpPr>
          <p:nvPr>
            <p:ph type="subTitle" idx="1"/>
          </p:nvPr>
        </p:nvSpPr>
        <p:spPr>
          <a:xfrm>
            <a:off x="1416996" y="3028106"/>
            <a:ext cx="9144000" cy="532217"/>
          </a:xfrm>
        </p:spPr>
        <p:txBody>
          <a:bodyPr>
            <a:normAutofit fontScale="92500" lnSpcReduction="10000"/>
          </a:bodyPr>
          <a:lstStyle/>
          <a:p>
            <a:r>
              <a:rPr lang="en-IN" sz="3600"/>
              <a:t>Unit 1- Introduction to Computer Problem Solving </a:t>
            </a:r>
            <a:endParaRPr lang="en-IN" sz="3600" dirty="0"/>
          </a:p>
        </p:txBody>
      </p:sp>
      <p:sp>
        <p:nvSpPr>
          <p:cNvPr id="7" name="Slide Number Placeholder 6">
            <a:extLst>
              <a:ext uri="{FF2B5EF4-FFF2-40B4-BE49-F238E27FC236}">
                <a16:creationId xmlns:a16="http://schemas.microsoft.com/office/drawing/2014/main" id="{A2902593-89D5-E18F-FFAC-68DEDA6D813E}"/>
              </a:ext>
            </a:extLst>
          </p:cNvPr>
          <p:cNvSpPr>
            <a:spLocks noGrp="1"/>
          </p:cNvSpPr>
          <p:nvPr>
            <p:ph type="sldNum" sz="quarter" idx="12"/>
          </p:nvPr>
        </p:nvSpPr>
        <p:spPr/>
        <p:txBody>
          <a:bodyPr/>
          <a:lstStyle/>
          <a:p>
            <a:fld id="{0FE7F50B-1018-4C2F-B10B-1000C662F82E}" type="slidenum">
              <a:rPr lang="en-GB" smtClean="0"/>
              <a:t>1</a:t>
            </a:fld>
            <a:endParaRPr lang="en-GB"/>
          </a:p>
        </p:txBody>
      </p:sp>
    </p:spTree>
    <p:extLst>
      <p:ext uri="{BB962C8B-B14F-4D97-AF65-F5344CB8AC3E}">
        <p14:creationId xmlns:p14="http://schemas.microsoft.com/office/powerpoint/2010/main" val="42080567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E67E7-39A9-0DF1-B529-7317F40E20FC}"/>
              </a:ext>
            </a:extLst>
          </p:cNvPr>
          <p:cNvSpPr>
            <a:spLocks noGrp="1"/>
          </p:cNvSpPr>
          <p:nvPr>
            <p:ph type="title"/>
          </p:nvPr>
        </p:nvSpPr>
        <p:spPr>
          <a:xfrm>
            <a:off x="838200" y="365126"/>
            <a:ext cx="10515600" cy="753556"/>
          </a:xfrm>
        </p:spPr>
        <p:txBody>
          <a:bodyPr/>
          <a:lstStyle/>
          <a:p>
            <a:r>
              <a:rPr lang="en-IN" dirty="0"/>
              <a:t>Contents </a:t>
            </a:r>
          </a:p>
        </p:txBody>
      </p:sp>
      <p:sp>
        <p:nvSpPr>
          <p:cNvPr id="3" name="Content Placeholder 2">
            <a:extLst>
              <a:ext uri="{FF2B5EF4-FFF2-40B4-BE49-F238E27FC236}">
                <a16:creationId xmlns:a16="http://schemas.microsoft.com/office/drawing/2014/main" id="{0DCA1043-FDBA-B0B9-4A56-455461F3AA07}"/>
              </a:ext>
            </a:extLst>
          </p:cNvPr>
          <p:cNvSpPr>
            <a:spLocks noGrp="1"/>
          </p:cNvSpPr>
          <p:nvPr>
            <p:ph idx="1"/>
          </p:nvPr>
        </p:nvSpPr>
        <p:spPr>
          <a:xfrm>
            <a:off x="838200" y="1825625"/>
            <a:ext cx="10515600" cy="3621864"/>
          </a:xfrm>
        </p:spPr>
        <p:txBody>
          <a:bodyPr>
            <a:normAutofit fontScale="92500" lnSpcReduction="10000"/>
          </a:bodyPr>
          <a:lstStyle/>
          <a:p>
            <a:pPr marL="514350" indent="-514350">
              <a:buFont typeface="+mj-lt"/>
              <a:buAutoNum type="arabicPeriod"/>
            </a:pPr>
            <a:r>
              <a:rPr lang="en-IN" dirty="0"/>
              <a:t>Problem Solving Aspects</a:t>
            </a:r>
          </a:p>
          <a:p>
            <a:pPr marL="514350" indent="-514350">
              <a:buFont typeface="+mj-lt"/>
              <a:buAutoNum type="arabicPeriod"/>
            </a:pPr>
            <a:r>
              <a:rPr lang="en-IN" dirty="0"/>
              <a:t>Top Down Design</a:t>
            </a:r>
          </a:p>
          <a:p>
            <a:pPr marL="514350" indent="-514350">
              <a:buFont typeface="+mj-lt"/>
              <a:buAutoNum type="arabicPeriod"/>
            </a:pPr>
            <a:r>
              <a:rPr lang="en-IN" dirty="0"/>
              <a:t>Problem Solving Strategies</a:t>
            </a:r>
          </a:p>
          <a:p>
            <a:pPr marL="514350" indent="-514350">
              <a:buFont typeface="+mj-lt"/>
              <a:buAutoNum type="arabicPeriod"/>
            </a:pPr>
            <a:r>
              <a:rPr lang="en-IN" dirty="0"/>
              <a:t>Programs and Algorithms </a:t>
            </a:r>
          </a:p>
          <a:p>
            <a:pPr marL="514350" indent="-514350">
              <a:buFont typeface="+mj-lt"/>
              <a:buAutoNum type="arabicPeriod"/>
            </a:pPr>
            <a:r>
              <a:rPr lang="en-IN" dirty="0"/>
              <a:t>Algorithms </a:t>
            </a:r>
          </a:p>
          <a:p>
            <a:pPr marL="514350" indent="-514350">
              <a:buFont typeface="+mj-lt"/>
              <a:buAutoNum type="arabicPeriod"/>
            </a:pPr>
            <a:r>
              <a:rPr lang="en-IN" dirty="0"/>
              <a:t>Flowcharts</a:t>
            </a:r>
          </a:p>
          <a:p>
            <a:pPr marL="514350" indent="-514350">
              <a:buFont typeface="+mj-lt"/>
              <a:buAutoNum type="arabicPeriod"/>
            </a:pPr>
            <a:r>
              <a:rPr lang="en-IN" dirty="0"/>
              <a:t>Algorithms and Flowcharts – Samples</a:t>
            </a:r>
          </a:p>
          <a:p>
            <a:pPr marL="514350" indent="-514350">
              <a:buFont typeface="+mj-lt"/>
              <a:buAutoNum type="arabicPeriod"/>
            </a:pPr>
            <a:r>
              <a:rPr lang="en-IN" dirty="0"/>
              <a:t>Analysis of Algorithms </a:t>
            </a:r>
          </a:p>
          <a:p>
            <a:endParaRPr lang="en-IN" dirty="0"/>
          </a:p>
          <a:p>
            <a:endParaRPr lang="en-IN" dirty="0"/>
          </a:p>
        </p:txBody>
      </p:sp>
      <p:sp>
        <p:nvSpPr>
          <p:cNvPr id="4" name="Slide Number Placeholder 3">
            <a:extLst>
              <a:ext uri="{FF2B5EF4-FFF2-40B4-BE49-F238E27FC236}">
                <a16:creationId xmlns:a16="http://schemas.microsoft.com/office/drawing/2014/main" id="{99738F22-4533-0B43-FB8D-3C96F12D4916}"/>
              </a:ext>
            </a:extLst>
          </p:cNvPr>
          <p:cNvSpPr>
            <a:spLocks noGrp="1"/>
          </p:cNvSpPr>
          <p:nvPr>
            <p:ph type="sldNum" sz="quarter" idx="12"/>
          </p:nvPr>
        </p:nvSpPr>
        <p:spPr/>
        <p:txBody>
          <a:bodyPr/>
          <a:lstStyle/>
          <a:p>
            <a:fld id="{0FE7F50B-1018-4C2F-B10B-1000C662F82E}" type="slidenum">
              <a:rPr lang="en-GB" smtClean="0"/>
              <a:t>2</a:t>
            </a:fld>
            <a:endParaRPr lang="en-GB"/>
          </a:p>
        </p:txBody>
      </p:sp>
    </p:spTree>
    <p:extLst>
      <p:ext uri="{BB962C8B-B14F-4D97-AF65-F5344CB8AC3E}">
        <p14:creationId xmlns:p14="http://schemas.microsoft.com/office/powerpoint/2010/main" val="843524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A1D27-1136-9C95-58FA-EA6EBBF838C0}"/>
              </a:ext>
            </a:extLst>
          </p:cNvPr>
          <p:cNvSpPr>
            <a:spLocks noGrp="1"/>
          </p:cNvSpPr>
          <p:nvPr>
            <p:ph type="title"/>
          </p:nvPr>
        </p:nvSpPr>
        <p:spPr>
          <a:xfrm>
            <a:off x="760379" y="2193925"/>
            <a:ext cx="10515600" cy="1325563"/>
          </a:xfrm>
        </p:spPr>
        <p:txBody>
          <a:bodyPr/>
          <a:lstStyle/>
          <a:p>
            <a:pPr algn="ctr"/>
            <a:r>
              <a:rPr lang="en-IN" b="1" dirty="0"/>
              <a:t>1. Problem Solving Aspect </a:t>
            </a:r>
          </a:p>
        </p:txBody>
      </p:sp>
      <p:sp>
        <p:nvSpPr>
          <p:cNvPr id="4" name="Slide Number Placeholder 3">
            <a:extLst>
              <a:ext uri="{FF2B5EF4-FFF2-40B4-BE49-F238E27FC236}">
                <a16:creationId xmlns:a16="http://schemas.microsoft.com/office/drawing/2014/main" id="{38F98E38-1DE1-1FD1-49C0-BC62B18301F3}"/>
              </a:ext>
            </a:extLst>
          </p:cNvPr>
          <p:cNvSpPr>
            <a:spLocks noGrp="1"/>
          </p:cNvSpPr>
          <p:nvPr>
            <p:ph type="sldNum" sz="quarter" idx="12"/>
          </p:nvPr>
        </p:nvSpPr>
        <p:spPr/>
        <p:txBody>
          <a:bodyPr/>
          <a:lstStyle/>
          <a:p>
            <a:fld id="{0FE7F50B-1018-4C2F-B10B-1000C662F82E}" type="slidenum">
              <a:rPr lang="en-GB" smtClean="0"/>
              <a:t>3</a:t>
            </a:fld>
            <a:endParaRPr lang="en-GB"/>
          </a:p>
        </p:txBody>
      </p:sp>
    </p:spTree>
    <p:extLst>
      <p:ext uri="{BB962C8B-B14F-4D97-AF65-F5344CB8AC3E}">
        <p14:creationId xmlns:p14="http://schemas.microsoft.com/office/powerpoint/2010/main" val="1794671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Shape 391"/>
          <p:cNvSpPr txBox="1">
            <a:spLocks noGrp="1"/>
          </p:cNvSpPr>
          <p:nvPr>
            <p:ph type="title"/>
          </p:nvPr>
        </p:nvSpPr>
        <p:spPr>
          <a:xfrm>
            <a:off x="838200" y="700392"/>
            <a:ext cx="9575042" cy="610918"/>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25" tIns="91425" rIns="91425" bIns="91425" rtlCol="0" anchor="b" anchorCtr="0">
            <a:noAutofit/>
          </a:bodyPr>
          <a:lstStyle/>
          <a:p>
            <a:pPr>
              <a:spcBef>
                <a:spcPts val="0"/>
              </a:spcBef>
            </a:pPr>
            <a:r>
              <a:rPr lang="en-US" sz="4000" dirty="0"/>
              <a:t>Problem Solving Aspect</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3814734642"/>
              </p:ext>
            </p:extLst>
          </p:nvPr>
        </p:nvGraphicFramePr>
        <p:xfrm>
          <a:off x="643647" y="2086514"/>
          <a:ext cx="10515600" cy="236422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lide Number Placeholder 1">
            <a:extLst>
              <a:ext uri="{FF2B5EF4-FFF2-40B4-BE49-F238E27FC236}">
                <a16:creationId xmlns:a16="http://schemas.microsoft.com/office/drawing/2014/main" id="{C5BC5DEF-9DE9-4EEC-B6D4-E97F7E7058F8}"/>
              </a:ext>
            </a:extLst>
          </p:cNvPr>
          <p:cNvSpPr>
            <a:spLocks noGrp="1"/>
          </p:cNvSpPr>
          <p:nvPr>
            <p:ph type="sldNum" sz="quarter" idx="12"/>
          </p:nvPr>
        </p:nvSpPr>
        <p:spPr/>
        <p:txBody>
          <a:bodyPr/>
          <a:lstStyle/>
          <a:p>
            <a:fld id="{0FE7F50B-1018-4C2F-B10B-1000C662F82E}" type="slidenum">
              <a:rPr lang="en-GB" smtClean="0"/>
              <a:t>4</a:t>
            </a:fld>
            <a:endParaRPr lang="en-GB"/>
          </a:p>
        </p:txBody>
      </p:sp>
    </p:spTree>
    <p:extLst>
      <p:ext uri="{BB962C8B-B14F-4D97-AF65-F5344CB8AC3E}">
        <p14:creationId xmlns:p14="http://schemas.microsoft.com/office/powerpoint/2010/main" val="8158967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10" name="Shape 391"/>
          <p:cNvSpPr txBox="1">
            <a:spLocks/>
          </p:cNvSpPr>
          <p:nvPr/>
        </p:nvSpPr>
        <p:spPr>
          <a:xfrm>
            <a:off x="885024" y="262838"/>
            <a:ext cx="9575042" cy="666681"/>
          </a:xfrm>
          <a:prstGeom prst="rect">
            <a:avLst/>
          </a:prstGeom>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accent1"/>
                </a:solidFill>
                <a:latin typeface="+mn-lt"/>
                <a:ea typeface="+mn-ea"/>
                <a:cs typeface="+mn-cs"/>
              </a:defRPr>
            </a:lvl1pPr>
            <a:lvl2pPr>
              <a:defRPr>
                <a:solidFill>
                  <a:schemeClr val="accent1"/>
                </a:solidFill>
                <a:latin typeface="+mn-lt"/>
                <a:ea typeface="+mn-ea"/>
                <a:cs typeface="+mn-cs"/>
              </a:defRPr>
            </a:lvl2pPr>
            <a:lvl3pPr>
              <a:defRPr>
                <a:solidFill>
                  <a:schemeClr val="accent1"/>
                </a:solidFill>
                <a:latin typeface="+mn-lt"/>
                <a:ea typeface="+mn-ea"/>
                <a:cs typeface="+mn-cs"/>
              </a:defRPr>
            </a:lvl3pPr>
            <a:lvl4pPr>
              <a:defRPr>
                <a:solidFill>
                  <a:schemeClr val="accent1"/>
                </a:solidFill>
                <a:latin typeface="+mn-lt"/>
                <a:ea typeface="+mn-ea"/>
                <a:cs typeface="+mn-cs"/>
              </a:defRPr>
            </a:lvl4pPr>
            <a:lvl5pPr>
              <a:defRPr>
                <a:solidFill>
                  <a:schemeClr val="accent1"/>
                </a:solidFill>
                <a:latin typeface="+mn-lt"/>
                <a:ea typeface="+mn-ea"/>
                <a:cs typeface="+mn-cs"/>
              </a:defRPr>
            </a:lvl5pPr>
            <a:lvl6pPr>
              <a:defRPr>
                <a:solidFill>
                  <a:schemeClr val="accent1"/>
                </a:solidFill>
                <a:latin typeface="+mn-lt"/>
                <a:ea typeface="+mn-ea"/>
                <a:cs typeface="+mn-cs"/>
              </a:defRPr>
            </a:lvl6pPr>
            <a:lvl7pPr>
              <a:defRPr>
                <a:solidFill>
                  <a:schemeClr val="accent1"/>
                </a:solidFill>
                <a:latin typeface="+mn-lt"/>
                <a:ea typeface="+mn-ea"/>
                <a:cs typeface="+mn-cs"/>
              </a:defRPr>
            </a:lvl7pPr>
            <a:lvl8pPr>
              <a:defRPr>
                <a:solidFill>
                  <a:schemeClr val="accent1"/>
                </a:solidFill>
                <a:latin typeface="+mn-lt"/>
                <a:ea typeface="+mn-ea"/>
                <a:cs typeface="+mn-cs"/>
              </a:defRPr>
            </a:lvl8pPr>
            <a:lvl9pPr>
              <a:defRPr>
                <a:solidFill>
                  <a:schemeClr val="accent1"/>
                </a:solidFill>
                <a:latin typeface="+mn-lt"/>
                <a:ea typeface="+mn-ea"/>
                <a:cs typeface="+mn-cs"/>
              </a:defRPr>
            </a:lvl9pPr>
          </a:lstStyle>
          <a:p>
            <a:pPr>
              <a:spcBef>
                <a:spcPts val="0"/>
              </a:spcBef>
            </a:pPr>
            <a:r>
              <a:rPr lang="en-US" sz="4000" dirty="0"/>
              <a:t>Problem Definition Phase</a:t>
            </a:r>
          </a:p>
        </p:txBody>
      </p:sp>
      <p:pic>
        <p:nvPicPr>
          <p:cNvPr id="5122" name="Picture 2" descr="See the source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3990" y="1360485"/>
            <a:ext cx="6790010" cy="443720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A6C1A70E-549A-38CF-DF24-7679B935A9AE}"/>
              </a:ext>
            </a:extLst>
          </p:cNvPr>
          <p:cNvSpPr>
            <a:spLocks noGrp="1"/>
          </p:cNvSpPr>
          <p:nvPr>
            <p:ph type="sldNum" sz="quarter" idx="12"/>
          </p:nvPr>
        </p:nvSpPr>
        <p:spPr/>
        <p:txBody>
          <a:bodyPr/>
          <a:lstStyle/>
          <a:p>
            <a:fld id="{0FE7F50B-1018-4C2F-B10B-1000C662F82E}" type="slidenum">
              <a:rPr lang="en-GB" smtClean="0"/>
              <a:t>5</a:t>
            </a:fld>
            <a:endParaRPr lang="en-GB"/>
          </a:p>
        </p:txBody>
      </p:sp>
    </p:spTree>
    <p:extLst>
      <p:ext uri="{BB962C8B-B14F-4D97-AF65-F5344CB8AC3E}">
        <p14:creationId xmlns:p14="http://schemas.microsoft.com/office/powerpoint/2010/main" val="890929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graphicFrame>
        <p:nvGraphicFramePr>
          <p:cNvPr id="6" name="Diagram 5"/>
          <p:cNvGraphicFramePr/>
          <p:nvPr>
            <p:extLst>
              <p:ext uri="{D42A27DB-BD31-4B8C-83A1-F6EECF244321}">
                <p14:modId xmlns:p14="http://schemas.microsoft.com/office/powerpoint/2010/main" val="206317815"/>
              </p:ext>
            </p:extLst>
          </p:nvPr>
        </p:nvGraphicFramePr>
        <p:xfrm>
          <a:off x="838200" y="1267535"/>
          <a:ext cx="10515600" cy="47438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Shape 391"/>
          <p:cNvSpPr txBox="1">
            <a:spLocks/>
          </p:cNvSpPr>
          <p:nvPr/>
        </p:nvSpPr>
        <p:spPr>
          <a:xfrm>
            <a:off x="838200" y="333340"/>
            <a:ext cx="9575042" cy="682926"/>
          </a:xfrm>
          <a:prstGeom prst="rect">
            <a:avLst/>
          </a:prstGeom>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accent1"/>
                </a:solidFill>
                <a:latin typeface="+mn-lt"/>
                <a:ea typeface="+mn-ea"/>
                <a:cs typeface="+mn-cs"/>
              </a:defRPr>
            </a:lvl1pPr>
            <a:lvl2pPr>
              <a:defRPr>
                <a:solidFill>
                  <a:schemeClr val="accent1"/>
                </a:solidFill>
                <a:latin typeface="+mn-lt"/>
                <a:ea typeface="+mn-ea"/>
                <a:cs typeface="+mn-cs"/>
              </a:defRPr>
            </a:lvl2pPr>
            <a:lvl3pPr>
              <a:defRPr>
                <a:solidFill>
                  <a:schemeClr val="accent1"/>
                </a:solidFill>
                <a:latin typeface="+mn-lt"/>
                <a:ea typeface="+mn-ea"/>
                <a:cs typeface="+mn-cs"/>
              </a:defRPr>
            </a:lvl3pPr>
            <a:lvl4pPr>
              <a:defRPr>
                <a:solidFill>
                  <a:schemeClr val="accent1"/>
                </a:solidFill>
                <a:latin typeface="+mn-lt"/>
                <a:ea typeface="+mn-ea"/>
                <a:cs typeface="+mn-cs"/>
              </a:defRPr>
            </a:lvl4pPr>
            <a:lvl5pPr>
              <a:defRPr>
                <a:solidFill>
                  <a:schemeClr val="accent1"/>
                </a:solidFill>
                <a:latin typeface="+mn-lt"/>
                <a:ea typeface="+mn-ea"/>
                <a:cs typeface="+mn-cs"/>
              </a:defRPr>
            </a:lvl5pPr>
            <a:lvl6pPr>
              <a:defRPr>
                <a:solidFill>
                  <a:schemeClr val="accent1"/>
                </a:solidFill>
                <a:latin typeface="+mn-lt"/>
                <a:ea typeface="+mn-ea"/>
                <a:cs typeface="+mn-cs"/>
              </a:defRPr>
            </a:lvl6pPr>
            <a:lvl7pPr>
              <a:defRPr>
                <a:solidFill>
                  <a:schemeClr val="accent1"/>
                </a:solidFill>
                <a:latin typeface="+mn-lt"/>
                <a:ea typeface="+mn-ea"/>
                <a:cs typeface="+mn-cs"/>
              </a:defRPr>
            </a:lvl7pPr>
            <a:lvl8pPr>
              <a:defRPr>
                <a:solidFill>
                  <a:schemeClr val="accent1"/>
                </a:solidFill>
                <a:latin typeface="+mn-lt"/>
                <a:ea typeface="+mn-ea"/>
                <a:cs typeface="+mn-cs"/>
              </a:defRPr>
            </a:lvl8pPr>
            <a:lvl9pPr>
              <a:defRPr>
                <a:solidFill>
                  <a:schemeClr val="accent1"/>
                </a:solidFill>
                <a:latin typeface="+mn-lt"/>
                <a:ea typeface="+mn-ea"/>
                <a:cs typeface="+mn-cs"/>
              </a:defRPr>
            </a:lvl9pPr>
          </a:lstStyle>
          <a:p>
            <a:pPr>
              <a:spcBef>
                <a:spcPts val="0"/>
              </a:spcBef>
            </a:pPr>
            <a:r>
              <a:rPr lang="en-US" sz="4000" dirty="0"/>
              <a:t>Problem Definition Phase</a:t>
            </a:r>
          </a:p>
        </p:txBody>
      </p:sp>
      <p:pic>
        <p:nvPicPr>
          <p:cNvPr id="2050" name="Picture 2" descr="Image result for understand the probl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14467" y="2326282"/>
            <a:ext cx="4292836" cy="2407198"/>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9D434943-B33C-718B-F862-6F37E4EF653C}"/>
              </a:ext>
            </a:extLst>
          </p:cNvPr>
          <p:cNvSpPr>
            <a:spLocks noGrp="1"/>
          </p:cNvSpPr>
          <p:nvPr>
            <p:ph type="sldNum" sz="quarter" idx="12"/>
          </p:nvPr>
        </p:nvSpPr>
        <p:spPr/>
        <p:txBody>
          <a:bodyPr/>
          <a:lstStyle/>
          <a:p>
            <a:fld id="{0FE7F50B-1018-4C2F-B10B-1000C662F82E}" type="slidenum">
              <a:rPr lang="en-GB" smtClean="0"/>
              <a:t>6</a:t>
            </a:fld>
            <a:endParaRPr lang="en-GB"/>
          </a:p>
        </p:txBody>
      </p:sp>
    </p:spTree>
    <p:extLst>
      <p:ext uri="{BB962C8B-B14F-4D97-AF65-F5344CB8AC3E}">
        <p14:creationId xmlns:p14="http://schemas.microsoft.com/office/powerpoint/2010/main" val="1013631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pic>
        <p:nvPicPr>
          <p:cNvPr id="6152" name="Picture 8" descr="See the source imag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90011" y="1432906"/>
            <a:ext cx="7051766" cy="470117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Diagram 5"/>
          <p:cNvGraphicFramePr/>
          <p:nvPr>
            <p:extLst>
              <p:ext uri="{D42A27DB-BD31-4B8C-83A1-F6EECF244321}">
                <p14:modId xmlns:p14="http://schemas.microsoft.com/office/powerpoint/2010/main" val="3010354676"/>
              </p:ext>
            </p:extLst>
          </p:nvPr>
        </p:nvGraphicFramePr>
        <p:xfrm>
          <a:off x="692285" y="1432906"/>
          <a:ext cx="10515600" cy="474382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0" name="Shape 391"/>
          <p:cNvSpPr txBox="1">
            <a:spLocks/>
          </p:cNvSpPr>
          <p:nvPr/>
        </p:nvSpPr>
        <p:spPr>
          <a:xfrm>
            <a:off x="838200" y="333339"/>
            <a:ext cx="9575042" cy="787853"/>
          </a:xfrm>
          <a:prstGeom prst="rect">
            <a:avLst/>
          </a:prstGeom>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accent1"/>
                </a:solidFill>
                <a:latin typeface="+mn-lt"/>
                <a:ea typeface="+mn-ea"/>
                <a:cs typeface="+mn-cs"/>
              </a:defRPr>
            </a:lvl1pPr>
            <a:lvl2pPr>
              <a:defRPr>
                <a:solidFill>
                  <a:schemeClr val="accent1"/>
                </a:solidFill>
                <a:latin typeface="+mn-lt"/>
                <a:ea typeface="+mn-ea"/>
                <a:cs typeface="+mn-cs"/>
              </a:defRPr>
            </a:lvl2pPr>
            <a:lvl3pPr>
              <a:defRPr>
                <a:solidFill>
                  <a:schemeClr val="accent1"/>
                </a:solidFill>
                <a:latin typeface="+mn-lt"/>
                <a:ea typeface="+mn-ea"/>
                <a:cs typeface="+mn-cs"/>
              </a:defRPr>
            </a:lvl3pPr>
            <a:lvl4pPr>
              <a:defRPr>
                <a:solidFill>
                  <a:schemeClr val="accent1"/>
                </a:solidFill>
                <a:latin typeface="+mn-lt"/>
                <a:ea typeface="+mn-ea"/>
                <a:cs typeface="+mn-cs"/>
              </a:defRPr>
            </a:lvl4pPr>
            <a:lvl5pPr>
              <a:defRPr>
                <a:solidFill>
                  <a:schemeClr val="accent1"/>
                </a:solidFill>
                <a:latin typeface="+mn-lt"/>
                <a:ea typeface="+mn-ea"/>
                <a:cs typeface="+mn-cs"/>
              </a:defRPr>
            </a:lvl5pPr>
            <a:lvl6pPr>
              <a:defRPr>
                <a:solidFill>
                  <a:schemeClr val="accent1"/>
                </a:solidFill>
                <a:latin typeface="+mn-lt"/>
                <a:ea typeface="+mn-ea"/>
                <a:cs typeface="+mn-cs"/>
              </a:defRPr>
            </a:lvl6pPr>
            <a:lvl7pPr>
              <a:defRPr>
                <a:solidFill>
                  <a:schemeClr val="accent1"/>
                </a:solidFill>
                <a:latin typeface="+mn-lt"/>
                <a:ea typeface="+mn-ea"/>
                <a:cs typeface="+mn-cs"/>
              </a:defRPr>
            </a:lvl7pPr>
            <a:lvl8pPr>
              <a:defRPr>
                <a:solidFill>
                  <a:schemeClr val="accent1"/>
                </a:solidFill>
                <a:latin typeface="+mn-lt"/>
                <a:ea typeface="+mn-ea"/>
                <a:cs typeface="+mn-cs"/>
              </a:defRPr>
            </a:lvl8pPr>
            <a:lvl9pPr>
              <a:defRPr>
                <a:solidFill>
                  <a:schemeClr val="accent1"/>
                </a:solidFill>
                <a:latin typeface="+mn-lt"/>
                <a:ea typeface="+mn-ea"/>
                <a:cs typeface="+mn-cs"/>
              </a:defRPr>
            </a:lvl9pPr>
          </a:lstStyle>
          <a:p>
            <a:pPr>
              <a:spcBef>
                <a:spcPts val="0"/>
              </a:spcBef>
            </a:pPr>
            <a:r>
              <a:rPr lang="en-US" sz="4000" dirty="0"/>
              <a:t>Problem Definition Phase – General </a:t>
            </a:r>
          </a:p>
        </p:txBody>
      </p:sp>
      <p:sp>
        <p:nvSpPr>
          <p:cNvPr id="4" name="AutoShape 6" descr="Image result for understand the proble"/>
          <p:cNvSpPr>
            <a:spLocks noChangeAspect="1" noChangeArrowheads="1"/>
          </p:cNvSpPr>
          <p:nvPr/>
        </p:nvSpPr>
        <p:spPr bwMode="auto">
          <a:xfrm>
            <a:off x="4701450" y="769937"/>
            <a:ext cx="4729934" cy="47299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 name="Slide Number Placeholder 1">
            <a:extLst>
              <a:ext uri="{FF2B5EF4-FFF2-40B4-BE49-F238E27FC236}">
                <a16:creationId xmlns:a16="http://schemas.microsoft.com/office/drawing/2014/main" id="{1C1FED5B-F949-3484-5BD2-A19D9433427B}"/>
              </a:ext>
            </a:extLst>
          </p:cNvPr>
          <p:cNvSpPr>
            <a:spLocks noGrp="1"/>
          </p:cNvSpPr>
          <p:nvPr>
            <p:ph type="sldNum" sz="quarter" idx="12"/>
          </p:nvPr>
        </p:nvSpPr>
        <p:spPr/>
        <p:txBody>
          <a:bodyPr/>
          <a:lstStyle/>
          <a:p>
            <a:fld id="{0FE7F50B-1018-4C2F-B10B-1000C662F82E}" type="slidenum">
              <a:rPr lang="en-GB" smtClean="0"/>
              <a:t>7</a:t>
            </a:fld>
            <a:endParaRPr lang="en-GB"/>
          </a:p>
        </p:txBody>
      </p:sp>
    </p:spTree>
    <p:extLst>
      <p:ext uri="{BB962C8B-B14F-4D97-AF65-F5344CB8AC3E}">
        <p14:creationId xmlns:p14="http://schemas.microsoft.com/office/powerpoint/2010/main" val="1605041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graphicFrame>
        <p:nvGraphicFramePr>
          <p:cNvPr id="6" name="Diagram 5"/>
          <p:cNvGraphicFramePr/>
          <p:nvPr>
            <p:extLst>
              <p:ext uri="{D42A27DB-BD31-4B8C-83A1-F6EECF244321}">
                <p14:modId xmlns:p14="http://schemas.microsoft.com/office/powerpoint/2010/main" val="996977996"/>
              </p:ext>
            </p:extLst>
          </p:nvPr>
        </p:nvGraphicFramePr>
        <p:xfrm>
          <a:off x="731195" y="1432906"/>
          <a:ext cx="10515600" cy="47438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Shape 391"/>
          <p:cNvSpPr txBox="1">
            <a:spLocks/>
          </p:cNvSpPr>
          <p:nvPr/>
        </p:nvSpPr>
        <p:spPr>
          <a:xfrm>
            <a:off x="838200" y="333340"/>
            <a:ext cx="9575042" cy="795070"/>
          </a:xfrm>
          <a:prstGeom prst="rect">
            <a:avLst/>
          </a:prstGeom>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accent1"/>
                </a:solidFill>
                <a:latin typeface="+mn-lt"/>
                <a:ea typeface="+mn-ea"/>
                <a:cs typeface="+mn-cs"/>
              </a:defRPr>
            </a:lvl1pPr>
            <a:lvl2pPr>
              <a:defRPr>
                <a:solidFill>
                  <a:schemeClr val="accent1"/>
                </a:solidFill>
                <a:latin typeface="+mn-lt"/>
                <a:ea typeface="+mn-ea"/>
                <a:cs typeface="+mn-cs"/>
              </a:defRPr>
            </a:lvl2pPr>
            <a:lvl3pPr>
              <a:defRPr>
                <a:solidFill>
                  <a:schemeClr val="accent1"/>
                </a:solidFill>
                <a:latin typeface="+mn-lt"/>
                <a:ea typeface="+mn-ea"/>
                <a:cs typeface="+mn-cs"/>
              </a:defRPr>
            </a:lvl3pPr>
            <a:lvl4pPr>
              <a:defRPr>
                <a:solidFill>
                  <a:schemeClr val="accent1"/>
                </a:solidFill>
                <a:latin typeface="+mn-lt"/>
                <a:ea typeface="+mn-ea"/>
                <a:cs typeface="+mn-cs"/>
              </a:defRPr>
            </a:lvl4pPr>
            <a:lvl5pPr>
              <a:defRPr>
                <a:solidFill>
                  <a:schemeClr val="accent1"/>
                </a:solidFill>
                <a:latin typeface="+mn-lt"/>
                <a:ea typeface="+mn-ea"/>
                <a:cs typeface="+mn-cs"/>
              </a:defRPr>
            </a:lvl5pPr>
            <a:lvl6pPr>
              <a:defRPr>
                <a:solidFill>
                  <a:schemeClr val="accent1"/>
                </a:solidFill>
                <a:latin typeface="+mn-lt"/>
                <a:ea typeface="+mn-ea"/>
                <a:cs typeface="+mn-cs"/>
              </a:defRPr>
            </a:lvl6pPr>
            <a:lvl7pPr>
              <a:defRPr>
                <a:solidFill>
                  <a:schemeClr val="accent1"/>
                </a:solidFill>
                <a:latin typeface="+mn-lt"/>
                <a:ea typeface="+mn-ea"/>
                <a:cs typeface="+mn-cs"/>
              </a:defRPr>
            </a:lvl7pPr>
            <a:lvl8pPr>
              <a:defRPr>
                <a:solidFill>
                  <a:schemeClr val="accent1"/>
                </a:solidFill>
                <a:latin typeface="+mn-lt"/>
                <a:ea typeface="+mn-ea"/>
                <a:cs typeface="+mn-cs"/>
              </a:defRPr>
            </a:lvl8pPr>
            <a:lvl9pPr>
              <a:defRPr>
                <a:solidFill>
                  <a:schemeClr val="accent1"/>
                </a:solidFill>
                <a:latin typeface="+mn-lt"/>
                <a:ea typeface="+mn-ea"/>
                <a:cs typeface="+mn-cs"/>
              </a:defRPr>
            </a:lvl9pPr>
          </a:lstStyle>
          <a:p>
            <a:pPr>
              <a:spcBef>
                <a:spcPts val="0"/>
              </a:spcBef>
            </a:pPr>
            <a:r>
              <a:rPr lang="en-US" sz="4000" dirty="0"/>
              <a:t>Problem Definition Phase – Programming </a:t>
            </a:r>
          </a:p>
        </p:txBody>
      </p:sp>
      <p:sp>
        <p:nvSpPr>
          <p:cNvPr id="2" name="Slide Number Placeholder 1">
            <a:extLst>
              <a:ext uri="{FF2B5EF4-FFF2-40B4-BE49-F238E27FC236}">
                <a16:creationId xmlns:a16="http://schemas.microsoft.com/office/drawing/2014/main" id="{54917C9A-F3D6-403C-CBD9-98331BB94185}"/>
              </a:ext>
            </a:extLst>
          </p:cNvPr>
          <p:cNvSpPr>
            <a:spLocks noGrp="1"/>
          </p:cNvSpPr>
          <p:nvPr>
            <p:ph type="sldNum" sz="quarter" idx="12"/>
          </p:nvPr>
        </p:nvSpPr>
        <p:spPr/>
        <p:txBody>
          <a:bodyPr/>
          <a:lstStyle/>
          <a:p>
            <a:fld id="{0FE7F50B-1018-4C2F-B10B-1000C662F82E}" type="slidenum">
              <a:rPr lang="en-GB" smtClean="0"/>
              <a:t>8</a:t>
            </a:fld>
            <a:endParaRPr lang="en-GB"/>
          </a:p>
        </p:txBody>
      </p:sp>
    </p:spTree>
    <p:extLst>
      <p:ext uri="{BB962C8B-B14F-4D97-AF65-F5344CB8AC3E}">
        <p14:creationId xmlns:p14="http://schemas.microsoft.com/office/powerpoint/2010/main" val="33973831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graphicFrame>
        <p:nvGraphicFramePr>
          <p:cNvPr id="6" name="Diagram 5"/>
          <p:cNvGraphicFramePr/>
          <p:nvPr>
            <p:extLst>
              <p:ext uri="{D42A27DB-BD31-4B8C-83A1-F6EECF244321}">
                <p14:modId xmlns:p14="http://schemas.microsoft.com/office/powerpoint/2010/main" val="3831295007"/>
              </p:ext>
            </p:extLst>
          </p:nvPr>
        </p:nvGraphicFramePr>
        <p:xfrm>
          <a:off x="838200" y="1780841"/>
          <a:ext cx="10515600" cy="47438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Shape 391"/>
          <p:cNvSpPr txBox="1">
            <a:spLocks/>
          </p:cNvSpPr>
          <p:nvPr/>
        </p:nvSpPr>
        <p:spPr>
          <a:xfrm>
            <a:off x="622570" y="333339"/>
            <a:ext cx="11031166" cy="1325563"/>
          </a:xfrm>
          <a:prstGeom prst="rect">
            <a:avLst/>
          </a:prstGeom>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accent1"/>
                </a:solidFill>
                <a:latin typeface="+mn-lt"/>
                <a:ea typeface="+mn-ea"/>
                <a:cs typeface="+mn-cs"/>
              </a:defRPr>
            </a:lvl1pPr>
            <a:lvl2pPr>
              <a:defRPr>
                <a:solidFill>
                  <a:schemeClr val="accent1"/>
                </a:solidFill>
                <a:latin typeface="+mn-lt"/>
                <a:ea typeface="+mn-ea"/>
                <a:cs typeface="+mn-cs"/>
              </a:defRPr>
            </a:lvl2pPr>
            <a:lvl3pPr>
              <a:defRPr>
                <a:solidFill>
                  <a:schemeClr val="accent1"/>
                </a:solidFill>
                <a:latin typeface="+mn-lt"/>
                <a:ea typeface="+mn-ea"/>
                <a:cs typeface="+mn-cs"/>
              </a:defRPr>
            </a:lvl3pPr>
            <a:lvl4pPr>
              <a:defRPr>
                <a:solidFill>
                  <a:schemeClr val="accent1"/>
                </a:solidFill>
                <a:latin typeface="+mn-lt"/>
                <a:ea typeface="+mn-ea"/>
                <a:cs typeface="+mn-cs"/>
              </a:defRPr>
            </a:lvl4pPr>
            <a:lvl5pPr>
              <a:defRPr>
                <a:solidFill>
                  <a:schemeClr val="accent1"/>
                </a:solidFill>
                <a:latin typeface="+mn-lt"/>
                <a:ea typeface="+mn-ea"/>
                <a:cs typeface="+mn-cs"/>
              </a:defRPr>
            </a:lvl5pPr>
            <a:lvl6pPr>
              <a:defRPr>
                <a:solidFill>
                  <a:schemeClr val="accent1"/>
                </a:solidFill>
                <a:latin typeface="+mn-lt"/>
                <a:ea typeface="+mn-ea"/>
                <a:cs typeface="+mn-cs"/>
              </a:defRPr>
            </a:lvl6pPr>
            <a:lvl7pPr>
              <a:defRPr>
                <a:solidFill>
                  <a:schemeClr val="accent1"/>
                </a:solidFill>
                <a:latin typeface="+mn-lt"/>
                <a:ea typeface="+mn-ea"/>
                <a:cs typeface="+mn-cs"/>
              </a:defRPr>
            </a:lvl7pPr>
            <a:lvl8pPr>
              <a:defRPr>
                <a:solidFill>
                  <a:schemeClr val="accent1"/>
                </a:solidFill>
                <a:latin typeface="+mn-lt"/>
                <a:ea typeface="+mn-ea"/>
                <a:cs typeface="+mn-cs"/>
              </a:defRPr>
            </a:lvl8pPr>
            <a:lvl9pPr>
              <a:defRPr>
                <a:solidFill>
                  <a:schemeClr val="accent1"/>
                </a:solidFill>
                <a:latin typeface="+mn-lt"/>
                <a:ea typeface="+mn-ea"/>
                <a:cs typeface="+mn-cs"/>
              </a:defRPr>
            </a:lvl9pPr>
          </a:lstStyle>
          <a:p>
            <a:pPr>
              <a:spcBef>
                <a:spcPts val="0"/>
              </a:spcBef>
            </a:pPr>
            <a:r>
              <a:rPr lang="en-US" sz="4000" dirty="0"/>
              <a:t>An Example - </a:t>
            </a:r>
            <a:r>
              <a:rPr lang="en-GB" dirty="0"/>
              <a:t>Write a function which takes two numbers and returns their sum.</a:t>
            </a:r>
            <a:endParaRPr lang="en-US" sz="4000" dirty="0"/>
          </a:p>
        </p:txBody>
      </p:sp>
      <p:sp>
        <p:nvSpPr>
          <p:cNvPr id="2" name="Slide Number Placeholder 1">
            <a:extLst>
              <a:ext uri="{FF2B5EF4-FFF2-40B4-BE49-F238E27FC236}">
                <a16:creationId xmlns:a16="http://schemas.microsoft.com/office/drawing/2014/main" id="{E5D435D2-3EA0-F287-8A04-4778CFAA715E}"/>
              </a:ext>
            </a:extLst>
          </p:cNvPr>
          <p:cNvSpPr>
            <a:spLocks noGrp="1"/>
          </p:cNvSpPr>
          <p:nvPr>
            <p:ph type="sldNum" sz="quarter" idx="12"/>
          </p:nvPr>
        </p:nvSpPr>
        <p:spPr/>
        <p:txBody>
          <a:bodyPr/>
          <a:lstStyle/>
          <a:p>
            <a:fld id="{0FE7F50B-1018-4C2F-B10B-1000C662F82E}" type="slidenum">
              <a:rPr lang="en-GB" smtClean="0"/>
              <a:t>9</a:t>
            </a:fld>
            <a:endParaRPr lang="en-GB"/>
          </a:p>
        </p:txBody>
      </p:sp>
    </p:spTree>
    <p:extLst>
      <p:ext uri="{BB962C8B-B14F-4D97-AF65-F5344CB8AC3E}">
        <p14:creationId xmlns:p14="http://schemas.microsoft.com/office/powerpoint/2010/main" val="2652810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10" name="Shape 391"/>
          <p:cNvSpPr txBox="1">
            <a:spLocks/>
          </p:cNvSpPr>
          <p:nvPr/>
        </p:nvSpPr>
        <p:spPr>
          <a:xfrm>
            <a:off x="573932" y="333340"/>
            <a:ext cx="11264630" cy="950712"/>
          </a:xfrm>
          <a:prstGeom prst="rect">
            <a:avLst/>
          </a:prstGeom>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accent1"/>
                </a:solidFill>
                <a:latin typeface="+mn-lt"/>
                <a:ea typeface="+mn-ea"/>
                <a:cs typeface="+mn-cs"/>
              </a:defRPr>
            </a:lvl1pPr>
            <a:lvl2pPr>
              <a:defRPr>
                <a:solidFill>
                  <a:schemeClr val="accent1"/>
                </a:solidFill>
                <a:latin typeface="+mn-lt"/>
                <a:ea typeface="+mn-ea"/>
                <a:cs typeface="+mn-cs"/>
              </a:defRPr>
            </a:lvl2pPr>
            <a:lvl3pPr>
              <a:defRPr>
                <a:solidFill>
                  <a:schemeClr val="accent1"/>
                </a:solidFill>
                <a:latin typeface="+mn-lt"/>
                <a:ea typeface="+mn-ea"/>
                <a:cs typeface="+mn-cs"/>
              </a:defRPr>
            </a:lvl3pPr>
            <a:lvl4pPr>
              <a:defRPr>
                <a:solidFill>
                  <a:schemeClr val="accent1"/>
                </a:solidFill>
                <a:latin typeface="+mn-lt"/>
                <a:ea typeface="+mn-ea"/>
                <a:cs typeface="+mn-cs"/>
              </a:defRPr>
            </a:lvl4pPr>
            <a:lvl5pPr>
              <a:defRPr>
                <a:solidFill>
                  <a:schemeClr val="accent1"/>
                </a:solidFill>
                <a:latin typeface="+mn-lt"/>
                <a:ea typeface="+mn-ea"/>
                <a:cs typeface="+mn-cs"/>
              </a:defRPr>
            </a:lvl5pPr>
            <a:lvl6pPr>
              <a:defRPr>
                <a:solidFill>
                  <a:schemeClr val="accent1"/>
                </a:solidFill>
                <a:latin typeface="+mn-lt"/>
                <a:ea typeface="+mn-ea"/>
                <a:cs typeface="+mn-cs"/>
              </a:defRPr>
            </a:lvl6pPr>
            <a:lvl7pPr>
              <a:defRPr>
                <a:solidFill>
                  <a:schemeClr val="accent1"/>
                </a:solidFill>
                <a:latin typeface="+mn-lt"/>
                <a:ea typeface="+mn-ea"/>
                <a:cs typeface="+mn-cs"/>
              </a:defRPr>
            </a:lvl7pPr>
            <a:lvl8pPr>
              <a:defRPr>
                <a:solidFill>
                  <a:schemeClr val="accent1"/>
                </a:solidFill>
                <a:latin typeface="+mn-lt"/>
                <a:ea typeface="+mn-ea"/>
                <a:cs typeface="+mn-cs"/>
              </a:defRPr>
            </a:lvl8pPr>
            <a:lvl9pPr>
              <a:defRPr>
                <a:solidFill>
                  <a:schemeClr val="accent1"/>
                </a:solidFill>
                <a:latin typeface="+mn-lt"/>
                <a:ea typeface="+mn-ea"/>
                <a:cs typeface="+mn-cs"/>
              </a:defRPr>
            </a:lvl9pPr>
          </a:lstStyle>
          <a:p>
            <a:pPr>
              <a:spcBef>
                <a:spcPts val="0"/>
              </a:spcBef>
            </a:pPr>
            <a:r>
              <a:rPr lang="en-US" sz="2800" dirty="0"/>
              <a:t>An Example - </a:t>
            </a:r>
            <a:r>
              <a:rPr lang="en-GB" sz="3200" dirty="0"/>
              <a:t>Write a function which takes two numbers and returns their sum.</a:t>
            </a:r>
            <a:endParaRPr lang="en-US" sz="2800" dirty="0"/>
          </a:p>
        </p:txBody>
      </p:sp>
      <p:sp>
        <p:nvSpPr>
          <p:cNvPr id="2" name="Rectangle 1"/>
          <p:cNvSpPr>
            <a:spLocks noChangeArrowheads="1"/>
          </p:cNvSpPr>
          <p:nvPr/>
        </p:nvSpPr>
        <p:spPr bwMode="auto">
          <a:xfrm>
            <a:off x="770107" y="1259691"/>
            <a:ext cx="10376647" cy="4585871"/>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9999"/>
                </a:solidFill>
                <a:effectLst/>
                <a:latin typeface="Menlo"/>
              </a:rPr>
              <a:t>1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a:t>
            </a:r>
            <a:r>
              <a:rPr kumimoji="0" lang="en-US" altLang="en-US" b="0" i="0" u="none" strike="noStrike" cap="none" normalizeH="0" baseline="0" dirty="0">
                <a:ln>
                  <a:noFill/>
                </a:ln>
                <a:solidFill>
                  <a:srgbClr val="333333"/>
                </a:solidFill>
                <a:effectLst/>
                <a:latin typeface="Menlo"/>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Menlo"/>
              </a:rPr>
              <a:t> </a:t>
            </a:r>
            <a:r>
              <a:rPr kumimoji="0" lang="en-US" altLang="en-US" sz="2000" b="0" i="0" u="none" strike="noStrike" cap="none" normalizeH="0" baseline="0" dirty="0">
                <a:ln>
                  <a:noFill/>
                </a:ln>
                <a:solidFill>
                  <a:srgbClr val="009999"/>
                </a:solidFill>
                <a:effectLst/>
                <a:latin typeface="Menlo"/>
              </a:rPr>
              <a:t>1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a:t>
            </a:r>
            <a:r>
              <a:rPr kumimoji="0" lang="en-US" altLang="en-US" sz="28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400" b="0" i="0" u="none" strike="noStrike" cap="none" normalizeH="0" baseline="0" dirty="0">
              <a:ln>
                <a:noFill/>
              </a:ln>
              <a:solidFill>
                <a:schemeClr val="tx1"/>
              </a:solidFill>
              <a:effectLst/>
              <a:latin typeface="Arial" panose="020B0604020202020204" pitchFamily="34" charset="0"/>
            </a:endParaRPr>
          </a:p>
        </p:txBody>
      </p:sp>
      <p:sp>
        <p:nvSpPr>
          <p:cNvPr id="3" name="Rectangle 2"/>
          <p:cNvSpPr>
            <a:spLocks noChangeArrowheads="1"/>
          </p:cNvSpPr>
          <p:nvPr/>
        </p:nvSpPr>
        <p:spPr bwMode="auto">
          <a:xfrm>
            <a:off x="770107" y="5324331"/>
            <a:ext cx="10376647" cy="1200329"/>
          </a:xfrm>
          <a:prstGeom prst="rect">
            <a:avLst/>
          </a:prstGeom>
          <a:solidFill>
            <a:srgbClr val="F9F2F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GalaxiePolaris-Book"/>
              </a:rPr>
              <a:t>is a perfectly valid mathematical sum, but if you try to add those numbers directly in C you'll get an output of </a:t>
            </a:r>
            <a:r>
              <a:rPr kumimoji="0" lang="en-US" altLang="en-US" b="0" i="0" u="none" strike="noStrike" cap="none" normalizeH="0" baseline="0" dirty="0">
                <a:ln>
                  <a:noFill/>
                </a:ln>
                <a:solidFill>
                  <a:srgbClr val="C7254E"/>
                </a:solidFill>
                <a:effectLst/>
                <a:latin typeface="Menlo"/>
              </a:rPr>
              <a:t>Infinity</a:t>
            </a:r>
            <a:r>
              <a:rPr kumimoji="0" lang="en-US" altLang="en-US" b="0" i="0" u="none" strike="noStrike" cap="none" normalizeH="0" baseline="0" dirty="0">
                <a:ln>
                  <a:noFill/>
                </a:ln>
                <a:solidFill>
                  <a:srgbClr val="333333"/>
                </a:solidFill>
                <a:effectLst/>
                <a:latin typeface="GalaxiePolaris-Book"/>
              </a:rPr>
              <a:t>, since C can't deal with numbers of this size.</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GalaxiePolaris-Book"/>
              </a:rPr>
              <a:t>It's also worth asking whether the input always consists of just </a:t>
            </a:r>
            <a:r>
              <a:rPr kumimoji="0" lang="en-US" altLang="en-US" b="0" i="1" u="none" strike="noStrike" cap="none" normalizeH="0" baseline="0" dirty="0">
                <a:ln>
                  <a:noFill/>
                </a:ln>
                <a:solidFill>
                  <a:srgbClr val="333333"/>
                </a:solidFill>
                <a:effectLst/>
                <a:latin typeface="GalaxiePolaris-Book"/>
              </a:rPr>
              <a:t>two</a:t>
            </a:r>
            <a:r>
              <a:rPr kumimoji="0" lang="en-US" altLang="en-US" b="0" i="0" u="none" strike="noStrike" cap="none" normalizeH="0" baseline="0" dirty="0">
                <a:ln>
                  <a:noFill/>
                </a:ln>
                <a:solidFill>
                  <a:srgbClr val="333333"/>
                </a:solidFill>
                <a:effectLst/>
                <a:latin typeface="GalaxiePolaris-Book"/>
              </a:rPr>
              <a:t> numbers, or whether it's possible there could be more inputs (or fewer).</a:t>
            </a:r>
            <a:endParaRPr kumimoji="0" lang="en-US" altLang="en-US" b="0" i="0" u="none" strike="noStrike" cap="none" normalizeH="0" baseline="0" dirty="0">
              <a:ln>
                <a:noFill/>
              </a:ln>
              <a:solidFill>
                <a:schemeClr val="tx1"/>
              </a:solidFill>
              <a:effectLst/>
            </a:endParaRPr>
          </a:p>
        </p:txBody>
      </p:sp>
      <p:sp>
        <p:nvSpPr>
          <p:cNvPr id="4" name="Slide Number Placeholder 3">
            <a:extLst>
              <a:ext uri="{FF2B5EF4-FFF2-40B4-BE49-F238E27FC236}">
                <a16:creationId xmlns:a16="http://schemas.microsoft.com/office/drawing/2014/main" id="{071C4C35-093C-6B63-D5BE-E153EFBE2ABB}"/>
              </a:ext>
            </a:extLst>
          </p:cNvPr>
          <p:cNvSpPr>
            <a:spLocks noGrp="1"/>
          </p:cNvSpPr>
          <p:nvPr>
            <p:ph type="sldNum" sz="quarter" idx="12"/>
          </p:nvPr>
        </p:nvSpPr>
        <p:spPr/>
        <p:txBody>
          <a:bodyPr/>
          <a:lstStyle/>
          <a:p>
            <a:fld id="{0FE7F50B-1018-4C2F-B10B-1000C662F82E}" type="slidenum">
              <a:rPr lang="en-GB" smtClean="0"/>
              <a:t>10</a:t>
            </a:fld>
            <a:endParaRPr lang="en-GB"/>
          </a:p>
        </p:txBody>
      </p:sp>
    </p:spTree>
    <p:extLst>
      <p:ext uri="{BB962C8B-B14F-4D97-AF65-F5344CB8AC3E}">
        <p14:creationId xmlns:p14="http://schemas.microsoft.com/office/powerpoint/2010/main" val="35372405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10" name="Shape 391"/>
          <p:cNvSpPr txBox="1">
            <a:spLocks/>
          </p:cNvSpPr>
          <p:nvPr/>
        </p:nvSpPr>
        <p:spPr>
          <a:xfrm>
            <a:off x="838200" y="333340"/>
            <a:ext cx="10813868" cy="1018806"/>
          </a:xfrm>
          <a:prstGeom prst="rect">
            <a:avLst/>
          </a:prstGeom>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accent1"/>
                </a:solidFill>
                <a:latin typeface="+mn-lt"/>
                <a:ea typeface="+mn-ea"/>
                <a:cs typeface="+mn-cs"/>
              </a:defRPr>
            </a:lvl1pPr>
            <a:lvl2pPr>
              <a:defRPr>
                <a:solidFill>
                  <a:schemeClr val="accent1"/>
                </a:solidFill>
                <a:latin typeface="+mn-lt"/>
                <a:ea typeface="+mn-ea"/>
                <a:cs typeface="+mn-cs"/>
              </a:defRPr>
            </a:lvl2pPr>
            <a:lvl3pPr>
              <a:defRPr>
                <a:solidFill>
                  <a:schemeClr val="accent1"/>
                </a:solidFill>
                <a:latin typeface="+mn-lt"/>
                <a:ea typeface="+mn-ea"/>
                <a:cs typeface="+mn-cs"/>
              </a:defRPr>
            </a:lvl3pPr>
            <a:lvl4pPr>
              <a:defRPr>
                <a:solidFill>
                  <a:schemeClr val="accent1"/>
                </a:solidFill>
                <a:latin typeface="+mn-lt"/>
                <a:ea typeface="+mn-ea"/>
                <a:cs typeface="+mn-cs"/>
              </a:defRPr>
            </a:lvl4pPr>
            <a:lvl5pPr>
              <a:defRPr>
                <a:solidFill>
                  <a:schemeClr val="accent1"/>
                </a:solidFill>
                <a:latin typeface="+mn-lt"/>
                <a:ea typeface="+mn-ea"/>
                <a:cs typeface="+mn-cs"/>
              </a:defRPr>
            </a:lvl5pPr>
            <a:lvl6pPr>
              <a:defRPr>
                <a:solidFill>
                  <a:schemeClr val="accent1"/>
                </a:solidFill>
                <a:latin typeface="+mn-lt"/>
                <a:ea typeface="+mn-ea"/>
                <a:cs typeface="+mn-cs"/>
              </a:defRPr>
            </a:lvl6pPr>
            <a:lvl7pPr>
              <a:defRPr>
                <a:solidFill>
                  <a:schemeClr val="accent1"/>
                </a:solidFill>
                <a:latin typeface="+mn-lt"/>
                <a:ea typeface="+mn-ea"/>
                <a:cs typeface="+mn-cs"/>
              </a:defRPr>
            </a:lvl7pPr>
            <a:lvl8pPr>
              <a:defRPr>
                <a:solidFill>
                  <a:schemeClr val="accent1"/>
                </a:solidFill>
                <a:latin typeface="+mn-lt"/>
                <a:ea typeface="+mn-ea"/>
                <a:cs typeface="+mn-cs"/>
              </a:defRPr>
            </a:lvl8pPr>
            <a:lvl9pPr>
              <a:defRPr>
                <a:solidFill>
                  <a:schemeClr val="accent1"/>
                </a:solidFill>
                <a:latin typeface="+mn-lt"/>
                <a:ea typeface="+mn-ea"/>
                <a:cs typeface="+mn-cs"/>
              </a:defRPr>
            </a:lvl9pPr>
          </a:lstStyle>
          <a:p>
            <a:pPr>
              <a:spcBef>
                <a:spcPts val="0"/>
              </a:spcBef>
            </a:pPr>
            <a:r>
              <a:rPr lang="en-US" sz="4000" dirty="0"/>
              <a:t>An Example - </a:t>
            </a:r>
            <a:r>
              <a:rPr lang="en-GB" dirty="0"/>
              <a:t>Write a function which takes two numbers and returns their sum.</a:t>
            </a:r>
            <a:endParaRPr lang="en-US" sz="4000" dirty="0"/>
          </a:p>
        </p:txBody>
      </p:sp>
      <p:graphicFrame>
        <p:nvGraphicFramePr>
          <p:cNvPr id="4" name="Diagram 3"/>
          <p:cNvGraphicFramePr/>
          <p:nvPr>
            <p:extLst>
              <p:ext uri="{D42A27DB-BD31-4B8C-83A1-F6EECF244321}">
                <p14:modId xmlns:p14="http://schemas.microsoft.com/office/powerpoint/2010/main" val="2921960296"/>
              </p:ext>
            </p:extLst>
          </p:nvPr>
        </p:nvGraphicFramePr>
        <p:xfrm>
          <a:off x="838200" y="1469334"/>
          <a:ext cx="10813869" cy="50553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lide Number Placeholder 1">
            <a:extLst>
              <a:ext uri="{FF2B5EF4-FFF2-40B4-BE49-F238E27FC236}">
                <a16:creationId xmlns:a16="http://schemas.microsoft.com/office/drawing/2014/main" id="{A536AB49-50F2-25A6-9CC9-7922351EA17B}"/>
              </a:ext>
            </a:extLst>
          </p:cNvPr>
          <p:cNvSpPr>
            <a:spLocks noGrp="1"/>
          </p:cNvSpPr>
          <p:nvPr>
            <p:ph type="sldNum" sz="quarter" idx="12"/>
          </p:nvPr>
        </p:nvSpPr>
        <p:spPr/>
        <p:txBody>
          <a:bodyPr/>
          <a:lstStyle/>
          <a:p>
            <a:fld id="{0FE7F50B-1018-4C2F-B10B-1000C662F82E}" type="slidenum">
              <a:rPr lang="en-GB" smtClean="0"/>
              <a:t>11</a:t>
            </a:fld>
            <a:endParaRPr lang="en-GB"/>
          </a:p>
        </p:txBody>
      </p:sp>
    </p:spTree>
    <p:extLst>
      <p:ext uri="{BB962C8B-B14F-4D97-AF65-F5344CB8AC3E}">
        <p14:creationId xmlns:p14="http://schemas.microsoft.com/office/powerpoint/2010/main" val="27150061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Shape 391"/>
          <p:cNvSpPr txBox="1">
            <a:spLocks noGrp="1"/>
          </p:cNvSpPr>
          <p:nvPr>
            <p:ph type="title"/>
          </p:nvPr>
        </p:nvSpPr>
        <p:spPr>
          <a:xfrm>
            <a:off x="838200" y="365126"/>
            <a:ext cx="9575042" cy="753556"/>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25" tIns="91425" rIns="91425" bIns="91425" rtlCol="0" anchor="b" anchorCtr="0">
            <a:noAutofit/>
          </a:bodyPr>
          <a:lstStyle/>
          <a:p>
            <a:pPr>
              <a:spcBef>
                <a:spcPts val="0"/>
              </a:spcBef>
            </a:pPr>
            <a:r>
              <a:rPr lang="en-US" sz="4000" dirty="0"/>
              <a:t>Getting Started on a problem</a:t>
            </a:r>
          </a:p>
        </p:txBody>
      </p:sp>
      <p:sp>
        <p:nvSpPr>
          <p:cNvPr id="2" name="Content Placeholder 1"/>
          <p:cNvSpPr>
            <a:spLocks noGrp="1"/>
          </p:cNvSpPr>
          <p:nvPr>
            <p:ph idx="1"/>
          </p:nvPr>
        </p:nvSpPr>
        <p:spPr>
          <a:xfrm>
            <a:off x="838200" y="1475429"/>
            <a:ext cx="10515600" cy="3835873"/>
          </a:xfrm>
        </p:spPr>
        <p:txBody>
          <a:bodyPr>
            <a:normAutofit/>
          </a:bodyPr>
          <a:lstStyle/>
          <a:p>
            <a:pPr algn="just"/>
            <a:r>
              <a:rPr lang="en-GB" dirty="0"/>
              <a:t>Many ways to solve most problems</a:t>
            </a:r>
          </a:p>
          <a:p>
            <a:pPr algn="just"/>
            <a:r>
              <a:rPr lang="en-GB" dirty="0"/>
              <a:t>Independent solution</a:t>
            </a:r>
          </a:p>
          <a:p>
            <a:pPr algn="just"/>
            <a:r>
              <a:rPr lang="en-GB" dirty="0"/>
              <a:t>A block often occurs at this point, because people become more concern with the details of implementation </a:t>
            </a:r>
            <a:r>
              <a:rPr lang="en-GB" b="1" dirty="0"/>
              <a:t>BEFORE </a:t>
            </a:r>
            <a:r>
              <a:rPr lang="en-GB" dirty="0"/>
              <a:t>they have completely understood or workout on an implementation- Independent solution.</a:t>
            </a:r>
            <a:endParaRPr lang="en-GB" b="1" dirty="0"/>
          </a:p>
          <a:p>
            <a:pPr algn="just"/>
            <a:r>
              <a:rPr lang="en-GB" dirty="0"/>
              <a:t>The best advice here is not to be too  concerned about detail.</a:t>
            </a:r>
          </a:p>
          <a:p>
            <a:pPr algn="just"/>
            <a:endParaRPr lang="en-GB" dirty="0"/>
          </a:p>
        </p:txBody>
      </p:sp>
      <p:sp>
        <p:nvSpPr>
          <p:cNvPr id="3" name="AutoShape 2" descr="Image result for Getting Started on a problem"/>
          <p:cNvSpPr>
            <a:spLocks noChangeAspect="1" noChangeArrowheads="1"/>
          </p:cNvSpPr>
          <p:nvPr/>
        </p:nvSpPr>
        <p:spPr bwMode="auto">
          <a:xfrm>
            <a:off x="838200" y="3054350"/>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 name="Slide Number Placeholder 3">
            <a:extLst>
              <a:ext uri="{FF2B5EF4-FFF2-40B4-BE49-F238E27FC236}">
                <a16:creationId xmlns:a16="http://schemas.microsoft.com/office/drawing/2014/main" id="{EA5DEFF4-CCCC-8E94-F144-AB2DF6E35ACB}"/>
              </a:ext>
            </a:extLst>
          </p:cNvPr>
          <p:cNvSpPr>
            <a:spLocks noGrp="1"/>
          </p:cNvSpPr>
          <p:nvPr>
            <p:ph type="sldNum" sz="quarter" idx="12"/>
          </p:nvPr>
        </p:nvSpPr>
        <p:spPr/>
        <p:txBody>
          <a:bodyPr/>
          <a:lstStyle/>
          <a:p>
            <a:fld id="{0FE7F50B-1018-4C2F-B10B-1000C662F82E}" type="slidenum">
              <a:rPr lang="en-GB" smtClean="0"/>
              <a:t>12</a:t>
            </a:fld>
            <a:endParaRPr lang="en-GB"/>
          </a:p>
        </p:txBody>
      </p:sp>
    </p:spTree>
    <p:extLst>
      <p:ext uri="{BB962C8B-B14F-4D97-AF65-F5344CB8AC3E}">
        <p14:creationId xmlns:p14="http://schemas.microsoft.com/office/powerpoint/2010/main" val="35569048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Shape 391"/>
          <p:cNvSpPr txBox="1">
            <a:spLocks noGrp="1"/>
          </p:cNvSpPr>
          <p:nvPr>
            <p:ph type="title"/>
          </p:nvPr>
        </p:nvSpPr>
        <p:spPr>
          <a:xfrm>
            <a:off x="838200" y="365126"/>
            <a:ext cx="9575042" cy="792466"/>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25" tIns="91425" rIns="91425" bIns="91425" rtlCol="0" anchor="b" anchorCtr="0">
            <a:noAutofit/>
          </a:bodyPr>
          <a:lstStyle/>
          <a:p>
            <a:pPr>
              <a:spcBef>
                <a:spcPts val="0"/>
              </a:spcBef>
            </a:pPr>
            <a:r>
              <a:rPr lang="en-US" sz="4000" dirty="0"/>
              <a:t>The use of Specific Examples</a:t>
            </a:r>
          </a:p>
        </p:txBody>
      </p:sp>
      <p:sp>
        <p:nvSpPr>
          <p:cNvPr id="2" name="Content Placeholder 1"/>
          <p:cNvSpPr>
            <a:spLocks noGrp="1"/>
          </p:cNvSpPr>
          <p:nvPr>
            <p:ph idx="1"/>
          </p:nvPr>
        </p:nvSpPr>
        <p:spPr>
          <a:xfrm>
            <a:off x="953154" y="1339242"/>
            <a:ext cx="10515600" cy="1872697"/>
          </a:xfrm>
        </p:spPr>
        <p:txBody>
          <a:bodyPr>
            <a:normAutofit lnSpcReduction="10000"/>
          </a:bodyPr>
          <a:lstStyle/>
          <a:p>
            <a:pPr algn="just"/>
            <a:r>
              <a:rPr lang="en-GB" dirty="0"/>
              <a:t>A Useful strategy when we are stuck is to use some props or heuristics (i.e., rules of thumb) to try to get a start with the problem</a:t>
            </a:r>
          </a:p>
          <a:p>
            <a:pPr lvl="1" algn="just"/>
            <a:r>
              <a:rPr lang="en-GB" dirty="0"/>
              <a:t>E.g. if you want to find the maximum / minimum in a set of numbers, Choose a particular set of numbers and work out the mechanism for finding the maximum / minimum in this set.</a:t>
            </a:r>
          </a:p>
        </p:txBody>
      </p:sp>
      <p:pic>
        <p:nvPicPr>
          <p:cNvPr id="12290" name="Picture 2" descr="See the source imag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24577" y="3646061"/>
            <a:ext cx="5142846" cy="2892851"/>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72ABF8AC-D729-9846-26F6-1F5CB005741F}"/>
              </a:ext>
            </a:extLst>
          </p:cNvPr>
          <p:cNvSpPr>
            <a:spLocks noGrp="1"/>
          </p:cNvSpPr>
          <p:nvPr>
            <p:ph type="sldNum" sz="quarter" idx="12"/>
          </p:nvPr>
        </p:nvSpPr>
        <p:spPr/>
        <p:txBody>
          <a:bodyPr/>
          <a:lstStyle/>
          <a:p>
            <a:fld id="{0FE7F50B-1018-4C2F-B10B-1000C662F82E}" type="slidenum">
              <a:rPr lang="en-GB" smtClean="0"/>
              <a:t>13</a:t>
            </a:fld>
            <a:endParaRPr lang="en-GB"/>
          </a:p>
        </p:txBody>
      </p:sp>
    </p:spTree>
    <p:extLst>
      <p:ext uri="{BB962C8B-B14F-4D97-AF65-F5344CB8AC3E}">
        <p14:creationId xmlns:p14="http://schemas.microsoft.com/office/powerpoint/2010/main" val="10893712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Shape 391"/>
          <p:cNvSpPr txBox="1">
            <a:spLocks noGrp="1"/>
          </p:cNvSpPr>
          <p:nvPr>
            <p:ph type="title"/>
          </p:nvPr>
        </p:nvSpPr>
        <p:spPr>
          <a:xfrm>
            <a:off x="838200" y="365126"/>
            <a:ext cx="9575042" cy="695190"/>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25" tIns="91425" rIns="91425" bIns="91425" rtlCol="0" anchor="b" anchorCtr="0">
            <a:noAutofit/>
          </a:bodyPr>
          <a:lstStyle/>
          <a:p>
            <a:pPr>
              <a:spcBef>
                <a:spcPts val="0"/>
              </a:spcBef>
            </a:pPr>
            <a:r>
              <a:rPr lang="en-US" sz="4000" dirty="0"/>
              <a:t>The use of Specific Examples</a:t>
            </a:r>
          </a:p>
        </p:txBody>
      </p:sp>
      <p:sp>
        <p:nvSpPr>
          <p:cNvPr id="2" name="Content Placeholder 1"/>
          <p:cNvSpPr>
            <a:spLocks noGrp="1"/>
          </p:cNvSpPr>
          <p:nvPr>
            <p:ph idx="1"/>
          </p:nvPr>
        </p:nvSpPr>
        <p:spPr>
          <a:xfrm>
            <a:off x="838200" y="1455974"/>
            <a:ext cx="10515600" cy="4351338"/>
          </a:xfrm>
        </p:spPr>
        <p:txBody>
          <a:bodyPr/>
          <a:lstStyle/>
          <a:p>
            <a:pPr algn="just"/>
            <a:r>
              <a:rPr lang="en-GB" dirty="0"/>
              <a:t>It is usually much easier to work out the details of a solution to a specific problems is more clearly defined.</a:t>
            </a:r>
          </a:p>
          <a:p>
            <a:pPr algn="just"/>
            <a:r>
              <a:rPr lang="en-GB" dirty="0"/>
              <a:t>A specific problem often forces us to focus on details that are not so apparent when the problem is considered abstractly.</a:t>
            </a:r>
          </a:p>
          <a:p>
            <a:pPr algn="just"/>
            <a:r>
              <a:rPr lang="en-GB" dirty="0"/>
              <a:t>Geometrical or schematic diagrams representing certain aspects of the problem can be usefully employed in many instances</a:t>
            </a:r>
          </a:p>
          <a:p>
            <a:pPr algn="just"/>
            <a:r>
              <a:rPr lang="en-GB" dirty="0"/>
              <a:t>It is very easy to fall into the trap of thinking that the solution to a specific problem or a specific class of problems is also a solution to the general problem.</a:t>
            </a:r>
          </a:p>
        </p:txBody>
      </p:sp>
      <p:sp>
        <p:nvSpPr>
          <p:cNvPr id="3" name="Slide Number Placeholder 2">
            <a:extLst>
              <a:ext uri="{FF2B5EF4-FFF2-40B4-BE49-F238E27FC236}">
                <a16:creationId xmlns:a16="http://schemas.microsoft.com/office/drawing/2014/main" id="{B542FB64-14F9-0408-8E34-97D0FE018019}"/>
              </a:ext>
            </a:extLst>
          </p:cNvPr>
          <p:cNvSpPr>
            <a:spLocks noGrp="1"/>
          </p:cNvSpPr>
          <p:nvPr>
            <p:ph type="sldNum" sz="quarter" idx="12"/>
          </p:nvPr>
        </p:nvSpPr>
        <p:spPr/>
        <p:txBody>
          <a:bodyPr/>
          <a:lstStyle/>
          <a:p>
            <a:fld id="{0FE7F50B-1018-4C2F-B10B-1000C662F82E}" type="slidenum">
              <a:rPr lang="en-GB" smtClean="0"/>
              <a:t>14</a:t>
            </a:fld>
            <a:endParaRPr lang="en-GB"/>
          </a:p>
        </p:txBody>
      </p:sp>
    </p:spTree>
    <p:extLst>
      <p:ext uri="{BB962C8B-B14F-4D97-AF65-F5344CB8AC3E}">
        <p14:creationId xmlns:p14="http://schemas.microsoft.com/office/powerpoint/2010/main" val="27965841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Shape 391"/>
          <p:cNvSpPr txBox="1">
            <a:spLocks noGrp="1"/>
          </p:cNvSpPr>
          <p:nvPr>
            <p:ph type="title"/>
          </p:nvPr>
        </p:nvSpPr>
        <p:spPr>
          <a:xfrm>
            <a:off x="838200" y="365125"/>
            <a:ext cx="9575042" cy="773011"/>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25" tIns="91425" rIns="91425" bIns="91425" rtlCol="0" anchor="b" anchorCtr="0">
            <a:noAutofit/>
          </a:bodyPr>
          <a:lstStyle/>
          <a:p>
            <a:pPr>
              <a:spcBef>
                <a:spcPts val="0"/>
              </a:spcBef>
            </a:pPr>
            <a:r>
              <a:rPr lang="en-US" sz="4000" dirty="0"/>
              <a:t>Similarities among Problems</a:t>
            </a:r>
          </a:p>
        </p:txBody>
      </p:sp>
      <p:sp>
        <p:nvSpPr>
          <p:cNvPr id="2" name="Content Placeholder 1"/>
          <p:cNvSpPr>
            <a:spLocks noGrp="1"/>
          </p:cNvSpPr>
          <p:nvPr>
            <p:ph idx="1"/>
          </p:nvPr>
        </p:nvSpPr>
        <p:spPr>
          <a:xfrm>
            <a:off x="838200" y="1417064"/>
            <a:ext cx="10515600" cy="4351338"/>
          </a:xfrm>
        </p:spPr>
        <p:txBody>
          <a:bodyPr>
            <a:normAutofit lnSpcReduction="10000"/>
          </a:bodyPr>
          <a:lstStyle/>
          <a:p>
            <a:pPr algn="just"/>
            <a:r>
              <a:rPr lang="en-GB" dirty="0"/>
              <a:t>Try to do with as much past experience as possible to bear to the current problem</a:t>
            </a:r>
          </a:p>
          <a:p>
            <a:pPr algn="just"/>
            <a:r>
              <a:rPr lang="en-GB" dirty="0"/>
              <a:t>If there are any similarities between the current problem and other problems that we have solved or we have been solved.</a:t>
            </a:r>
          </a:p>
          <a:p>
            <a:pPr algn="just"/>
            <a:r>
              <a:rPr lang="en-GB" dirty="0"/>
              <a:t>Make an effort to be aware of the similarities among problems.  </a:t>
            </a:r>
          </a:p>
          <a:p>
            <a:pPr algn="just"/>
            <a:r>
              <a:rPr lang="en-GB" dirty="0"/>
              <a:t>The more experience one has the more tools and techniques one can bring to bear in </a:t>
            </a:r>
            <a:r>
              <a:rPr lang="en-GB" dirty="0" err="1"/>
              <a:t>takling</a:t>
            </a:r>
            <a:r>
              <a:rPr lang="en-GB" dirty="0"/>
              <a:t> a given problem. </a:t>
            </a:r>
          </a:p>
          <a:p>
            <a:pPr algn="just"/>
            <a:r>
              <a:rPr lang="en-GB" dirty="0"/>
              <a:t>A classis case of experience blocking progress was Einstein’s discovery of relativity.  </a:t>
            </a:r>
          </a:p>
          <a:p>
            <a:pPr algn="just"/>
            <a:r>
              <a:rPr lang="en-GB" dirty="0"/>
              <a:t>Newton’s theory was correct and that was all there was to it.</a:t>
            </a:r>
          </a:p>
        </p:txBody>
      </p:sp>
      <p:sp>
        <p:nvSpPr>
          <p:cNvPr id="3" name="Slide Number Placeholder 2">
            <a:extLst>
              <a:ext uri="{FF2B5EF4-FFF2-40B4-BE49-F238E27FC236}">
                <a16:creationId xmlns:a16="http://schemas.microsoft.com/office/drawing/2014/main" id="{12AA919D-A7B9-F232-70B3-845942259725}"/>
              </a:ext>
            </a:extLst>
          </p:cNvPr>
          <p:cNvSpPr>
            <a:spLocks noGrp="1"/>
          </p:cNvSpPr>
          <p:nvPr>
            <p:ph type="sldNum" sz="quarter" idx="12"/>
          </p:nvPr>
        </p:nvSpPr>
        <p:spPr/>
        <p:txBody>
          <a:bodyPr/>
          <a:lstStyle/>
          <a:p>
            <a:fld id="{0FE7F50B-1018-4C2F-B10B-1000C662F82E}" type="slidenum">
              <a:rPr lang="en-GB" smtClean="0"/>
              <a:t>15</a:t>
            </a:fld>
            <a:endParaRPr lang="en-GB"/>
          </a:p>
        </p:txBody>
      </p:sp>
    </p:spTree>
    <p:extLst>
      <p:ext uri="{BB962C8B-B14F-4D97-AF65-F5344CB8AC3E}">
        <p14:creationId xmlns:p14="http://schemas.microsoft.com/office/powerpoint/2010/main" val="38822510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Shape 391"/>
          <p:cNvSpPr txBox="1">
            <a:spLocks noGrp="1"/>
          </p:cNvSpPr>
          <p:nvPr>
            <p:ph type="title"/>
          </p:nvPr>
        </p:nvSpPr>
        <p:spPr>
          <a:xfrm>
            <a:off x="838200" y="365125"/>
            <a:ext cx="9575042" cy="782739"/>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25" tIns="91425" rIns="91425" bIns="91425" rtlCol="0" anchor="b" anchorCtr="0">
            <a:noAutofit/>
          </a:bodyPr>
          <a:lstStyle/>
          <a:p>
            <a:pPr>
              <a:spcBef>
                <a:spcPts val="0"/>
              </a:spcBef>
            </a:pPr>
            <a:r>
              <a:rPr lang="en-US" sz="4000" dirty="0"/>
              <a:t>Similarities among Problems</a:t>
            </a:r>
          </a:p>
        </p:txBody>
      </p:sp>
      <p:sp>
        <p:nvSpPr>
          <p:cNvPr id="2" name="Content Placeholder 1"/>
          <p:cNvSpPr>
            <a:spLocks noGrp="1"/>
          </p:cNvSpPr>
          <p:nvPr>
            <p:ph idx="1"/>
          </p:nvPr>
        </p:nvSpPr>
        <p:spPr>
          <a:xfrm>
            <a:off x="838200" y="1329514"/>
            <a:ext cx="10515600" cy="4895850"/>
          </a:xfrm>
        </p:spPr>
        <p:txBody>
          <a:bodyPr>
            <a:normAutofit lnSpcReduction="10000"/>
          </a:bodyPr>
          <a:lstStyle/>
          <a:p>
            <a:pPr algn="just"/>
            <a:r>
              <a:rPr lang="en-GB" dirty="0"/>
              <a:t>In trying to get a better solution to a problem, sometimes too much study of the existing solution or a similar problem forces us down the same reasoning path (which may not be the best) and to the same dead end.</a:t>
            </a:r>
          </a:p>
          <a:p>
            <a:pPr algn="just"/>
            <a:r>
              <a:rPr lang="en-GB" dirty="0"/>
              <a:t>In trying to get a better solution to a problem, it is usually wise, in the first instance at least, to try to </a:t>
            </a:r>
            <a:r>
              <a:rPr lang="en-GB" b="1" i="1" dirty="0"/>
              <a:t>independently </a:t>
            </a:r>
            <a:r>
              <a:rPr lang="en-GB" dirty="0"/>
              <a:t>solve the problem.</a:t>
            </a:r>
          </a:p>
          <a:p>
            <a:pPr algn="just"/>
            <a:r>
              <a:rPr lang="en-GB" dirty="0"/>
              <a:t>A skill that it is important to try to develop in problem solving is the ability to view  problem from a variety of angles</a:t>
            </a:r>
          </a:p>
          <a:p>
            <a:pPr algn="just"/>
            <a:r>
              <a:rPr lang="en-GB" dirty="0"/>
              <a:t>One must be able to metaphorically turn a problem upside down, inside out, sideways, backwards, forwards and so on.</a:t>
            </a:r>
          </a:p>
          <a:p>
            <a:pPr algn="just"/>
            <a:r>
              <a:rPr lang="en-GB" dirty="0"/>
              <a:t>Once one has developed this skill it should be possible to get started on any problem.</a:t>
            </a:r>
          </a:p>
        </p:txBody>
      </p:sp>
      <p:sp>
        <p:nvSpPr>
          <p:cNvPr id="3" name="Slide Number Placeholder 2">
            <a:extLst>
              <a:ext uri="{FF2B5EF4-FFF2-40B4-BE49-F238E27FC236}">
                <a16:creationId xmlns:a16="http://schemas.microsoft.com/office/drawing/2014/main" id="{69CD8D5B-658E-5A20-A1B6-EABC3FBB52A9}"/>
              </a:ext>
            </a:extLst>
          </p:cNvPr>
          <p:cNvSpPr>
            <a:spLocks noGrp="1"/>
          </p:cNvSpPr>
          <p:nvPr>
            <p:ph type="sldNum" sz="quarter" idx="12"/>
          </p:nvPr>
        </p:nvSpPr>
        <p:spPr/>
        <p:txBody>
          <a:bodyPr/>
          <a:lstStyle/>
          <a:p>
            <a:fld id="{0FE7F50B-1018-4C2F-B10B-1000C662F82E}" type="slidenum">
              <a:rPr lang="en-GB" smtClean="0"/>
              <a:t>16</a:t>
            </a:fld>
            <a:endParaRPr lang="en-GB"/>
          </a:p>
        </p:txBody>
      </p:sp>
    </p:spTree>
    <p:extLst>
      <p:ext uri="{BB962C8B-B14F-4D97-AF65-F5344CB8AC3E}">
        <p14:creationId xmlns:p14="http://schemas.microsoft.com/office/powerpoint/2010/main" val="15189380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Shape 391"/>
          <p:cNvSpPr txBox="1">
            <a:spLocks noGrp="1"/>
          </p:cNvSpPr>
          <p:nvPr>
            <p:ph type="title"/>
          </p:nvPr>
        </p:nvSpPr>
        <p:spPr>
          <a:xfrm>
            <a:off x="838200" y="365125"/>
            <a:ext cx="9575042" cy="770497"/>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25" tIns="91425" rIns="91425" bIns="91425" rtlCol="0" anchor="b" anchorCtr="0">
            <a:noAutofit/>
          </a:bodyPr>
          <a:lstStyle/>
          <a:p>
            <a:pPr>
              <a:spcBef>
                <a:spcPts val="0"/>
              </a:spcBef>
            </a:pPr>
            <a:r>
              <a:rPr lang="en-US" sz="4000" dirty="0"/>
              <a:t>Working backwards from the solution</a:t>
            </a:r>
          </a:p>
        </p:txBody>
      </p:sp>
      <p:pic>
        <p:nvPicPr>
          <p:cNvPr id="14338" name="Picture 2" descr="See the source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743868"/>
            <a:ext cx="4514850" cy="4514851"/>
          </a:xfrm>
          <a:prstGeom prst="rect">
            <a:avLst/>
          </a:prstGeom>
          <a:noFill/>
          <a:extLst>
            <a:ext uri="{909E8E84-426E-40DD-AFC4-6F175D3DCCD1}">
              <a14:hiddenFill xmlns:a14="http://schemas.microsoft.com/office/drawing/2010/main">
                <a:solidFill>
                  <a:srgbClr val="FFFFFF"/>
                </a:solidFill>
              </a14:hiddenFill>
            </a:ext>
          </a:extLst>
        </p:spPr>
      </p:pic>
      <p:pic>
        <p:nvPicPr>
          <p:cNvPr id="14340" name="Picture 4" descr="https://www.mathematicalpractices.com/mp1e/wp-content/uploads/cartoons/7608093.png"/>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5859185" y="1382857"/>
            <a:ext cx="4670874" cy="511001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5">
            <p14:nvContentPartPr>
              <p14:cNvPr id="2" name="Ink 1"/>
              <p14:cNvContentPartPr/>
              <p14:nvPr/>
            </p14:nvContentPartPr>
            <p14:xfrm>
              <a:off x="2149200" y="2703600"/>
              <a:ext cx="7706520" cy="3542040"/>
            </p14:xfrm>
          </p:contentPart>
        </mc:Choice>
        <mc:Fallback xmlns="">
          <p:pic>
            <p:nvPicPr>
              <p:cNvPr id="2" name="Ink 1"/>
              <p:cNvPicPr/>
              <p:nvPr/>
            </p:nvPicPr>
            <p:blipFill>
              <a:blip r:embed="rId6"/>
              <a:stretch>
                <a:fillRect/>
              </a:stretch>
            </p:blipFill>
            <p:spPr>
              <a:xfrm>
                <a:off x="2140920" y="2698920"/>
                <a:ext cx="7717320" cy="3553560"/>
              </a:xfrm>
              <a:prstGeom prst="rect">
                <a:avLst/>
              </a:prstGeom>
            </p:spPr>
          </p:pic>
        </mc:Fallback>
      </mc:AlternateContent>
      <p:sp>
        <p:nvSpPr>
          <p:cNvPr id="3" name="Slide Number Placeholder 2">
            <a:extLst>
              <a:ext uri="{FF2B5EF4-FFF2-40B4-BE49-F238E27FC236}">
                <a16:creationId xmlns:a16="http://schemas.microsoft.com/office/drawing/2014/main" id="{F8F823C3-3BE4-BBFB-914D-F845CCA89239}"/>
              </a:ext>
            </a:extLst>
          </p:cNvPr>
          <p:cNvSpPr>
            <a:spLocks noGrp="1"/>
          </p:cNvSpPr>
          <p:nvPr>
            <p:ph type="sldNum" sz="quarter" idx="12"/>
          </p:nvPr>
        </p:nvSpPr>
        <p:spPr/>
        <p:txBody>
          <a:bodyPr/>
          <a:lstStyle/>
          <a:p>
            <a:fld id="{0FE7F50B-1018-4C2F-B10B-1000C662F82E}" type="slidenum">
              <a:rPr lang="en-GB" smtClean="0"/>
              <a:t>17</a:t>
            </a:fld>
            <a:endParaRPr lang="en-GB"/>
          </a:p>
        </p:txBody>
      </p:sp>
    </p:spTree>
    <p:extLst>
      <p:ext uri="{BB962C8B-B14F-4D97-AF65-F5344CB8AC3E}">
        <p14:creationId xmlns:p14="http://schemas.microsoft.com/office/powerpoint/2010/main" val="3878690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3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Shape 391"/>
          <p:cNvSpPr txBox="1">
            <a:spLocks noGrp="1"/>
          </p:cNvSpPr>
          <p:nvPr>
            <p:ph type="title"/>
          </p:nvPr>
        </p:nvSpPr>
        <p:spPr>
          <a:xfrm>
            <a:off x="838200" y="277577"/>
            <a:ext cx="9575042" cy="80219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25" tIns="91425" rIns="91425" bIns="91425" rtlCol="0" anchor="b" anchorCtr="0">
            <a:noAutofit/>
          </a:bodyPr>
          <a:lstStyle/>
          <a:p>
            <a:pPr>
              <a:spcBef>
                <a:spcPts val="0"/>
              </a:spcBef>
            </a:pPr>
            <a:r>
              <a:rPr lang="en-US" sz="4000" dirty="0"/>
              <a:t>Working backwards from the solution</a:t>
            </a:r>
          </a:p>
        </p:txBody>
      </p:sp>
      <p:sp>
        <p:nvSpPr>
          <p:cNvPr id="2" name="Content Placeholder 1"/>
          <p:cNvSpPr>
            <a:spLocks noGrp="1"/>
          </p:cNvSpPr>
          <p:nvPr>
            <p:ph idx="1"/>
          </p:nvPr>
        </p:nvSpPr>
        <p:spPr>
          <a:xfrm>
            <a:off x="838200" y="1339241"/>
            <a:ext cx="10515600" cy="4530725"/>
          </a:xfrm>
        </p:spPr>
        <p:txBody>
          <a:bodyPr>
            <a:normAutofit/>
          </a:bodyPr>
          <a:lstStyle/>
          <a:p>
            <a:pPr algn="just"/>
            <a:r>
              <a:rPr lang="en-GB" dirty="0"/>
              <a:t>We do not know where to start on a problem</a:t>
            </a:r>
          </a:p>
          <a:p>
            <a:pPr algn="just"/>
            <a:r>
              <a:rPr lang="en-GB" dirty="0"/>
              <a:t>We already have the solution to the problem and then try to work backwards to the starting conditions.</a:t>
            </a:r>
          </a:p>
          <a:p>
            <a:pPr algn="just"/>
            <a:r>
              <a:rPr lang="en-GB" dirty="0"/>
              <a:t>Even a guess at the solution to the problem may be enough to give us a foothold to start on the problem.</a:t>
            </a:r>
          </a:p>
          <a:p>
            <a:pPr algn="just"/>
            <a:r>
              <a:rPr lang="en-GB" dirty="0"/>
              <a:t>Another practice that helps us develop our problem solving skills is, once we have solved a problem, to consciously reflect back on the way we went about discovering the solution. </a:t>
            </a:r>
          </a:p>
          <a:p>
            <a:pPr algn="just"/>
            <a:r>
              <a:rPr lang="en-GB" dirty="0"/>
              <a:t>This can help us significantly – “We learn most when we have to invent”</a:t>
            </a:r>
          </a:p>
        </p:txBody>
      </p:sp>
      <p:sp>
        <p:nvSpPr>
          <p:cNvPr id="3" name="Slide Number Placeholder 2">
            <a:extLst>
              <a:ext uri="{FF2B5EF4-FFF2-40B4-BE49-F238E27FC236}">
                <a16:creationId xmlns:a16="http://schemas.microsoft.com/office/drawing/2014/main" id="{7792D124-3E09-FDD7-C57B-C42FBF32F235}"/>
              </a:ext>
            </a:extLst>
          </p:cNvPr>
          <p:cNvSpPr>
            <a:spLocks noGrp="1"/>
          </p:cNvSpPr>
          <p:nvPr>
            <p:ph type="sldNum" sz="quarter" idx="12"/>
          </p:nvPr>
        </p:nvSpPr>
        <p:spPr/>
        <p:txBody>
          <a:bodyPr/>
          <a:lstStyle/>
          <a:p>
            <a:fld id="{0FE7F50B-1018-4C2F-B10B-1000C662F82E}" type="slidenum">
              <a:rPr lang="en-GB" smtClean="0"/>
              <a:t>18</a:t>
            </a:fld>
            <a:endParaRPr lang="en-GB"/>
          </a:p>
        </p:txBody>
      </p:sp>
    </p:spTree>
    <p:extLst>
      <p:ext uri="{BB962C8B-B14F-4D97-AF65-F5344CB8AC3E}">
        <p14:creationId xmlns:p14="http://schemas.microsoft.com/office/powerpoint/2010/main" val="1083244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Shape 391"/>
          <p:cNvSpPr txBox="1">
            <a:spLocks noGrp="1"/>
          </p:cNvSpPr>
          <p:nvPr>
            <p:ph type="title"/>
          </p:nvPr>
        </p:nvSpPr>
        <p:spPr>
          <a:xfrm>
            <a:off x="838200" y="365125"/>
            <a:ext cx="9575042" cy="1325563"/>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25" tIns="91425" rIns="91425" bIns="91425" rtlCol="0" anchor="b" anchorCtr="0">
            <a:noAutofit/>
          </a:bodyPr>
          <a:lstStyle/>
          <a:p>
            <a:pPr>
              <a:spcBef>
                <a:spcPts val="0"/>
              </a:spcBef>
            </a:pPr>
            <a:r>
              <a:rPr lang="en-US" sz="4000" dirty="0"/>
              <a:t>General problem – solving strategies</a:t>
            </a:r>
          </a:p>
        </p:txBody>
      </p:sp>
      <p:sp>
        <p:nvSpPr>
          <p:cNvPr id="2" name="Content Placeholder 1"/>
          <p:cNvSpPr>
            <a:spLocks noGrp="1"/>
          </p:cNvSpPr>
          <p:nvPr>
            <p:ph idx="1"/>
          </p:nvPr>
        </p:nvSpPr>
        <p:spPr/>
        <p:txBody>
          <a:bodyPr/>
          <a:lstStyle/>
          <a:p>
            <a:endParaRPr lang="en-GB" dirty="0"/>
          </a:p>
        </p:txBody>
      </p:sp>
      <p:pic>
        <p:nvPicPr>
          <p:cNvPr id="17410" name="Picture 2" descr="See the source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7246" y="1863725"/>
            <a:ext cx="6076950" cy="456247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1ED34471-80A2-8630-5E96-517659502876}"/>
              </a:ext>
            </a:extLst>
          </p:cNvPr>
          <p:cNvSpPr>
            <a:spLocks noGrp="1"/>
          </p:cNvSpPr>
          <p:nvPr>
            <p:ph type="sldNum" sz="quarter" idx="12"/>
          </p:nvPr>
        </p:nvSpPr>
        <p:spPr/>
        <p:txBody>
          <a:bodyPr/>
          <a:lstStyle/>
          <a:p>
            <a:fld id="{0FE7F50B-1018-4C2F-B10B-1000C662F82E}" type="slidenum">
              <a:rPr lang="en-GB" smtClean="0"/>
              <a:t>19</a:t>
            </a:fld>
            <a:endParaRPr lang="en-GB"/>
          </a:p>
        </p:txBody>
      </p:sp>
    </p:spTree>
    <p:extLst>
      <p:ext uri="{BB962C8B-B14F-4D97-AF65-F5344CB8AC3E}">
        <p14:creationId xmlns:p14="http://schemas.microsoft.com/office/powerpoint/2010/main" val="818220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718BC-944E-156B-C5E1-3B328EF6A8A6}"/>
              </a:ext>
            </a:extLst>
          </p:cNvPr>
          <p:cNvSpPr>
            <a:spLocks noGrp="1"/>
          </p:cNvSpPr>
          <p:nvPr>
            <p:ph type="title"/>
          </p:nvPr>
        </p:nvSpPr>
        <p:spPr>
          <a:xfrm>
            <a:off x="3318753" y="2446844"/>
            <a:ext cx="5017851" cy="1325563"/>
          </a:xfrm>
        </p:spPr>
        <p:txBody>
          <a:bodyPr/>
          <a:lstStyle/>
          <a:p>
            <a:r>
              <a:rPr lang="en-IN" dirty="0"/>
              <a:t>2. Top-Down Design </a:t>
            </a:r>
          </a:p>
        </p:txBody>
      </p:sp>
      <p:sp>
        <p:nvSpPr>
          <p:cNvPr id="4" name="Slide Number Placeholder 3">
            <a:extLst>
              <a:ext uri="{FF2B5EF4-FFF2-40B4-BE49-F238E27FC236}">
                <a16:creationId xmlns:a16="http://schemas.microsoft.com/office/drawing/2014/main" id="{A6E4F2C5-F40A-556C-183A-B76AC6775934}"/>
              </a:ext>
            </a:extLst>
          </p:cNvPr>
          <p:cNvSpPr>
            <a:spLocks noGrp="1"/>
          </p:cNvSpPr>
          <p:nvPr>
            <p:ph type="sldNum" sz="quarter" idx="12"/>
          </p:nvPr>
        </p:nvSpPr>
        <p:spPr/>
        <p:txBody>
          <a:bodyPr/>
          <a:lstStyle/>
          <a:p>
            <a:fld id="{0FE7F50B-1018-4C2F-B10B-1000C662F82E}" type="slidenum">
              <a:rPr lang="en-GB" smtClean="0"/>
              <a:t>20</a:t>
            </a:fld>
            <a:endParaRPr lang="en-GB"/>
          </a:p>
        </p:txBody>
      </p:sp>
    </p:spTree>
    <p:extLst>
      <p:ext uri="{BB962C8B-B14F-4D97-AF65-F5344CB8AC3E}">
        <p14:creationId xmlns:p14="http://schemas.microsoft.com/office/powerpoint/2010/main" val="42098875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Shape 391"/>
          <p:cNvSpPr txBox="1">
            <a:spLocks noGrp="1"/>
          </p:cNvSpPr>
          <p:nvPr>
            <p:ph type="title"/>
          </p:nvPr>
        </p:nvSpPr>
        <p:spPr>
          <a:xfrm>
            <a:off x="838200" y="365126"/>
            <a:ext cx="9575042" cy="76328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25" tIns="91425" rIns="91425" bIns="91425" rtlCol="0" anchor="b" anchorCtr="0">
            <a:noAutofit/>
          </a:bodyPr>
          <a:lstStyle/>
          <a:p>
            <a:pPr>
              <a:spcBef>
                <a:spcPts val="0"/>
              </a:spcBef>
            </a:pPr>
            <a:r>
              <a:rPr lang="en-US" sz="4000" dirty="0"/>
              <a:t>Top – Down Design</a:t>
            </a:r>
          </a:p>
        </p:txBody>
      </p:sp>
      <p:graphicFrame>
        <p:nvGraphicFramePr>
          <p:cNvPr id="4" name="Content Placeholder 3"/>
          <p:cNvGraphicFramePr>
            <a:graphicFrameLocks noGrp="1"/>
          </p:cNvGraphicFramePr>
          <p:nvPr>
            <p:ph idx="1"/>
          </p:nvPr>
        </p:nvGraphicFramePr>
        <p:xfrm>
          <a:off x="838200" y="1799499"/>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lide Number Placeholder 1">
            <a:extLst>
              <a:ext uri="{FF2B5EF4-FFF2-40B4-BE49-F238E27FC236}">
                <a16:creationId xmlns:a16="http://schemas.microsoft.com/office/drawing/2014/main" id="{30E82B66-428B-A00A-3EA2-273E3D27C4C6}"/>
              </a:ext>
            </a:extLst>
          </p:cNvPr>
          <p:cNvSpPr>
            <a:spLocks noGrp="1"/>
          </p:cNvSpPr>
          <p:nvPr>
            <p:ph type="sldNum" sz="quarter" idx="12"/>
          </p:nvPr>
        </p:nvSpPr>
        <p:spPr/>
        <p:txBody>
          <a:bodyPr/>
          <a:lstStyle/>
          <a:p>
            <a:fld id="{0FE7F50B-1018-4C2F-B10B-1000C662F82E}" type="slidenum">
              <a:rPr lang="en-GB" smtClean="0"/>
              <a:t>21</a:t>
            </a:fld>
            <a:endParaRPr lang="en-GB"/>
          </a:p>
        </p:txBody>
      </p:sp>
    </p:spTree>
    <p:extLst>
      <p:ext uri="{BB962C8B-B14F-4D97-AF65-F5344CB8AC3E}">
        <p14:creationId xmlns:p14="http://schemas.microsoft.com/office/powerpoint/2010/main" val="33887357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Shape 391"/>
          <p:cNvSpPr txBox="1">
            <a:spLocks noGrp="1"/>
          </p:cNvSpPr>
          <p:nvPr>
            <p:ph type="title"/>
          </p:nvPr>
        </p:nvSpPr>
        <p:spPr>
          <a:xfrm>
            <a:off x="838200" y="365126"/>
            <a:ext cx="9575042" cy="724372"/>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25" tIns="91425" rIns="91425" bIns="91425" rtlCol="0" anchor="b" anchorCtr="0">
            <a:noAutofit/>
          </a:bodyPr>
          <a:lstStyle/>
          <a:p>
            <a:pPr>
              <a:spcBef>
                <a:spcPts val="0"/>
              </a:spcBef>
            </a:pPr>
            <a:r>
              <a:rPr lang="en-GB" sz="4000" dirty="0"/>
              <a:t>Breaking the problem into Sub problems</a:t>
            </a:r>
          </a:p>
        </p:txBody>
      </p:sp>
      <p:graphicFrame>
        <p:nvGraphicFramePr>
          <p:cNvPr id="7" name="Content Placeholder 6"/>
          <p:cNvGraphicFramePr>
            <a:graphicFrameLocks noGrp="1"/>
          </p:cNvGraphicFramePr>
          <p:nvPr>
            <p:ph idx="1"/>
          </p:nvPr>
        </p:nvGraphicFramePr>
        <p:xfrm>
          <a:off x="1465217" y="1919564"/>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5" name="Group 4"/>
          <p:cNvGrpSpPr/>
          <p:nvPr/>
        </p:nvGrpSpPr>
        <p:grpSpPr>
          <a:xfrm>
            <a:off x="1966020" y="1853978"/>
            <a:ext cx="2187969" cy="2775679"/>
            <a:chOff x="475054" y="1418344"/>
            <a:chExt cx="1515172" cy="1514933"/>
          </a:xfrm>
        </p:grpSpPr>
        <p:sp>
          <p:nvSpPr>
            <p:cNvPr id="6" name="Oval 5"/>
            <p:cNvSpPr/>
            <p:nvPr/>
          </p:nvSpPr>
          <p:spPr>
            <a:xfrm>
              <a:off x="475054" y="1418344"/>
              <a:ext cx="1515172" cy="1514933"/>
            </a:xfrm>
            <a:prstGeom prst="ellipse">
              <a:avLst/>
            </a:prstGeom>
          </p:spPr>
          <p:style>
            <a:lnRef idx="1">
              <a:schemeClr val="accent4"/>
            </a:lnRef>
            <a:fillRef idx="2">
              <a:schemeClr val="accent4"/>
            </a:fillRef>
            <a:effectRef idx="1">
              <a:schemeClr val="accent4"/>
            </a:effectRef>
            <a:fontRef idx="minor">
              <a:schemeClr val="dk1"/>
            </a:fontRef>
          </p:style>
        </p:sp>
        <p:sp>
          <p:nvSpPr>
            <p:cNvPr id="8" name="Oval 4"/>
            <p:cNvSpPr txBox="1"/>
            <p:nvPr/>
          </p:nvSpPr>
          <p:spPr>
            <a:xfrm>
              <a:off x="691655" y="1634804"/>
              <a:ext cx="1081971" cy="1082014"/>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n-US" sz="1800" b="1" kern="1200" dirty="0"/>
                <a:t>Split the bunch of sticks in to individuals and break them one by one</a:t>
              </a:r>
            </a:p>
          </p:txBody>
        </p:sp>
      </p:grpSp>
      <p:pic>
        <p:nvPicPr>
          <p:cNvPr id="1026" name="Picture 2" descr="Bundle Of Sticks, Twigs, Isolated Over White. Tied With String. Stock  Photo, Picture And Royalty Free Image. Image 117466080."/>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465217" y="3891824"/>
            <a:ext cx="2829651" cy="2829651"/>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97F499DA-57D0-2751-3B65-D41E2D7B2238}"/>
              </a:ext>
            </a:extLst>
          </p:cNvPr>
          <p:cNvSpPr>
            <a:spLocks noGrp="1"/>
          </p:cNvSpPr>
          <p:nvPr>
            <p:ph type="sldNum" sz="quarter" idx="12"/>
          </p:nvPr>
        </p:nvSpPr>
        <p:spPr/>
        <p:txBody>
          <a:bodyPr/>
          <a:lstStyle/>
          <a:p>
            <a:fld id="{0FE7F50B-1018-4C2F-B10B-1000C662F82E}" type="slidenum">
              <a:rPr lang="en-GB" smtClean="0"/>
              <a:t>22</a:t>
            </a:fld>
            <a:endParaRPr lang="en-GB"/>
          </a:p>
        </p:txBody>
      </p:sp>
    </p:spTree>
    <p:extLst>
      <p:ext uri="{BB962C8B-B14F-4D97-AF65-F5344CB8AC3E}">
        <p14:creationId xmlns:p14="http://schemas.microsoft.com/office/powerpoint/2010/main" val="20770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3.bp.blogspot.com/-vy1-Pwz7uNM/XNFh_LJkfII/AAAAAAAADoo/gBbxwECsNV4MPmAlIulhPGul-R-GiCgNACLcBGAs/s320/img%2B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6362" y="1130979"/>
            <a:ext cx="8763001" cy="492918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838200" y="365126"/>
            <a:ext cx="10515600" cy="688352"/>
          </a:xfrm>
        </p:spPr>
        <p:txBody>
          <a:bodyPr/>
          <a:lstStyle/>
          <a:p>
            <a:r>
              <a:rPr lang="en-GB" sz="4000" dirty="0">
                <a:solidFill>
                  <a:srgbClr val="5B9BD5"/>
                </a:solidFill>
                <a:latin typeface="Calibri" panose="020F0502020204030204"/>
                <a:ea typeface="+mn-ea"/>
                <a:cs typeface="+mn-cs"/>
              </a:rPr>
              <a:t>Lion Vs Cows</a:t>
            </a:r>
            <a:endParaRPr lang="en-US" dirty="0"/>
          </a:p>
        </p:txBody>
      </p:sp>
      <p:sp>
        <p:nvSpPr>
          <p:cNvPr id="5" name="Rectangle 4"/>
          <p:cNvSpPr/>
          <p:nvPr/>
        </p:nvSpPr>
        <p:spPr>
          <a:xfrm>
            <a:off x="1399902" y="6351997"/>
            <a:ext cx="4759444" cy="369332"/>
          </a:xfrm>
          <a:prstGeom prst="rect">
            <a:avLst/>
          </a:prstGeom>
        </p:spPr>
        <p:txBody>
          <a:bodyPr wrap="none">
            <a:spAutoFit/>
          </a:bodyPr>
          <a:lstStyle/>
          <a:p>
            <a:r>
              <a:rPr lang="en-GB" dirty="0">
                <a:hlinkClick r:id="rId3"/>
              </a:rPr>
              <a:t>https://www.youtube.com/watch?v=-jULlTk4wjo</a:t>
            </a:r>
            <a:endParaRPr lang="en-GB" dirty="0"/>
          </a:p>
        </p:txBody>
      </p:sp>
      <p:sp>
        <p:nvSpPr>
          <p:cNvPr id="3" name="Slide Number Placeholder 2">
            <a:extLst>
              <a:ext uri="{FF2B5EF4-FFF2-40B4-BE49-F238E27FC236}">
                <a16:creationId xmlns:a16="http://schemas.microsoft.com/office/drawing/2014/main" id="{B7B67FBB-D6DC-9B83-F2BC-9649AA8CEF1B}"/>
              </a:ext>
            </a:extLst>
          </p:cNvPr>
          <p:cNvSpPr>
            <a:spLocks noGrp="1"/>
          </p:cNvSpPr>
          <p:nvPr>
            <p:ph type="sldNum" sz="quarter" idx="12"/>
          </p:nvPr>
        </p:nvSpPr>
        <p:spPr/>
        <p:txBody>
          <a:bodyPr/>
          <a:lstStyle/>
          <a:p>
            <a:fld id="{0FE7F50B-1018-4C2F-B10B-1000C662F82E}" type="slidenum">
              <a:rPr lang="en-GB" smtClean="0"/>
              <a:t>23</a:t>
            </a:fld>
            <a:endParaRPr lang="en-GB"/>
          </a:p>
        </p:txBody>
      </p:sp>
    </p:spTree>
    <p:extLst>
      <p:ext uri="{BB962C8B-B14F-4D97-AF65-F5344CB8AC3E}">
        <p14:creationId xmlns:p14="http://schemas.microsoft.com/office/powerpoint/2010/main" val="10199384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90909"/>
          </a:xfrm>
        </p:spPr>
        <p:txBody>
          <a:bodyPr>
            <a:normAutofit fontScale="90000"/>
          </a:bodyPr>
          <a:lstStyle/>
          <a:p>
            <a:r>
              <a:rPr lang="en-GB" sz="4000" dirty="0">
                <a:solidFill>
                  <a:srgbClr val="5B9BD5"/>
                </a:solidFill>
                <a:latin typeface="Calibri" panose="020F0502020204030204"/>
                <a:ea typeface="+mn-ea"/>
                <a:cs typeface="+mn-cs"/>
              </a:rPr>
              <a:t>Lion Vs Cows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25098307"/>
              </p:ext>
            </p:extLst>
          </p:nvPr>
        </p:nvGraphicFramePr>
        <p:xfrm>
          <a:off x="838200" y="1196502"/>
          <a:ext cx="10515600" cy="48053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E0CF3165-A77D-27EE-4199-E7CCC49A45D5}"/>
              </a:ext>
            </a:extLst>
          </p:cNvPr>
          <p:cNvSpPr>
            <a:spLocks noGrp="1"/>
          </p:cNvSpPr>
          <p:nvPr>
            <p:ph type="sldNum" sz="quarter" idx="12"/>
          </p:nvPr>
        </p:nvSpPr>
        <p:spPr/>
        <p:txBody>
          <a:bodyPr/>
          <a:lstStyle/>
          <a:p>
            <a:fld id="{0FE7F50B-1018-4C2F-B10B-1000C662F82E}" type="slidenum">
              <a:rPr lang="en-GB" smtClean="0"/>
              <a:t>24</a:t>
            </a:fld>
            <a:endParaRPr lang="en-GB"/>
          </a:p>
        </p:txBody>
      </p:sp>
    </p:spTree>
    <p:extLst>
      <p:ext uri="{BB962C8B-B14F-4D97-AF65-F5344CB8AC3E}">
        <p14:creationId xmlns:p14="http://schemas.microsoft.com/office/powerpoint/2010/main" val="22853791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Shape 391"/>
          <p:cNvSpPr txBox="1">
            <a:spLocks noGrp="1"/>
          </p:cNvSpPr>
          <p:nvPr>
            <p:ph type="title"/>
          </p:nvPr>
        </p:nvSpPr>
        <p:spPr>
          <a:xfrm>
            <a:off x="838200" y="365125"/>
            <a:ext cx="9575042" cy="675735"/>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25" tIns="91425" rIns="91425" bIns="91425" rtlCol="0" anchor="b" anchorCtr="0">
            <a:noAutofit/>
          </a:bodyPr>
          <a:lstStyle/>
          <a:p>
            <a:pPr lvl="0"/>
            <a:r>
              <a:rPr lang="en-US" sz="4000" dirty="0"/>
              <a:t>Choice of Suitable Data Structure</a:t>
            </a:r>
          </a:p>
        </p:txBody>
      </p:sp>
      <p:pic>
        <p:nvPicPr>
          <p:cNvPr id="2050" name="Picture 2" descr="https://blog-c7ff.kxcdn.com/blog/wp-content/uploads/2016/11/images-01.jp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33919" y="1346143"/>
            <a:ext cx="3740405" cy="435133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Content Placeholder 6"/>
          <p:cNvGraphicFramePr>
            <a:graphicFrameLocks/>
          </p:cNvGraphicFramePr>
          <p:nvPr>
            <p:extLst>
              <p:ext uri="{D42A27DB-BD31-4B8C-83A1-F6EECF244321}">
                <p14:modId xmlns:p14="http://schemas.microsoft.com/office/powerpoint/2010/main" val="2289228134"/>
              </p:ext>
            </p:extLst>
          </p:nvPr>
        </p:nvGraphicFramePr>
        <p:xfrm>
          <a:off x="4578605" y="1917738"/>
          <a:ext cx="6844937" cy="302252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Rectangle 1"/>
          <p:cNvSpPr/>
          <p:nvPr/>
        </p:nvSpPr>
        <p:spPr>
          <a:xfrm>
            <a:off x="5625721" y="5454607"/>
            <a:ext cx="4873257" cy="369332"/>
          </a:xfrm>
          <a:prstGeom prst="rect">
            <a:avLst/>
          </a:prstGeom>
        </p:spPr>
        <p:txBody>
          <a:bodyPr wrap="none">
            <a:spAutoFit/>
          </a:bodyPr>
          <a:lstStyle/>
          <a:p>
            <a:r>
              <a:rPr lang="en-GB" dirty="0">
                <a:hlinkClick r:id="rId9"/>
              </a:rPr>
              <a:t>https://www.youtube.com/watch?v=-q-3b_093do</a:t>
            </a:r>
            <a:endParaRPr lang="en-GB" dirty="0"/>
          </a:p>
        </p:txBody>
      </p:sp>
      <p:sp>
        <p:nvSpPr>
          <p:cNvPr id="3" name="Slide Number Placeholder 2">
            <a:extLst>
              <a:ext uri="{FF2B5EF4-FFF2-40B4-BE49-F238E27FC236}">
                <a16:creationId xmlns:a16="http://schemas.microsoft.com/office/drawing/2014/main" id="{340AD385-7F0A-FB2F-1947-DE52B4C35513}"/>
              </a:ext>
            </a:extLst>
          </p:cNvPr>
          <p:cNvSpPr>
            <a:spLocks noGrp="1"/>
          </p:cNvSpPr>
          <p:nvPr>
            <p:ph type="sldNum" sz="quarter" idx="12"/>
          </p:nvPr>
        </p:nvSpPr>
        <p:spPr/>
        <p:txBody>
          <a:bodyPr/>
          <a:lstStyle/>
          <a:p>
            <a:fld id="{0FE7F50B-1018-4C2F-B10B-1000C662F82E}" type="slidenum">
              <a:rPr lang="en-GB" smtClean="0"/>
              <a:t>25</a:t>
            </a:fld>
            <a:endParaRPr lang="en-GB"/>
          </a:p>
        </p:txBody>
      </p:sp>
    </p:spTree>
    <p:extLst>
      <p:ext uri="{BB962C8B-B14F-4D97-AF65-F5344CB8AC3E}">
        <p14:creationId xmlns:p14="http://schemas.microsoft.com/office/powerpoint/2010/main" val="34097340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91269"/>
            <a:ext cx="10515600" cy="601190"/>
          </a:xfrm>
        </p:spPr>
        <p:txBody>
          <a:bodyPr>
            <a:normAutofit fontScale="90000"/>
          </a:bodyPr>
          <a:lstStyle/>
          <a:p>
            <a:r>
              <a:rPr lang="en-GB" sz="4000" dirty="0">
                <a:solidFill>
                  <a:srgbClr val="5B9BD5"/>
                </a:solidFill>
                <a:latin typeface="Calibri" panose="020F0502020204030204"/>
                <a:ea typeface="+mn-ea"/>
                <a:cs typeface="+mn-cs"/>
              </a:rPr>
              <a:t>Librarian Vs Books</a:t>
            </a:r>
            <a:endParaRPr lang="en-US" dirty="0"/>
          </a:p>
        </p:txBody>
      </p:sp>
      <p:sp>
        <p:nvSpPr>
          <p:cNvPr id="3" name="Content Placeholder 2"/>
          <p:cNvSpPr>
            <a:spLocks noGrp="1"/>
          </p:cNvSpPr>
          <p:nvPr>
            <p:ph idx="1"/>
          </p:nvPr>
        </p:nvSpPr>
        <p:spPr>
          <a:xfrm>
            <a:off x="838200" y="1134961"/>
            <a:ext cx="10515600" cy="3689958"/>
          </a:xfrm>
        </p:spPr>
        <p:txBody>
          <a:bodyPr>
            <a:normAutofit fontScale="92500" lnSpcReduction="20000"/>
          </a:bodyPr>
          <a:lstStyle/>
          <a:p>
            <a:r>
              <a:rPr lang="en-US" dirty="0">
                <a:solidFill>
                  <a:schemeClr val="accent1">
                    <a:lumMod val="75000"/>
                  </a:schemeClr>
                </a:solidFill>
              </a:rPr>
              <a:t>There is one library which contains many book racks.</a:t>
            </a:r>
          </a:p>
          <a:p>
            <a:r>
              <a:rPr lang="en-US" dirty="0">
                <a:solidFill>
                  <a:schemeClr val="accent1">
                    <a:lumMod val="75000"/>
                  </a:schemeClr>
                </a:solidFill>
              </a:rPr>
              <a:t>Librarian need to find individual racks to keep the books in classified manner </a:t>
            </a:r>
          </a:p>
          <a:p>
            <a:r>
              <a:rPr lang="en-US" dirty="0">
                <a:solidFill>
                  <a:schemeClr val="accent1">
                    <a:lumMod val="75000"/>
                  </a:schemeClr>
                </a:solidFill>
              </a:rPr>
              <a:t>Stories, Mathematics, Bio-Science, Engineering, Medical etc.</a:t>
            </a:r>
          </a:p>
          <a:p>
            <a:r>
              <a:rPr lang="en-US" dirty="0">
                <a:solidFill>
                  <a:schemeClr val="accent1">
                    <a:lumMod val="75000"/>
                  </a:schemeClr>
                </a:solidFill>
              </a:rPr>
              <a:t>Books need to be numbered and racks must have name</a:t>
            </a:r>
          </a:p>
          <a:p>
            <a:r>
              <a:rPr lang="en-US" dirty="0">
                <a:solidFill>
                  <a:schemeClr val="accent1">
                    <a:lumMod val="75000"/>
                  </a:schemeClr>
                </a:solidFill>
              </a:rPr>
              <a:t>It helps to viewers to find the appropriate book (data) easily with less searching time.</a:t>
            </a:r>
          </a:p>
          <a:p>
            <a:r>
              <a:rPr lang="en-US" dirty="0">
                <a:solidFill>
                  <a:schemeClr val="accent1">
                    <a:lumMod val="75000"/>
                  </a:schemeClr>
                </a:solidFill>
              </a:rPr>
              <a:t>Librarian can easily maintain issue and return records (push and pop)</a:t>
            </a:r>
          </a:p>
          <a:p>
            <a:pPr marL="0" indent="0">
              <a:buNone/>
            </a:pPr>
            <a:br>
              <a:rPr lang="en-US" dirty="0">
                <a:solidFill>
                  <a:schemeClr val="accent1">
                    <a:lumMod val="75000"/>
                  </a:schemeClr>
                </a:solidFill>
              </a:rPr>
            </a:br>
            <a:r>
              <a:rPr lang="en-US" dirty="0">
                <a:solidFill>
                  <a:srgbClr val="00B050"/>
                </a:solidFill>
              </a:rPr>
              <a:t>Moral : Keep the data in efficient format and structure to deal with it.</a:t>
            </a:r>
            <a:endParaRPr lang="en-US" dirty="0">
              <a:solidFill>
                <a:schemeClr val="accent1">
                  <a:lumMod val="75000"/>
                </a:schemeClr>
              </a:solidFill>
            </a:endParaRPr>
          </a:p>
        </p:txBody>
      </p:sp>
      <p:pic>
        <p:nvPicPr>
          <p:cNvPr id="2050" name="Picture 2" descr="Library with books on shelves and laptop on table. Vector cartoon illustration of school, university or public library or store with bookcase, desk for study and lamp isolated on white backgroun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88112" y="5056674"/>
            <a:ext cx="3331824" cy="1332730"/>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C0D17322-88A0-4D25-55BB-8657F05B3549}"/>
              </a:ext>
            </a:extLst>
          </p:cNvPr>
          <p:cNvSpPr>
            <a:spLocks noGrp="1"/>
          </p:cNvSpPr>
          <p:nvPr>
            <p:ph type="sldNum" sz="quarter" idx="12"/>
          </p:nvPr>
        </p:nvSpPr>
        <p:spPr/>
        <p:txBody>
          <a:bodyPr/>
          <a:lstStyle/>
          <a:p>
            <a:fld id="{0FE7F50B-1018-4C2F-B10B-1000C662F82E}" type="slidenum">
              <a:rPr lang="en-GB" smtClean="0"/>
              <a:t>26</a:t>
            </a:fld>
            <a:endParaRPr lang="en-GB"/>
          </a:p>
        </p:txBody>
      </p:sp>
    </p:spTree>
    <p:extLst>
      <p:ext uri="{BB962C8B-B14F-4D97-AF65-F5344CB8AC3E}">
        <p14:creationId xmlns:p14="http://schemas.microsoft.com/office/powerpoint/2010/main" val="39135145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Shape 391"/>
          <p:cNvSpPr txBox="1">
            <a:spLocks noGrp="1"/>
          </p:cNvSpPr>
          <p:nvPr>
            <p:ph type="title"/>
          </p:nvPr>
        </p:nvSpPr>
        <p:spPr>
          <a:xfrm>
            <a:off x="642257" y="211497"/>
            <a:ext cx="9575042" cy="659556"/>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25" tIns="91425" rIns="91425" bIns="91425" rtlCol="0" anchor="b" anchorCtr="0">
            <a:noAutofit/>
          </a:bodyPr>
          <a:lstStyle/>
          <a:p>
            <a:pPr lvl="0"/>
            <a:r>
              <a:rPr lang="en-US" sz="4000" dirty="0"/>
              <a:t>Construction of Loops</a:t>
            </a:r>
          </a:p>
        </p:txBody>
      </p:sp>
      <p:graphicFrame>
        <p:nvGraphicFramePr>
          <p:cNvPr id="5" name="Content Placeholder 6"/>
          <p:cNvGraphicFramePr>
            <a:graphicFrameLocks/>
          </p:cNvGraphicFramePr>
          <p:nvPr>
            <p:extLst>
              <p:ext uri="{D42A27DB-BD31-4B8C-83A1-F6EECF244321}">
                <p14:modId xmlns:p14="http://schemas.microsoft.com/office/powerpoint/2010/main" val="1687732989"/>
              </p:ext>
            </p:extLst>
          </p:nvPr>
        </p:nvGraphicFramePr>
        <p:xfrm>
          <a:off x="6809362" y="2752928"/>
          <a:ext cx="4993003" cy="22762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074" name="Picture 2" descr="https://i.stack.imgur.com/ZNtvc.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2257" y="1461687"/>
            <a:ext cx="5992048" cy="2187712"/>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75B261ED-7AA0-77AC-875C-15DE7CBFEF18}"/>
              </a:ext>
            </a:extLst>
          </p:cNvPr>
          <p:cNvSpPr>
            <a:spLocks noGrp="1"/>
          </p:cNvSpPr>
          <p:nvPr>
            <p:ph type="sldNum" sz="quarter" idx="12"/>
          </p:nvPr>
        </p:nvSpPr>
        <p:spPr/>
        <p:txBody>
          <a:bodyPr/>
          <a:lstStyle/>
          <a:p>
            <a:fld id="{0FE7F50B-1018-4C2F-B10B-1000C662F82E}" type="slidenum">
              <a:rPr lang="en-GB" smtClean="0"/>
              <a:t>27</a:t>
            </a:fld>
            <a:endParaRPr lang="en-GB"/>
          </a:p>
        </p:txBody>
      </p:sp>
    </p:spTree>
    <p:extLst>
      <p:ext uri="{BB962C8B-B14F-4D97-AF65-F5344CB8AC3E}">
        <p14:creationId xmlns:p14="http://schemas.microsoft.com/office/powerpoint/2010/main" val="1102573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9012" y="273685"/>
            <a:ext cx="10515600" cy="592077"/>
          </a:xfrm>
        </p:spPr>
        <p:txBody>
          <a:bodyPr>
            <a:normAutofit fontScale="90000"/>
          </a:bodyPr>
          <a:lstStyle/>
          <a:p>
            <a:r>
              <a:rPr lang="en-GB" sz="4000" dirty="0">
                <a:solidFill>
                  <a:srgbClr val="5B9BD5"/>
                </a:solidFill>
                <a:latin typeface="Calibri" panose="020F0502020204030204"/>
                <a:ea typeface="+mn-ea"/>
                <a:cs typeface="+mn-cs"/>
              </a:rPr>
              <a:t>6 Circuit Labyrinth</a:t>
            </a:r>
            <a:endParaRPr lang="en-US" dirty="0"/>
          </a:p>
        </p:txBody>
      </p:sp>
      <p:pic>
        <p:nvPicPr>
          <p:cNvPr id="4098" name="Picture 2" descr="6 circuit labyrinth | Labyrinth design, Labyrinth, Labyrinth garden"/>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99012" y="1599248"/>
            <a:ext cx="3521514" cy="4281057"/>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2"/>
          <p:cNvSpPr txBox="1">
            <a:spLocks/>
          </p:cNvSpPr>
          <p:nvPr/>
        </p:nvSpPr>
        <p:spPr>
          <a:xfrm>
            <a:off x="4552544" y="1599248"/>
            <a:ext cx="7125649" cy="4281057"/>
          </a:xfrm>
          <a:prstGeom prst="rect">
            <a:avLst/>
          </a:prstGeom>
        </p:spPr>
        <p:txBody>
          <a:bodyPr vert="horz" lIns="91440" tIns="45720" rIns="91440" bIns="45720" rtlCol="0">
            <a:normAutofit fontScale="4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7400" dirty="0">
                <a:solidFill>
                  <a:schemeClr val="accent1">
                    <a:lumMod val="75000"/>
                  </a:schemeClr>
                </a:solidFill>
              </a:rPr>
              <a:t>One Entry point</a:t>
            </a:r>
          </a:p>
          <a:p>
            <a:pPr algn="just"/>
            <a:r>
              <a:rPr lang="en-US" sz="7400" dirty="0">
                <a:solidFill>
                  <a:schemeClr val="accent1">
                    <a:lumMod val="75000"/>
                  </a:schemeClr>
                </a:solidFill>
              </a:rPr>
              <a:t>Six iterations </a:t>
            </a:r>
          </a:p>
          <a:p>
            <a:pPr algn="just"/>
            <a:r>
              <a:rPr lang="en-US" sz="7400" dirty="0">
                <a:solidFill>
                  <a:schemeClr val="accent1">
                    <a:lumMod val="75000"/>
                  </a:schemeClr>
                </a:solidFill>
              </a:rPr>
              <a:t>Know the strategies to find exit </a:t>
            </a:r>
          </a:p>
          <a:p>
            <a:pPr algn="just"/>
            <a:r>
              <a:rPr lang="en-US" sz="7400" dirty="0">
                <a:solidFill>
                  <a:schemeClr val="accent1">
                    <a:lumMod val="75000"/>
                  </a:schemeClr>
                </a:solidFill>
              </a:rPr>
              <a:t>If it not works you may fail </a:t>
            </a:r>
          </a:p>
          <a:p>
            <a:pPr algn="just"/>
            <a:r>
              <a:rPr lang="en-US" sz="7400" dirty="0">
                <a:solidFill>
                  <a:schemeClr val="accent1">
                    <a:lumMod val="75000"/>
                  </a:schemeClr>
                </a:solidFill>
              </a:rPr>
              <a:t>You may be trapped inside loop</a:t>
            </a:r>
          </a:p>
          <a:p>
            <a:pPr marL="0" indent="0" algn="just">
              <a:buFont typeface="Arial" panose="020B0604020202020204" pitchFamily="34" charset="0"/>
              <a:buNone/>
            </a:pPr>
            <a:br>
              <a:rPr lang="en-US" dirty="0">
                <a:solidFill>
                  <a:schemeClr val="accent1">
                    <a:lumMod val="75000"/>
                  </a:schemeClr>
                </a:solidFill>
              </a:rPr>
            </a:br>
            <a:r>
              <a:rPr lang="en-US" sz="4000" dirty="0">
                <a:solidFill>
                  <a:schemeClr val="accent1">
                    <a:lumMod val="75000"/>
                  </a:schemeClr>
                </a:solidFill>
              </a:rPr>
              <a:t>Have you seen any movies regarding this ?</a:t>
            </a:r>
          </a:p>
          <a:p>
            <a:pPr marL="0" indent="0" algn="just">
              <a:buFont typeface="Arial" panose="020B0604020202020204" pitchFamily="34" charset="0"/>
              <a:buNone/>
            </a:pPr>
            <a:r>
              <a:rPr lang="en-US" sz="4000" dirty="0">
                <a:solidFill>
                  <a:schemeClr val="accent1">
                    <a:lumMod val="75000"/>
                  </a:schemeClr>
                </a:solidFill>
              </a:rPr>
              <a:t>Or any stories on </a:t>
            </a:r>
            <a:r>
              <a:rPr lang="en-US" sz="4000" dirty="0">
                <a:solidFill>
                  <a:srgbClr val="C00000"/>
                </a:solidFill>
              </a:rPr>
              <a:t>Labyrinth</a:t>
            </a:r>
            <a:r>
              <a:rPr lang="en-US" sz="4000" dirty="0">
                <a:solidFill>
                  <a:schemeClr val="accent1">
                    <a:lumMod val="75000"/>
                  </a:schemeClr>
                </a:solidFill>
              </a:rPr>
              <a:t> ?</a:t>
            </a:r>
          </a:p>
          <a:p>
            <a:pPr marL="0" indent="0" algn="just">
              <a:buNone/>
            </a:pPr>
            <a:r>
              <a:rPr lang="en-US" sz="4000" dirty="0">
                <a:solidFill>
                  <a:srgbClr val="00B050"/>
                </a:solidFill>
              </a:rPr>
              <a:t>Its function is to hold the Minotaur, the monster eventually killed by the hero Theseus. Daedalus had so cunningly made the Labyrinth that he could barely escape it after he built it.</a:t>
            </a:r>
          </a:p>
          <a:p>
            <a:pPr marL="0" indent="0" algn="just">
              <a:buFont typeface="Arial" panose="020B0604020202020204" pitchFamily="34" charset="0"/>
              <a:buNone/>
            </a:pPr>
            <a:endParaRPr lang="en-US" sz="4000" dirty="0">
              <a:solidFill>
                <a:srgbClr val="00B050"/>
              </a:solidFill>
            </a:endParaRPr>
          </a:p>
          <a:p>
            <a:pPr marL="0" indent="0" algn="just">
              <a:buFont typeface="Arial" panose="020B0604020202020204" pitchFamily="34" charset="0"/>
              <a:buNone/>
            </a:pPr>
            <a:r>
              <a:rPr lang="en-US" sz="4000" dirty="0">
                <a:solidFill>
                  <a:srgbClr val="7030A0"/>
                </a:solidFill>
              </a:rPr>
              <a:t>Moral : How to enter and exit using predefined logics</a:t>
            </a:r>
          </a:p>
        </p:txBody>
      </p:sp>
      <p:sp>
        <p:nvSpPr>
          <p:cNvPr id="3" name="Slide Number Placeholder 2">
            <a:extLst>
              <a:ext uri="{FF2B5EF4-FFF2-40B4-BE49-F238E27FC236}">
                <a16:creationId xmlns:a16="http://schemas.microsoft.com/office/drawing/2014/main" id="{975E47A1-7F1C-4E06-97F4-9E22C6239778}"/>
              </a:ext>
            </a:extLst>
          </p:cNvPr>
          <p:cNvSpPr>
            <a:spLocks noGrp="1"/>
          </p:cNvSpPr>
          <p:nvPr>
            <p:ph type="sldNum" sz="quarter" idx="12"/>
          </p:nvPr>
        </p:nvSpPr>
        <p:spPr/>
        <p:txBody>
          <a:bodyPr/>
          <a:lstStyle/>
          <a:p>
            <a:fld id="{0FE7F50B-1018-4C2F-B10B-1000C662F82E}" type="slidenum">
              <a:rPr lang="en-GB" smtClean="0"/>
              <a:t>28</a:t>
            </a:fld>
            <a:endParaRPr lang="en-GB"/>
          </a:p>
        </p:txBody>
      </p:sp>
    </p:spTree>
    <p:extLst>
      <p:ext uri="{BB962C8B-B14F-4D97-AF65-F5344CB8AC3E}">
        <p14:creationId xmlns:p14="http://schemas.microsoft.com/office/powerpoint/2010/main" val="3923921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Shape 391"/>
          <p:cNvSpPr txBox="1">
            <a:spLocks noGrp="1"/>
          </p:cNvSpPr>
          <p:nvPr>
            <p:ph type="title"/>
          </p:nvPr>
        </p:nvSpPr>
        <p:spPr>
          <a:xfrm>
            <a:off x="400455" y="365125"/>
            <a:ext cx="9575042" cy="67736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25" tIns="91425" rIns="91425" bIns="91425" rtlCol="0" anchor="b" anchorCtr="0">
            <a:noAutofit/>
          </a:bodyPr>
          <a:lstStyle/>
          <a:p>
            <a:pPr lvl="0"/>
            <a:r>
              <a:rPr lang="en-US" sz="4000" dirty="0"/>
              <a:t>Establishing Initial Conditions for the Loops</a:t>
            </a:r>
          </a:p>
        </p:txBody>
      </p:sp>
      <p:pic>
        <p:nvPicPr>
          <p:cNvPr id="4098" name="Picture 2" descr="Conditionals and Loops"/>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311641" y="1999708"/>
            <a:ext cx="5042159" cy="2540131"/>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Loops in C : Learn for, while, do while loop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1017" y="2259874"/>
            <a:ext cx="5726609" cy="3555637"/>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146EBEA6-FCB8-B583-3FC0-EFD4FA412B78}"/>
              </a:ext>
            </a:extLst>
          </p:cNvPr>
          <p:cNvSpPr>
            <a:spLocks noGrp="1"/>
          </p:cNvSpPr>
          <p:nvPr>
            <p:ph type="sldNum" sz="quarter" idx="12"/>
          </p:nvPr>
        </p:nvSpPr>
        <p:spPr/>
        <p:txBody>
          <a:bodyPr/>
          <a:lstStyle/>
          <a:p>
            <a:fld id="{0FE7F50B-1018-4C2F-B10B-1000C662F82E}" type="slidenum">
              <a:rPr lang="en-GB" smtClean="0"/>
              <a:t>29</a:t>
            </a:fld>
            <a:endParaRPr lang="en-GB"/>
          </a:p>
        </p:txBody>
      </p:sp>
    </p:spTree>
    <p:extLst>
      <p:ext uri="{BB962C8B-B14F-4D97-AF65-F5344CB8AC3E}">
        <p14:creationId xmlns:p14="http://schemas.microsoft.com/office/powerpoint/2010/main" val="33758447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Shape 391"/>
          <p:cNvSpPr txBox="1">
            <a:spLocks noGrp="1"/>
          </p:cNvSpPr>
          <p:nvPr>
            <p:ph type="title"/>
          </p:nvPr>
        </p:nvSpPr>
        <p:spPr>
          <a:xfrm>
            <a:off x="838200" y="365125"/>
            <a:ext cx="9575042" cy="613183"/>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25" tIns="91425" rIns="91425" bIns="91425" rtlCol="0" anchor="b" anchorCtr="0">
            <a:noAutofit/>
          </a:bodyPr>
          <a:lstStyle/>
          <a:p>
            <a:pPr lvl="0"/>
            <a:r>
              <a:rPr lang="en-US" sz="4000" dirty="0"/>
              <a:t>Finding the Iterative Constructs</a:t>
            </a:r>
          </a:p>
        </p:txBody>
      </p:sp>
      <p:graphicFrame>
        <p:nvGraphicFramePr>
          <p:cNvPr id="5" name="Content Placeholder 6"/>
          <p:cNvGraphicFramePr>
            <a:graphicFrameLocks/>
          </p:cNvGraphicFramePr>
          <p:nvPr>
            <p:extLst>
              <p:ext uri="{D42A27DB-BD31-4B8C-83A1-F6EECF244321}">
                <p14:modId xmlns:p14="http://schemas.microsoft.com/office/powerpoint/2010/main" val="2713594333"/>
              </p:ext>
            </p:extLst>
          </p:nvPr>
        </p:nvGraphicFramePr>
        <p:xfrm>
          <a:off x="5379396" y="1556425"/>
          <a:ext cx="5517204" cy="42217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26" name="Picture 2" descr="Algorithmic Design: Iteration, Summary of most important algorithmic  constructs - CodeIT Project"/>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8200" y="2113990"/>
            <a:ext cx="4087495" cy="3327641"/>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D427B761-B8FB-A826-5D1D-BBE6A1DAC0A8}"/>
              </a:ext>
            </a:extLst>
          </p:cNvPr>
          <p:cNvSpPr>
            <a:spLocks noGrp="1"/>
          </p:cNvSpPr>
          <p:nvPr>
            <p:ph type="sldNum" sz="quarter" idx="12"/>
          </p:nvPr>
        </p:nvSpPr>
        <p:spPr/>
        <p:txBody>
          <a:bodyPr/>
          <a:lstStyle/>
          <a:p>
            <a:fld id="{0FE7F50B-1018-4C2F-B10B-1000C662F82E}" type="slidenum">
              <a:rPr lang="en-GB" smtClean="0"/>
              <a:t>30</a:t>
            </a:fld>
            <a:endParaRPr lang="en-GB"/>
          </a:p>
        </p:txBody>
      </p:sp>
    </p:spTree>
    <p:extLst>
      <p:ext uri="{BB962C8B-B14F-4D97-AF65-F5344CB8AC3E}">
        <p14:creationId xmlns:p14="http://schemas.microsoft.com/office/powerpoint/2010/main" val="14203763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Shape 391"/>
          <p:cNvSpPr txBox="1">
            <a:spLocks noGrp="1"/>
          </p:cNvSpPr>
          <p:nvPr>
            <p:ph type="title"/>
          </p:nvPr>
        </p:nvSpPr>
        <p:spPr>
          <a:xfrm>
            <a:off x="838200" y="365126"/>
            <a:ext cx="9575042" cy="752566"/>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25" tIns="91425" rIns="91425" bIns="91425" rtlCol="0" anchor="b" anchorCtr="0">
            <a:noAutofit/>
          </a:bodyPr>
          <a:lstStyle/>
          <a:p>
            <a:pPr lvl="0"/>
            <a:r>
              <a:rPr lang="en-US" sz="4000" dirty="0"/>
              <a:t>Termination of the Loops</a:t>
            </a:r>
          </a:p>
        </p:txBody>
      </p:sp>
      <p:graphicFrame>
        <p:nvGraphicFramePr>
          <p:cNvPr id="5" name="Content Placeholder 6"/>
          <p:cNvGraphicFramePr>
            <a:graphicFrameLocks/>
          </p:cNvGraphicFramePr>
          <p:nvPr>
            <p:extLst>
              <p:ext uri="{D42A27DB-BD31-4B8C-83A1-F6EECF244321}">
                <p14:modId xmlns:p14="http://schemas.microsoft.com/office/powerpoint/2010/main" val="2801064598"/>
              </p:ext>
            </p:extLst>
          </p:nvPr>
        </p:nvGraphicFramePr>
        <p:xfrm>
          <a:off x="6096412" y="1626625"/>
          <a:ext cx="5157281" cy="37742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050" name="Picture 2" descr="https://akquinetblog.files.wordpress.com/2019/09/6a4a2370-7539-4089-b947-8d5fb2746af1.png?w=30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89797" y="1626625"/>
            <a:ext cx="4410770" cy="330807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760379" y="5592053"/>
            <a:ext cx="5113964" cy="369332"/>
          </a:xfrm>
          <a:prstGeom prst="rect">
            <a:avLst/>
          </a:prstGeom>
        </p:spPr>
        <p:txBody>
          <a:bodyPr wrap="none">
            <a:spAutoFit/>
          </a:bodyPr>
          <a:lstStyle/>
          <a:p>
            <a:r>
              <a:rPr lang="en-GB" dirty="0">
                <a:hlinkClick r:id="rId9"/>
              </a:rPr>
              <a:t>https://www.youtube.com/watch?v=KFVdHDMcepw</a:t>
            </a:r>
            <a:endParaRPr lang="en-GB" dirty="0"/>
          </a:p>
        </p:txBody>
      </p:sp>
      <p:sp>
        <p:nvSpPr>
          <p:cNvPr id="4" name="Rectangle 3"/>
          <p:cNvSpPr/>
          <p:nvPr/>
        </p:nvSpPr>
        <p:spPr>
          <a:xfrm>
            <a:off x="6690411" y="5592053"/>
            <a:ext cx="4855112" cy="369332"/>
          </a:xfrm>
          <a:prstGeom prst="rect">
            <a:avLst/>
          </a:prstGeom>
        </p:spPr>
        <p:txBody>
          <a:bodyPr wrap="none">
            <a:spAutoFit/>
          </a:bodyPr>
          <a:lstStyle/>
          <a:p>
            <a:r>
              <a:rPr lang="en-GB" dirty="0">
                <a:hlinkClick r:id="rId10"/>
              </a:rPr>
              <a:t>https://www.youtube.com/watch?v=axBuiB55CfA</a:t>
            </a:r>
            <a:endParaRPr lang="en-GB" dirty="0"/>
          </a:p>
        </p:txBody>
      </p:sp>
      <p:sp>
        <p:nvSpPr>
          <p:cNvPr id="6" name="Slide Number Placeholder 5">
            <a:extLst>
              <a:ext uri="{FF2B5EF4-FFF2-40B4-BE49-F238E27FC236}">
                <a16:creationId xmlns:a16="http://schemas.microsoft.com/office/drawing/2014/main" id="{C77EAFCF-98FE-A4F7-E074-B734EBC3ED50}"/>
              </a:ext>
            </a:extLst>
          </p:cNvPr>
          <p:cNvSpPr>
            <a:spLocks noGrp="1"/>
          </p:cNvSpPr>
          <p:nvPr>
            <p:ph type="sldNum" sz="quarter" idx="12"/>
          </p:nvPr>
        </p:nvSpPr>
        <p:spPr/>
        <p:txBody>
          <a:bodyPr/>
          <a:lstStyle/>
          <a:p>
            <a:fld id="{0FE7F50B-1018-4C2F-B10B-1000C662F82E}" type="slidenum">
              <a:rPr lang="en-GB" smtClean="0"/>
              <a:t>31</a:t>
            </a:fld>
            <a:endParaRPr lang="en-GB"/>
          </a:p>
        </p:txBody>
      </p:sp>
    </p:spTree>
    <p:extLst>
      <p:ext uri="{BB962C8B-B14F-4D97-AF65-F5344CB8AC3E}">
        <p14:creationId xmlns:p14="http://schemas.microsoft.com/office/powerpoint/2010/main" val="1251477737"/>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3903</TotalTime>
  <Words>1902</Words>
  <Application>Microsoft Office PowerPoint</Application>
  <PresentationFormat>Widescreen</PresentationFormat>
  <Paragraphs>217</Paragraphs>
  <Slides>31</Slides>
  <Notes>23</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31</vt:i4>
      </vt:variant>
    </vt:vector>
  </HeadingPairs>
  <TitlesOfParts>
    <vt:vector size="40" baseType="lpstr">
      <vt:lpstr>Arial</vt:lpstr>
      <vt:lpstr>Calibri</vt:lpstr>
      <vt:lpstr>Calibri Light</vt:lpstr>
      <vt:lpstr>GalaxiePolaris-Book</vt:lpstr>
      <vt:lpstr>Menlo</vt:lpstr>
      <vt:lpstr>Times New Roman</vt:lpstr>
      <vt:lpstr>1_Office Theme</vt:lpstr>
      <vt:lpstr>2_Office Theme</vt:lpstr>
      <vt:lpstr>Office Theme</vt:lpstr>
      <vt:lpstr>CSE1021- Problem Solving and Programming</vt:lpstr>
      <vt:lpstr>Contents </vt:lpstr>
      <vt:lpstr>1. Problem Solving Aspect </vt:lpstr>
      <vt:lpstr>Problem Solving Aspect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Getting Started on a problem</vt:lpstr>
      <vt:lpstr>The use of Specific Examples</vt:lpstr>
      <vt:lpstr>The use of Specific Examples</vt:lpstr>
      <vt:lpstr>Similarities among Problems</vt:lpstr>
      <vt:lpstr>Similarities among Problems</vt:lpstr>
      <vt:lpstr>Working backwards from the solution</vt:lpstr>
      <vt:lpstr>Working backwards from the solution</vt:lpstr>
      <vt:lpstr>General problem – solving strategies</vt:lpstr>
      <vt:lpstr>2. Top-Down Design </vt:lpstr>
      <vt:lpstr>Top – Down Design</vt:lpstr>
      <vt:lpstr>Breaking the problem into Sub problems</vt:lpstr>
      <vt:lpstr>Lion Vs Cows</vt:lpstr>
      <vt:lpstr>Lion Vs Cows</vt:lpstr>
      <vt:lpstr>Choice of Suitable Data Structure</vt:lpstr>
      <vt:lpstr>Librarian Vs Books</vt:lpstr>
      <vt:lpstr>Construction of Loops</vt:lpstr>
      <vt:lpstr>6 Circuit Labyrinth</vt:lpstr>
      <vt:lpstr>Establishing Initial Conditions for the Loops</vt:lpstr>
      <vt:lpstr>Finding the Iterative Constructs</vt:lpstr>
      <vt:lpstr>Termination of the Loops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Problem Solving and Programming using PYTHON</dc:title>
  <dc:creator>Admin</dc:creator>
  <cp:lastModifiedBy>PRABU KANNA GOVINDARAJAN</cp:lastModifiedBy>
  <cp:revision>85</cp:revision>
  <dcterms:created xsi:type="dcterms:W3CDTF">2020-09-16T13:19:18Z</dcterms:created>
  <dcterms:modified xsi:type="dcterms:W3CDTF">2025-09-05T00:53:49Z</dcterms:modified>
</cp:coreProperties>
</file>