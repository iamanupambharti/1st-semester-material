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5" r:id="rId2"/>
    <p:sldId id="496" r:id="rId3"/>
    <p:sldId id="497" r:id="rId4"/>
    <p:sldId id="498" r:id="rId5"/>
    <p:sldId id="499" r:id="rId6"/>
    <p:sldId id="500" r:id="rId7"/>
    <p:sldId id="501" r:id="rId8"/>
    <p:sldId id="2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89C1-1130-22D2-16BE-54B671834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CC50F-19C5-37A2-6072-E5EDB29A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3AD78-66C6-1737-9F33-B3E2DDF8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BAD9D-5BD5-315E-7BFF-94DB1DD3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5E698-9387-C247-264F-F5BB02F0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861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AE958-DE8C-04E5-A8F5-5E71906D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BA73-D1A8-34F1-BE84-409BA340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F4C16-36D6-CA2C-D63A-52EC6F01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31C1B-49D7-606D-3829-A160CE5B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83135-59E7-1E6A-BB3B-6A7ADBCF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70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539A-7BA8-5A96-F5D1-EEDD6490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8F83F-2E85-960B-0797-BE7545772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D0DE1-B067-32BB-FF1F-16B9FA41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E2F51-9573-DB6D-EE4B-AB9FD1EC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DAE37-EAE2-8C9B-7873-591F55F4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44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D843-7E9F-048D-F4F8-3FBF0465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B5AE-15A0-76DA-77BF-A3B597539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353D9-F636-0079-9804-B6A5B0EC2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80ED5-DF79-2BC0-4A76-28D6A678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9CAD2-1EDB-ECA3-22EF-725309B7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C70B0-B915-4450-B47C-AD25B82F4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6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D530-66A4-335F-B25D-8CDFFBD0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72E73-ACB1-7100-38C2-C87D6751E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2FEE0-2A93-5DAE-EF70-5F436F9A9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3AD4C-FC31-F40E-6ED8-37A85BBBD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39733-EE36-1B9B-956E-0AFD24CE8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ACEF6-1917-3CFE-A38B-96C6175D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E6A3E-D332-6D06-E93D-E1C6D608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6A2D4-3A74-2E17-842C-105ABA8D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9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EF8D-F912-AA0D-9D0F-A7E5B16C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3D912-6098-3339-D049-730EB491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7C39F-30F4-FDA8-2066-0AABAB5C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CC4D1-7E98-CDA1-2D16-FE5DE168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386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6A184-6B5F-EE87-AE6F-5B90F75C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31E82-B2D1-AD6B-3D99-B94F0CE6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081D1-C1B6-456B-61CF-A9A2F1F6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08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5E19-2B6A-DB8E-BB25-B14E3751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2EBB-2367-81AC-CE18-7554D8F12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86D72-E360-834E-249E-A7F3D060B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FF59C-7163-B91B-53FD-35D65BB6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B3BD6-4571-6DAF-4E05-52655DD2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5E06C-0172-3036-7B63-559AEF90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1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EFED-53D2-A5B7-8CF2-FD4AF569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DB62B-EA55-1329-899E-20AED7C22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34557-4B0C-B1A7-1BAE-38F343522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0BA00-DDC0-BFDF-5B17-3A59CAD0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1D5BC-6E4E-EC48-8C7F-7DAD2A10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B0CF3-8275-3F8E-2725-2952E039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07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499E-7458-DA18-B59C-C863B67F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EF97A-761D-6A4E-A984-B55014A15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CE9B7-09E8-6709-5850-9551806D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4FEE-BC4A-695B-59BD-6F0AC1C4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6DE2A-F3F6-46E5-1EAB-58E001C4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171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265C7-139F-C928-FCBB-43D8906E5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5A2CD-7D8E-2716-85DD-9AE037C68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2647A-928B-8C4F-635C-7A00563E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59A97-1F21-B44C-718C-33754F8E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D423B-705D-330E-1425-34D93D6B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08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54DDC-AA0C-9C8C-6AC9-A10C1BA6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9D8B6-7227-C8FB-5F76-C6E267FDC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4795A-6899-7E3C-821C-F78E41B2C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25FF6-8BDA-4A6B-AC0B-9121520BC144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E7EA8-7A9F-6C85-62D0-0FB48FB98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143F-8DC7-C3A6-6D84-EC0E3B589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AC1E0-4012-487A-8075-30FF089F7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99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Solving (Algorithm) Techniques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fontAlgn="base">
              <a:buFont typeface="+mj-lt"/>
              <a:buAutoNum type="arabicPeriod"/>
            </a:pPr>
            <a:r>
              <a:rPr lang="en-IN" dirty="0"/>
              <a:t>Brute-force or exhaustive search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IN" dirty="0"/>
              <a:t>Divide and Conquer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IN" dirty="0"/>
              <a:t>Greedy Algorithms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IN" dirty="0"/>
              <a:t>Dynamic Programming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IN" dirty="0"/>
              <a:t>Branch and Bound Algorithm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IN" dirty="0"/>
              <a:t>Randomized Algorithm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IN" dirty="0"/>
              <a:t>Backtracking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20AFB-BF38-B2D9-26E9-F185E7C8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F50B-1018-4C2F-B10B-1000C662F82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913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1. Brute-Force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Simple, Straight Forward </a:t>
            </a:r>
          </a:p>
          <a:p>
            <a:r>
              <a:rPr lang="en-US" dirty="0"/>
              <a:t>Example: Padlock with 4 Digits, Exhaustive Search of Lost Articles in Home.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E9BB8-D60C-481B-A8E4-15670B5A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F50B-1018-4C2F-B10B-1000C662F82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89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pPr algn="ctr"/>
            <a:r>
              <a:rPr lang="en-US" b="1" dirty="0"/>
              <a:t>2. Divide and Conquer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pPr algn="just"/>
            <a:r>
              <a:rPr lang="en-US" dirty="0"/>
              <a:t>Problem divided into sub problems, sub problems are solved </a:t>
            </a:r>
            <a:r>
              <a:rPr lang="en-IN" dirty="0"/>
              <a:t>independently</a:t>
            </a:r>
            <a:r>
              <a:rPr lang="en-US" dirty="0"/>
              <a:t> and merge the solutions of sub problem for final solution of the problem.</a:t>
            </a:r>
          </a:p>
          <a:p>
            <a:pPr algn="just"/>
            <a:r>
              <a:rPr lang="en-US" dirty="0"/>
              <a:t>Example: Counting the coins by grouping them into denomination.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0317C-BEA6-1A20-2830-EA1E4292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F50B-1018-4C2F-B10B-1000C662F82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40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663"/>
          </a:xfrm>
        </p:spPr>
        <p:txBody>
          <a:bodyPr/>
          <a:lstStyle/>
          <a:p>
            <a:pPr algn="ctr"/>
            <a:r>
              <a:rPr lang="en-US" b="1" dirty="0"/>
              <a:t>3. Greedy Algorithm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r>
              <a:rPr lang="en-US" dirty="0"/>
              <a:t>Decisions are taken based on Local Optimal Solution at every stage. </a:t>
            </a:r>
          </a:p>
          <a:p>
            <a:r>
              <a:rPr lang="en-US" dirty="0"/>
              <a:t>Travelling from Kanyakumari to Kashmir by visiting all the states capital.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96257-472A-0239-6D34-BDADB62B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F50B-1018-4C2F-B10B-1000C662F82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5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4. Dynamic Programming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Mathematical Optimization Problem</a:t>
            </a:r>
          </a:p>
          <a:p>
            <a:r>
              <a:rPr lang="en-US" dirty="0"/>
              <a:t>Breaks the problem into sub problems, solve the sub problems over time as sequence to reach the final solution.</a:t>
            </a:r>
          </a:p>
          <a:p>
            <a:r>
              <a:rPr lang="en-US" dirty="0"/>
              <a:t>Uses Recursion</a:t>
            </a:r>
          </a:p>
          <a:p>
            <a:r>
              <a:rPr lang="en-US" dirty="0"/>
              <a:t>Example: Arranging the cards for rummy game.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13F04-7229-38B3-FDB9-BEA93F9C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F50B-1018-4C2F-B10B-1000C662F82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39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5. Branch and Bound – Combinatorial Optimization 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506" y="2253222"/>
            <a:ext cx="7044578" cy="31917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3C93E2-81B5-5167-D039-A7BB0D1D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F50B-1018-4C2F-B10B-1000C662F82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108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6. Randomized Algorithm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Numbers for Decision Making &amp; Optimization.</a:t>
            </a:r>
          </a:p>
          <a:p>
            <a:r>
              <a:rPr lang="en-US" dirty="0"/>
              <a:t>Accidently Good</a:t>
            </a:r>
          </a:p>
          <a:p>
            <a:r>
              <a:rPr lang="en-US" dirty="0"/>
              <a:t>Feedback Assessments, Surprise Checks, etc.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DB28B-DD1E-2F99-933F-3E90447C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F50B-1018-4C2F-B10B-1000C662F82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982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7. Back Tracking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Approach</a:t>
            </a:r>
          </a:p>
          <a:p>
            <a:r>
              <a:rPr lang="en-US" dirty="0"/>
              <a:t>Uses the previous stage solution to next stage solution</a:t>
            </a:r>
          </a:p>
          <a:p>
            <a:r>
              <a:rPr lang="en-US" dirty="0"/>
              <a:t>Examples: Crossword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70028-F589-5A36-F067-63CD1C7F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F50B-1018-4C2F-B10B-1000C662F82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322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210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Problem Solving (Algorithm) Techniques</vt:lpstr>
      <vt:lpstr>1. Brute-Force </vt:lpstr>
      <vt:lpstr>2. Divide and Conquer</vt:lpstr>
      <vt:lpstr>3. Greedy Algorithm </vt:lpstr>
      <vt:lpstr>4. Dynamic Programming</vt:lpstr>
      <vt:lpstr>5. Branch and Bound – Combinatorial Optimization </vt:lpstr>
      <vt:lpstr>6. Randomized Algorithm </vt:lpstr>
      <vt:lpstr>7. Back Tracking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PRABU KANNA GOVINDARAJAN</dc:creator>
  <cp:lastModifiedBy>PRABU KANNA GOVINDARAJAN</cp:lastModifiedBy>
  <cp:revision>1</cp:revision>
  <dcterms:created xsi:type="dcterms:W3CDTF">2025-09-05T04:43:16Z</dcterms:created>
  <dcterms:modified xsi:type="dcterms:W3CDTF">2025-09-05T04:46:37Z</dcterms:modified>
</cp:coreProperties>
</file>