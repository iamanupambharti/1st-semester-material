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30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21-10-14T04:46:18.26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0 199,'25'0,"-25"-25,49 0</inkml:trace>
  <inkml:trace contextRef="#ctx0" brushRef="#br0" timeOffset="92">273 0</inkml:trace>
  <inkml:trace contextRef="#ctx0" brushRef="#br0" timeOffset="2195">7019 868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C0067-B774-4C5D-AE73-4D86891393A6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8845E-1FA2-44CB-994F-11A958FBEC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05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68845E-1FA2-44CB-994F-11A958FBEC7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51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B1997-EFCF-4352-845E-DF6C35714797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B949E-4EBF-4FF6-AD74-BEC1E8C04FAB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E3306-753A-49CE-88E3-DA056C9307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3600"/>
            <a:ext cx="7772400" cy="2533650"/>
          </a:xfrm>
        </p:spPr>
        <p:txBody>
          <a:bodyPr>
            <a:normAutofit/>
          </a:bodyPr>
          <a:lstStyle/>
          <a:p>
            <a:r>
              <a:rPr lang="en-US" dirty="0" smtClean="0"/>
              <a:t>Conditional Statements</a:t>
            </a:r>
            <a:br>
              <a:rPr lang="en-US" dirty="0" smtClean="0"/>
            </a:br>
            <a:r>
              <a:rPr lang="en-US" dirty="0" smtClean="0"/>
              <a:t>And </a:t>
            </a:r>
            <a:br>
              <a:rPr lang="en-US" dirty="0" smtClean="0"/>
            </a:br>
            <a:r>
              <a:rPr lang="en-US" dirty="0" smtClean="0"/>
              <a:t>Control Statements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24000"/>
            <a:ext cx="63892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064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063" y="47625"/>
            <a:ext cx="8905875" cy="676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213" y="190500"/>
            <a:ext cx="8791575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8" y="285750"/>
            <a:ext cx="8696325" cy="628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8" y="290513"/>
            <a:ext cx="8696325" cy="627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3" y="195263"/>
            <a:ext cx="8715375" cy="646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825" y="138113"/>
            <a:ext cx="8896350" cy="658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663" y="238125"/>
            <a:ext cx="8448675" cy="6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5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51138" y="4143375"/>
              <a:ext cx="2527300" cy="312738"/>
            </p14:xfrm>
          </p:contentPart>
        </mc:Choice>
        <mc:Fallback xmlns="">
          <p:pic>
            <p:nvPicPr>
              <p:cNvPr id="205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41779" y="4134029"/>
                <a:ext cx="2546018" cy="33143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50" y="195263"/>
            <a:ext cx="8801100" cy="646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775" y="385763"/>
            <a:ext cx="8934450" cy="608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8" y="147638"/>
            <a:ext cx="8886825" cy="656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8" y="266700"/>
            <a:ext cx="8772525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Take input of age of 3 people by user and determine oldest and youngest among them.</a:t>
            </a:r>
          </a:p>
          <a:p>
            <a:endParaRPr lang="en-US" dirty="0" smtClean="0"/>
          </a:p>
          <a:p>
            <a:r>
              <a:rPr lang="en-US" dirty="0" smtClean="0"/>
              <a:t>A school has following rules for grading system:</a:t>
            </a:r>
            <a:br>
              <a:rPr lang="en-US" dirty="0" smtClean="0"/>
            </a:br>
            <a:r>
              <a:rPr lang="en-US" dirty="0" smtClean="0"/>
              <a:t>a. Below 25 - F</a:t>
            </a:r>
            <a:br>
              <a:rPr lang="en-US" dirty="0" smtClean="0"/>
            </a:br>
            <a:r>
              <a:rPr lang="en-US" dirty="0" smtClean="0"/>
              <a:t>b. 25 to 45 - E</a:t>
            </a:r>
            <a:br>
              <a:rPr lang="en-US" dirty="0" smtClean="0"/>
            </a:br>
            <a:r>
              <a:rPr lang="en-US" dirty="0" smtClean="0"/>
              <a:t>c. 45 to 50 - D</a:t>
            </a:r>
            <a:br>
              <a:rPr lang="en-US" dirty="0" smtClean="0"/>
            </a:br>
            <a:r>
              <a:rPr lang="en-US" dirty="0" smtClean="0"/>
              <a:t>d. 50 to 60 - C</a:t>
            </a:r>
            <a:br>
              <a:rPr lang="en-US" dirty="0" smtClean="0"/>
            </a:br>
            <a:r>
              <a:rPr lang="en-US" dirty="0" smtClean="0"/>
              <a:t>e. 60 to 80 - B</a:t>
            </a:r>
            <a:br>
              <a:rPr lang="en-US" dirty="0" smtClean="0"/>
            </a:br>
            <a:r>
              <a:rPr lang="en-US" dirty="0" smtClean="0"/>
              <a:t>f. Above 80 - A</a:t>
            </a:r>
            <a:br>
              <a:rPr lang="en-US" dirty="0" smtClean="0"/>
            </a:br>
            <a:r>
              <a:rPr lang="en-US" dirty="0" smtClean="0"/>
              <a:t>Ask user to enter marks and print the corresponding grade.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6225" y="276225"/>
            <a:ext cx="8591550" cy="658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688" y="219075"/>
            <a:ext cx="8810625" cy="648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5" y="166689"/>
            <a:ext cx="8562975" cy="6389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8113" y="214313"/>
            <a:ext cx="8867775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263" y="190500"/>
            <a:ext cx="8753475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938" y="219075"/>
            <a:ext cx="8620125" cy="641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213" y="190500"/>
            <a:ext cx="8791575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Write a program to print first 10 natural number.</a:t>
            </a:r>
          </a:p>
          <a:p>
            <a:pPr algn="just"/>
            <a:r>
              <a:rPr lang="en-US" b="1" dirty="0" smtClean="0"/>
              <a:t>Write a program to print first 10 even numbers.</a:t>
            </a:r>
          </a:p>
          <a:p>
            <a:pPr algn="just"/>
            <a:r>
              <a:rPr lang="en-US" b="1" dirty="0" smtClean="0"/>
              <a:t>Write a program to print first 10 odd numbers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Write a program to print first 10 even numbers in reverse order.</a:t>
            </a:r>
          </a:p>
          <a:p>
            <a:pPr algn="just"/>
            <a:r>
              <a:rPr lang="en-US" b="1" dirty="0" smtClean="0"/>
              <a:t>Write a program to check whether a number is prime or not.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Python Program to Check if a Number is a Palindrome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493305"/>
            <a:ext cx="7968528" cy="4739759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66CC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483D8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"Enter number:"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66CC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rev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66CC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45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FF7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66CC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45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dig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66CC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n%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45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rev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66CC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rev*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45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+dig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66CC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n//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FF45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FF7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66CC6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rev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FF7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483D8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number is a palindrome!"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FF7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3A3A3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FF7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483D8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number isn't a palindrome!"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55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Break </a:t>
            </a:r>
            <a:r>
              <a:rPr lang="en-US" b="1" dirty="0"/>
              <a:t>and </a:t>
            </a:r>
            <a:r>
              <a:rPr lang="en-US" b="1" dirty="0" smtClean="0"/>
              <a:t>Continue </a:t>
            </a:r>
            <a:r>
              <a:rPr lang="en-US" b="1" dirty="0"/>
              <a:t>in Python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89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use of break and continue in Python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Python, </a:t>
            </a:r>
            <a:r>
              <a:rPr lang="en-US" dirty="0" smtClean="0"/>
              <a:t>break</a:t>
            </a:r>
            <a:r>
              <a:rPr lang="en-US" dirty="0"/>
              <a:t> and </a:t>
            </a:r>
            <a:r>
              <a:rPr lang="en-US" dirty="0" smtClean="0"/>
              <a:t>continue</a:t>
            </a:r>
            <a:r>
              <a:rPr lang="en-US" dirty="0"/>
              <a:t> statements can alter the flow of a normal loop</a:t>
            </a:r>
            <a:r>
              <a:rPr lang="en-US" dirty="0" smtClean="0"/>
              <a:t>.</a:t>
            </a:r>
          </a:p>
          <a:p>
            <a:r>
              <a:rPr lang="en-US" dirty="0" smtClean="0"/>
              <a:t>Loops iterate over a block of code until the test expression is false</a:t>
            </a:r>
          </a:p>
          <a:p>
            <a:r>
              <a:rPr lang="en-US" dirty="0" smtClean="0"/>
              <a:t>but sometimes we wish to terminate the current iteration or even the whole loop without checking test expression.</a:t>
            </a:r>
          </a:p>
          <a:p>
            <a:r>
              <a:rPr lang="en-US" b="1" dirty="0" smtClean="0"/>
              <a:t>The break and continue statements are used in these cases.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5031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Python break statement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 break statement terminates the loop containing it. </a:t>
            </a:r>
          </a:p>
          <a:p>
            <a:r>
              <a:rPr lang="en-US" dirty="0" smtClean="0"/>
              <a:t>Control of the program flows to the statement immediately after the body of the loop.</a:t>
            </a:r>
          </a:p>
          <a:p>
            <a:r>
              <a:rPr lang="en-US" dirty="0" smtClean="0"/>
              <a:t>If the break statement is inside a nested loop (loop inside another loop), the break statement will terminate the innermost loop.</a:t>
            </a:r>
          </a:p>
          <a:p>
            <a:r>
              <a:rPr lang="en-US" b="1" dirty="0" smtClean="0"/>
              <a:t>Syntax of break</a:t>
            </a:r>
          </a:p>
          <a:p>
            <a:pPr>
              <a:buNone/>
            </a:pPr>
            <a:r>
              <a:rPr lang="en-US" dirty="0" smtClean="0"/>
              <a:t>                   break</a:t>
            </a: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1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Flowchart of break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143000"/>
            <a:ext cx="7086600" cy="483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88641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of break statement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371600"/>
            <a:ext cx="7086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337182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Example: Python break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# Use of break statement inside the loop </a:t>
            </a:r>
          </a:p>
          <a:p>
            <a:r>
              <a:rPr lang="en-US" dirty="0" smtClean="0"/>
              <a:t>for </a:t>
            </a:r>
            <a:r>
              <a:rPr lang="en-US" dirty="0" err="1" smtClean="0"/>
              <a:t>val</a:t>
            </a:r>
            <a:r>
              <a:rPr lang="en-US" dirty="0" smtClean="0"/>
              <a:t> in "string":</a:t>
            </a:r>
          </a:p>
          <a:p>
            <a:r>
              <a:rPr lang="en-US" dirty="0" smtClean="0"/>
              <a:t>     if </a:t>
            </a:r>
            <a:r>
              <a:rPr lang="en-US" dirty="0" err="1" smtClean="0"/>
              <a:t>val</a:t>
            </a:r>
            <a:r>
              <a:rPr lang="en-US" dirty="0" smtClean="0"/>
              <a:t> == "</a:t>
            </a:r>
            <a:r>
              <a:rPr lang="en-US" dirty="0" err="1" smtClean="0"/>
              <a:t>i</a:t>
            </a:r>
            <a:r>
              <a:rPr lang="en-US" dirty="0" smtClean="0"/>
              <a:t>": </a:t>
            </a:r>
          </a:p>
          <a:p>
            <a:r>
              <a:rPr lang="en-US" dirty="0" smtClean="0"/>
              <a:t>        break </a:t>
            </a:r>
          </a:p>
          <a:p>
            <a:r>
              <a:rPr lang="en-US" dirty="0" smtClean="0"/>
              <a:t>     print(</a:t>
            </a:r>
            <a:r>
              <a:rPr lang="en-US" dirty="0" err="1" smtClean="0"/>
              <a:t>val</a:t>
            </a:r>
            <a:r>
              <a:rPr lang="en-US" dirty="0" smtClean="0"/>
              <a:t>) </a:t>
            </a:r>
          </a:p>
          <a:p>
            <a:r>
              <a:rPr lang="en-US" dirty="0" smtClean="0"/>
              <a:t>print("The end")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641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Python continue statement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 continue statement is used to skip the rest of the code inside a loop for the current iteration only. </a:t>
            </a:r>
          </a:p>
          <a:p>
            <a:r>
              <a:rPr lang="en-US" dirty="0" smtClean="0"/>
              <a:t>Loop does not terminate but continues on with the next iteration.</a:t>
            </a:r>
          </a:p>
          <a:p>
            <a:r>
              <a:rPr lang="en-US" b="1" dirty="0" smtClean="0"/>
              <a:t>Syntax of Continue</a:t>
            </a:r>
          </a:p>
          <a:p>
            <a:r>
              <a:rPr lang="en-US" dirty="0" smtClean="0"/>
              <a:t>continue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570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Flowchart of continue 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143000"/>
            <a:ext cx="7086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9053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working of the continue statement in for and while loop is shown below.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981200"/>
            <a:ext cx="830580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58697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Example: Python continue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</a:t>
            </a:r>
            <a:r>
              <a:rPr lang="en-US" dirty="0" err="1" smtClean="0"/>
              <a:t>val</a:t>
            </a:r>
            <a:r>
              <a:rPr lang="en-US" dirty="0" smtClean="0"/>
              <a:t> in "string": </a:t>
            </a:r>
          </a:p>
          <a:p>
            <a:r>
              <a:rPr lang="en-US" dirty="0" smtClean="0"/>
              <a:t>       if </a:t>
            </a:r>
            <a:r>
              <a:rPr lang="en-US" dirty="0" err="1" smtClean="0"/>
              <a:t>val</a:t>
            </a:r>
            <a:r>
              <a:rPr lang="en-US" dirty="0" smtClean="0"/>
              <a:t> == "</a:t>
            </a:r>
            <a:r>
              <a:rPr lang="en-US" dirty="0" err="1" smtClean="0"/>
              <a:t>i</a:t>
            </a:r>
            <a:r>
              <a:rPr lang="en-US" dirty="0" smtClean="0"/>
              <a:t>": </a:t>
            </a:r>
          </a:p>
          <a:p>
            <a:r>
              <a:rPr lang="en-US" dirty="0" smtClean="0"/>
              <a:t>       continue </a:t>
            </a:r>
          </a:p>
          <a:p>
            <a:r>
              <a:rPr lang="en-US" dirty="0" smtClean="0"/>
              <a:t>       print(</a:t>
            </a:r>
            <a:r>
              <a:rPr lang="en-US" dirty="0" err="1" smtClean="0"/>
              <a:t>val</a:t>
            </a:r>
            <a:r>
              <a:rPr lang="en-US" dirty="0" smtClean="0"/>
              <a:t>) </a:t>
            </a:r>
          </a:p>
          <a:p>
            <a:r>
              <a:rPr lang="en-US" dirty="0" smtClean="0"/>
              <a:t>print("The end")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613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Pass statement in Python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 Python, </a:t>
            </a:r>
            <a:r>
              <a:rPr lang="en-US" b="1" dirty="0" smtClean="0"/>
              <a:t>pass</a:t>
            </a:r>
            <a:r>
              <a:rPr lang="en-US" dirty="0" smtClean="0"/>
              <a:t> is a null statement. </a:t>
            </a:r>
          </a:p>
          <a:p>
            <a:pPr algn="just"/>
            <a:r>
              <a:rPr lang="en-US" dirty="0" smtClean="0"/>
              <a:t>The interpreter does not ignore a pass statement, but nothing happens and the statement results into </a:t>
            </a:r>
            <a:r>
              <a:rPr lang="en-US" i="1" dirty="0" smtClean="0"/>
              <a:t>no operation.</a:t>
            </a:r>
            <a:endParaRPr lang="en-US" dirty="0" smtClean="0"/>
          </a:p>
          <a:p>
            <a:r>
              <a:rPr lang="en-US" dirty="0" smtClean="0"/>
              <a:t>The pass statement is useful when you don’t write the implementation of a function but you want to implement it in the future.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So, to avoid compilation errors, you can use the pass statement.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617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Working</a:t>
            </a:r>
            <a:br>
              <a:rPr lang="en-US" dirty="0" smtClean="0"/>
            </a:br>
            <a:r>
              <a:rPr lang="en-US" b="1" dirty="0" smtClean="0"/>
              <a:t>Syntax</a:t>
            </a:r>
            <a:br>
              <a:rPr lang="en-US" b="1" dirty="0" smtClean="0"/>
            </a:br>
            <a:r>
              <a:rPr lang="en-US" dirty="0" smtClean="0"/>
              <a:t>pass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90282"/>
            <a:ext cx="8229600" cy="3945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947008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Writing a function with no body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 addition(num1, num2):</a:t>
            </a:r>
          </a:p>
          <a:p>
            <a:r>
              <a:rPr lang="en-US" dirty="0" smtClean="0"/>
              <a:t>  # Implementation will go here </a:t>
            </a:r>
          </a:p>
          <a:p>
            <a:r>
              <a:rPr lang="en-US" dirty="0" smtClean="0"/>
              <a:t>  pass # Pass statement</a:t>
            </a:r>
          </a:p>
          <a:p>
            <a:r>
              <a:rPr lang="en-US" dirty="0" smtClean="0"/>
              <a:t>addition(2, 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733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Ignoring an if statement implementation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67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def display(number):</a:t>
            </a:r>
          </a:p>
          <a:p>
            <a:r>
              <a:rPr lang="en-US" dirty="0" smtClean="0"/>
              <a:t>  </a:t>
            </a:r>
          </a:p>
          <a:p>
            <a:r>
              <a:rPr lang="en-US" dirty="0" smtClean="0"/>
              <a:t>  if number is 2:</a:t>
            </a:r>
          </a:p>
          <a:p>
            <a:r>
              <a:rPr lang="en-US" dirty="0" smtClean="0"/>
              <a:t>    pass # Pass statement</a:t>
            </a:r>
          </a:p>
          <a:p>
            <a:r>
              <a:rPr lang="en-US" dirty="0" smtClean="0"/>
              <a:t>  else:</a:t>
            </a:r>
          </a:p>
          <a:p>
            <a:r>
              <a:rPr lang="en-US" dirty="0" smtClean="0"/>
              <a:t>    print ("Number: ", number)    </a:t>
            </a:r>
          </a:p>
          <a:p>
            <a:r>
              <a:rPr lang="en-US" dirty="0" smtClean="0"/>
              <a:t>display(2)</a:t>
            </a:r>
          </a:p>
          <a:p>
            <a:r>
              <a:rPr lang="en-US" dirty="0" smtClean="0"/>
              <a:t>display(3)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497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24200"/>
            <a:ext cx="8229600" cy="3001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b="1" dirty="0" smtClean="0"/>
              <a:t>Examples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24655475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working example using break statement is as shown below: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lnSpcReduction="10000"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my_list</a:t>
            </a:r>
            <a:r>
              <a:rPr lang="en-US" dirty="0" smtClean="0">
                <a:solidFill>
                  <a:srgbClr val="FF0000"/>
                </a:solidFill>
              </a:rPr>
              <a:t> = ['</a:t>
            </a:r>
            <a:r>
              <a:rPr lang="en-US" dirty="0" err="1" smtClean="0">
                <a:solidFill>
                  <a:srgbClr val="FF0000"/>
                </a:solidFill>
              </a:rPr>
              <a:t>Siya</a:t>
            </a:r>
            <a:r>
              <a:rPr lang="en-US" dirty="0" smtClean="0">
                <a:solidFill>
                  <a:srgbClr val="FF0000"/>
                </a:solidFill>
              </a:rPr>
              <a:t>', '</a:t>
            </a:r>
            <a:r>
              <a:rPr lang="en-US" dirty="0" err="1" smtClean="0">
                <a:solidFill>
                  <a:srgbClr val="FF0000"/>
                </a:solidFill>
              </a:rPr>
              <a:t>Tiya</a:t>
            </a:r>
            <a:r>
              <a:rPr lang="en-US" dirty="0" smtClean="0">
                <a:solidFill>
                  <a:srgbClr val="FF0000"/>
                </a:solidFill>
              </a:rPr>
              <a:t>', 'Guru', '</a:t>
            </a:r>
            <a:r>
              <a:rPr lang="en-US" dirty="0" err="1" smtClean="0">
                <a:solidFill>
                  <a:srgbClr val="FF0000"/>
                </a:solidFill>
              </a:rPr>
              <a:t>Daksh</a:t>
            </a:r>
            <a:r>
              <a:rPr lang="en-US" dirty="0" smtClean="0">
                <a:solidFill>
                  <a:srgbClr val="FF0000"/>
                </a:solidFill>
              </a:rPr>
              <a:t>', '</a:t>
            </a:r>
            <a:r>
              <a:rPr lang="en-US" dirty="0" err="1" smtClean="0">
                <a:solidFill>
                  <a:srgbClr val="FF0000"/>
                </a:solidFill>
              </a:rPr>
              <a:t>Riya</a:t>
            </a:r>
            <a:r>
              <a:rPr lang="en-US" dirty="0" smtClean="0">
                <a:solidFill>
                  <a:srgbClr val="FF0000"/>
                </a:solidFill>
              </a:rPr>
              <a:t>', 'Guru'] 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for </a:t>
            </a:r>
            <a:r>
              <a:rPr lang="en-US" dirty="0" err="1" smtClean="0">
                <a:solidFill>
                  <a:srgbClr val="002060"/>
                </a:solidFill>
              </a:rPr>
              <a:t>i</a:t>
            </a:r>
            <a:r>
              <a:rPr lang="en-US" dirty="0" smtClean="0">
                <a:solidFill>
                  <a:srgbClr val="002060"/>
                </a:solidFill>
              </a:rPr>
              <a:t> in range(</a:t>
            </a:r>
            <a:r>
              <a:rPr lang="en-US" dirty="0" err="1" smtClean="0">
                <a:solidFill>
                  <a:srgbClr val="002060"/>
                </a:solidFill>
              </a:rPr>
              <a:t>len</a:t>
            </a:r>
            <a:r>
              <a:rPr lang="en-US" dirty="0" smtClean="0">
                <a:solidFill>
                  <a:srgbClr val="002060"/>
                </a:solidFill>
              </a:rPr>
              <a:t>(</a:t>
            </a:r>
            <a:r>
              <a:rPr lang="en-US" dirty="0" err="1" smtClean="0">
                <a:solidFill>
                  <a:srgbClr val="002060"/>
                </a:solidFill>
              </a:rPr>
              <a:t>my_list</a:t>
            </a:r>
            <a:r>
              <a:rPr lang="en-US" dirty="0" smtClean="0">
                <a:solidFill>
                  <a:srgbClr val="002060"/>
                </a:solidFill>
              </a:rPr>
              <a:t>)</a:t>
            </a:r>
            <a:r>
              <a:rPr lang="en-US" dirty="0" smtClean="0">
                <a:solidFill>
                  <a:srgbClr val="FFFF00"/>
                </a:solidFill>
              </a:rPr>
              <a:t>):</a:t>
            </a:r>
            <a:r>
              <a:rPr lang="en-US" dirty="0" smtClean="0"/>
              <a:t> </a:t>
            </a:r>
            <a:endParaRPr lang="en-US" dirty="0" smtClean="0">
              <a:solidFill>
                <a:srgbClr val="FFFF00"/>
              </a:solidFill>
            </a:endParaRPr>
          </a:p>
          <a:p>
            <a:r>
              <a:rPr lang="en-US" dirty="0" smtClean="0"/>
              <a:t>    print(</a:t>
            </a:r>
            <a:r>
              <a:rPr lang="en-US" dirty="0" err="1" smtClean="0"/>
              <a:t>my_list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])</a:t>
            </a:r>
          </a:p>
          <a:p>
            <a:r>
              <a:rPr lang="en-US" dirty="0" smtClean="0"/>
              <a:t>    if </a:t>
            </a:r>
            <a:r>
              <a:rPr lang="en-US" dirty="0" err="1" smtClean="0"/>
              <a:t>my_list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 == 'Guru': </a:t>
            </a:r>
          </a:p>
          <a:p>
            <a:r>
              <a:rPr lang="en-US" dirty="0" smtClean="0"/>
              <a:t>    print('Found the name Guru') </a:t>
            </a:r>
          </a:p>
          <a:p>
            <a:r>
              <a:rPr lang="en-US" dirty="0" smtClean="0"/>
              <a:t>    break </a:t>
            </a:r>
          </a:p>
          <a:p>
            <a:r>
              <a:rPr lang="en-US" dirty="0" smtClean="0"/>
              <a:t>    print('After break statement') </a:t>
            </a:r>
          </a:p>
          <a:p>
            <a:r>
              <a:rPr lang="en-US" dirty="0" smtClean="0"/>
              <a:t>print('Loop is Terminated')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5127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Example: Break statement inside while-loop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err="1" smtClean="0">
                <a:solidFill>
                  <a:srgbClr val="002060"/>
                </a:solidFill>
              </a:rPr>
              <a:t>my_list</a:t>
            </a:r>
            <a:r>
              <a:rPr lang="en-US" dirty="0" smtClean="0">
                <a:solidFill>
                  <a:srgbClr val="002060"/>
                </a:solidFill>
              </a:rPr>
              <a:t> = ['</a:t>
            </a:r>
            <a:r>
              <a:rPr lang="en-US" dirty="0" err="1" smtClean="0">
                <a:solidFill>
                  <a:srgbClr val="002060"/>
                </a:solidFill>
              </a:rPr>
              <a:t>Siya</a:t>
            </a:r>
            <a:r>
              <a:rPr lang="en-US" dirty="0" smtClean="0">
                <a:solidFill>
                  <a:srgbClr val="002060"/>
                </a:solidFill>
              </a:rPr>
              <a:t>', '</a:t>
            </a:r>
            <a:r>
              <a:rPr lang="en-US" dirty="0" err="1" smtClean="0">
                <a:solidFill>
                  <a:srgbClr val="002060"/>
                </a:solidFill>
              </a:rPr>
              <a:t>Tiya</a:t>
            </a:r>
            <a:r>
              <a:rPr lang="en-US" dirty="0" smtClean="0">
                <a:solidFill>
                  <a:srgbClr val="002060"/>
                </a:solidFill>
              </a:rPr>
              <a:t>', 'Guru', '</a:t>
            </a:r>
            <a:r>
              <a:rPr lang="en-US" dirty="0" err="1" smtClean="0">
                <a:solidFill>
                  <a:srgbClr val="002060"/>
                </a:solidFill>
              </a:rPr>
              <a:t>Daksh</a:t>
            </a:r>
            <a:r>
              <a:rPr lang="en-US" dirty="0" smtClean="0">
                <a:solidFill>
                  <a:srgbClr val="002060"/>
                </a:solidFill>
              </a:rPr>
              <a:t>', '</a:t>
            </a:r>
            <a:r>
              <a:rPr lang="en-US" dirty="0" err="1" smtClean="0">
                <a:solidFill>
                  <a:srgbClr val="002060"/>
                </a:solidFill>
              </a:rPr>
              <a:t>Riya</a:t>
            </a:r>
            <a:r>
              <a:rPr lang="en-US" dirty="0" smtClean="0">
                <a:solidFill>
                  <a:srgbClr val="002060"/>
                </a:solidFill>
              </a:rPr>
              <a:t>', 'Guru']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= 0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while True: </a:t>
            </a:r>
          </a:p>
          <a:p>
            <a:r>
              <a:rPr lang="en-US" dirty="0" smtClean="0"/>
              <a:t>   print(</a:t>
            </a:r>
            <a:r>
              <a:rPr lang="en-US" dirty="0" err="1" smtClean="0"/>
              <a:t>my_list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]) </a:t>
            </a:r>
          </a:p>
          <a:p>
            <a:r>
              <a:rPr lang="en-US" dirty="0" smtClean="0"/>
              <a:t>   if (</a:t>
            </a:r>
            <a:r>
              <a:rPr lang="en-US" dirty="0" err="1" smtClean="0"/>
              <a:t>my_list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 == 'Guru'):</a:t>
            </a:r>
          </a:p>
          <a:p>
            <a:r>
              <a:rPr lang="en-US" dirty="0" smtClean="0"/>
              <a:t>   print('Found the name Guru')</a:t>
            </a:r>
          </a:p>
          <a:p>
            <a:r>
              <a:rPr lang="en-US" dirty="0" smtClean="0"/>
              <a:t>   break </a:t>
            </a:r>
          </a:p>
          <a:p>
            <a:r>
              <a:rPr lang="en-US" dirty="0" smtClean="0"/>
              <a:t>   print('After break statement')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+= 1 </a:t>
            </a:r>
          </a:p>
          <a:p>
            <a:r>
              <a:rPr lang="en-US" dirty="0" smtClean="0"/>
              <a:t>print('After while-loop exit')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058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Example: Break Statement inside nested loops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</a:t>
            </a:r>
            <a:r>
              <a:rPr lang="en-US" dirty="0" err="1" smtClean="0"/>
              <a:t>i</a:t>
            </a:r>
            <a:r>
              <a:rPr lang="en-US" dirty="0" smtClean="0"/>
              <a:t> in range(4): </a:t>
            </a:r>
          </a:p>
          <a:p>
            <a:r>
              <a:rPr lang="en-US" dirty="0" smtClean="0"/>
              <a:t>     for j in range(4):</a:t>
            </a:r>
          </a:p>
          <a:p>
            <a:r>
              <a:rPr lang="en-US" dirty="0" smtClean="0"/>
              <a:t>      if j==2: </a:t>
            </a:r>
          </a:p>
          <a:p>
            <a:r>
              <a:rPr lang="en-US" dirty="0" smtClean="0"/>
              <a:t>      break </a:t>
            </a:r>
          </a:p>
          <a:p>
            <a:r>
              <a:rPr lang="en-US" dirty="0" smtClean="0"/>
              <a:t>print("The number is ",</a:t>
            </a:r>
            <a:r>
              <a:rPr lang="en-US" dirty="0" err="1" smtClean="0"/>
              <a:t>i,j</a:t>
            </a:r>
            <a:r>
              <a:rPr lang="en-US" dirty="0" smtClean="0"/>
              <a:t>);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755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 : Continue inside for-loop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</a:t>
            </a:r>
            <a:r>
              <a:rPr lang="en-US" dirty="0" err="1" smtClean="0"/>
              <a:t>i</a:t>
            </a:r>
            <a:r>
              <a:rPr lang="en-US" dirty="0" smtClean="0"/>
              <a:t> in range(10):</a:t>
            </a:r>
          </a:p>
          <a:p>
            <a:r>
              <a:rPr lang="en-US" dirty="0" smtClean="0"/>
              <a:t>   if </a:t>
            </a:r>
            <a:r>
              <a:rPr lang="en-US" dirty="0" err="1" smtClean="0"/>
              <a:t>i</a:t>
            </a:r>
            <a:r>
              <a:rPr lang="en-US" dirty="0" smtClean="0"/>
              <a:t> == 7: </a:t>
            </a:r>
          </a:p>
          <a:p>
            <a:r>
              <a:rPr lang="en-US" dirty="0" smtClean="0"/>
              <a:t>   continue </a:t>
            </a:r>
          </a:p>
          <a:p>
            <a:r>
              <a:rPr lang="en-US" dirty="0" smtClean="0"/>
              <a:t>print("The Number is :" , 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2390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 : Continue inside while-loop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</a:t>
            </a:r>
            <a:r>
              <a:rPr lang="en-US" dirty="0" smtClean="0"/>
              <a:t> = 0 </a:t>
            </a:r>
          </a:p>
          <a:p>
            <a:r>
              <a:rPr lang="en-US" dirty="0" smtClean="0"/>
              <a:t> while </a:t>
            </a:r>
            <a:r>
              <a:rPr lang="en-US" dirty="0" err="1" smtClean="0"/>
              <a:t>i</a:t>
            </a:r>
            <a:r>
              <a:rPr lang="en-US" dirty="0" smtClean="0"/>
              <a:t> &lt;= 10: </a:t>
            </a:r>
          </a:p>
          <a:p>
            <a:r>
              <a:rPr lang="en-US" dirty="0" smtClean="0"/>
              <a:t>      if </a:t>
            </a:r>
            <a:r>
              <a:rPr lang="en-US" dirty="0" err="1" smtClean="0"/>
              <a:t>i</a:t>
            </a:r>
            <a:r>
              <a:rPr lang="en-US" dirty="0" smtClean="0"/>
              <a:t> == 7: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i</a:t>
            </a:r>
            <a:r>
              <a:rPr lang="en-US" dirty="0" smtClean="0"/>
              <a:t> += 1 </a:t>
            </a:r>
          </a:p>
          <a:p>
            <a:r>
              <a:rPr lang="en-US" dirty="0" smtClean="0"/>
              <a:t>      continue </a:t>
            </a:r>
          </a:p>
          <a:p>
            <a:r>
              <a:rPr lang="en-US" dirty="0" smtClean="0"/>
              <a:t>     print("The Number is :" , 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   </a:t>
            </a:r>
            <a:r>
              <a:rPr lang="en-US" dirty="0" err="1" smtClean="0"/>
              <a:t>i</a:t>
            </a:r>
            <a:r>
              <a:rPr lang="en-US" dirty="0" smtClean="0"/>
              <a:t> +=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73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Example: pass statement inside a function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 </a:t>
            </a:r>
            <a:r>
              <a:rPr lang="en-US" dirty="0" err="1" smtClean="0"/>
              <a:t>my_func</a:t>
            </a:r>
            <a:r>
              <a:rPr lang="en-US" dirty="0" smtClean="0"/>
              <a:t>(): </a:t>
            </a:r>
          </a:p>
          <a:p>
            <a:r>
              <a:rPr lang="en-US" dirty="0" smtClean="0"/>
              <a:t>    print('pass inside function')</a:t>
            </a:r>
          </a:p>
          <a:p>
            <a:r>
              <a:rPr lang="en-US" dirty="0" smtClean="0"/>
              <a:t>    pass </a:t>
            </a:r>
          </a:p>
          <a:p>
            <a:r>
              <a:rPr lang="en-US" dirty="0" err="1" smtClean="0"/>
              <a:t>my_func</a:t>
            </a:r>
            <a:r>
              <a:rPr lang="en-US" dirty="0" smtClean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326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483</Words>
  <Application>Microsoft Office PowerPoint</Application>
  <PresentationFormat>On-screen Show (4:3)</PresentationFormat>
  <Paragraphs>123</Paragraphs>
  <Slides>44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Conditional Statements And  Control Statements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Python Program to Check if a Number is a Palindrome </vt:lpstr>
      <vt:lpstr>Break and Continue in Python </vt:lpstr>
      <vt:lpstr>The use of break and continue in Python </vt:lpstr>
      <vt:lpstr>Python break statement </vt:lpstr>
      <vt:lpstr>Flowchart of break </vt:lpstr>
      <vt:lpstr>working of break statement</vt:lpstr>
      <vt:lpstr>Example: Python break </vt:lpstr>
      <vt:lpstr>Python continue statement </vt:lpstr>
      <vt:lpstr>Flowchart of continue  </vt:lpstr>
      <vt:lpstr>working of the continue statement in for and while loop is shown below.</vt:lpstr>
      <vt:lpstr>Example: Python continue </vt:lpstr>
      <vt:lpstr>Pass statement in Python </vt:lpstr>
      <vt:lpstr>Working Syntax pass</vt:lpstr>
      <vt:lpstr>Writing a function with no body </vt:lpstr>
      <vt:lpstr>Ignoring an if statement implementation </vt:lpstr>
      <vt:lpstr>PowerPoint Presentation</vt:lpstr>
      <vt:lpstr>The working example using break statement is as shown below:</vt:lpstr>
      <vt:lpstr>Example: Break statement inside while-loop </vt:lpstr>
      <vt:lpstr>Example: Break Statement inside nested loops </vt:lpstr>
      <vt:lpstr>Example : Continue inside for-loop </vt:lpstr>
      <vt:lpstr>Example : Continue inside while-loop </vt:lpstr>
      <vt:lpstr>Example: pass statement inside a function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Statements And  Control Statements </dc:title>
  <dc:creator>RLokesh</dc:creator>
  <cp:lastModifiedBy>Windows User</cp:lastModifiedBy>
  <cp:revision>16</cp:revision>
  <dcterms:created xsi:type="dcterms:W3CDTF">2021-09-28T06:10:47Z</dcterms:created>
  <dcterms:modified xsi:type="dcterms:W3CDTF">2024-10-14T07:29:38Z</dcterms:modified>
</cp:coreProperties>
</file>