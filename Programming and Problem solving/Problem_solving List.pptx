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9" r:id="rId6"/>
    <p:sldId id="275" r:id="rId7"/>
    <p:sldId id="276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277" r:id="rId18"/>
    <p:sldId id="278" r:id="rId19"/>
    <p:sldId id="280" r:id="rId20"/>
    <p:sldId id="29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9CA54A-2F2B-4C07-A7B2-E44469FA8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42664C9-89D5-4A4D-84BB-750C0FF8B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F16D3BF-AF0C-4E14-90CE-11183217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69E487B-D8C5-4218-B6ED-0A8B18CC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482FA4-DBE4-4BBE-A6D4-2E7FDF99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5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8840A0-C7BD-4A3D-90A7-F9B34AF9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F530DC2-36C9-490F-B7EB-01A9AB3E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076FB7B-11C6-4186-BB91-CD0CB9B6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0681E40-9A78-4BA2-8BAF-6B7FF5A7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953D17F-7248-42FE-8464-A9A9FF52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929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799EA9-114D-4BE6-82D4-581B6B01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256358B-9A1E-48E5-AA75-84BC55642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D415C9A-28CA-40D1-AACD-A596BF75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AD272E6-97B7-4A58-B56C-996C1415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862EFA4-3FBA-4533-B4DF-5DED7071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5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7B0FAA-38AD-431F-9F61-E9998537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AFBD8B6-AE1F-466B-A926-E9AA7682A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9B5CA07-8003-460F-96E5-C1A146F6E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03A8334-48E3-4E9B-9172-50E25A20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8B507C5-2D78-4F16-8FA5-F72B2A89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1FD4ED4-1200-4E39-BFAF-50DA7F63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89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F52A9C-D99B-49D7-8377-B2CFACD8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BD190B8-C4E0-4B25-98AC-0214767D2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9283EDD-FFA9-4CAC-8BF6-1FA55DC53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FAE767E-8284-4519-8501-F4726D15B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9F5782E-D3D2-488E-8C8A-6B6F958F7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233E79D-7F8C-45F0-90D8-70DC44E3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BA735B2-10D3-44AA-AF12-E86AE717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BB61E31-F806-474D-84A5-6AC70E0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68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1087A0-CF57-4FBA-B9F2-760F80A0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377D700-EBFA-4C89-9D64-D2E9EC34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CE3205B-BF1E-4616-B5E4-66D41D94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588414F-A056-4D6E-AA44-F9185EE6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84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9CCF53F-B95B-4CF1-B8E6-9CCC2CB9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C46408B-EF90-4FAE-AFCA-CB44B4E31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5EEAD93-772F-486F-841E-ECA22ADB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20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D3567D-94F8-4D1C-9513-57B8C210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0E09E0-105D-4CE6-B2FC-4E5A6AE35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5842B5F-21DF-46B3-A2E6-607D8DF2C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70E9CC7-2284-4D52-8578-2197239A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9D6FE8B-4F47-4E48-BB01-B5221037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D15E5A3-8847-4B1D-9C6E-15F7D784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16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10FAA1-32A1-4A81-B373-839C18960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53BCAD2-CB3D-47AA-B096-B1A4A5E05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A7351E3-5BCD-4301-9F1F-F5BCD000D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E55EAF9-3B5F-4E2A-9730-102D0F58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4687F63-20C1-4BA7-8A58-7451E34D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1AB345-1606-4DB2-B0E8-2E30153C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0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6206C3-B77F-4BBB-A3E5-5548EF04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DD7FBD3-9DE3-4FB6-81EF-BD084CE36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A96D4C-72FF-4194-B926-F289355E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C0055A-97F9-438D-8A30-F7007E5B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283089-419F-48B2-A2A9-CEDE525C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30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FE9E6ED-2552-492A-96C6-C7BA6C71AD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AEA72F2-EA66-4F1E-B6FC-A94101510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21967F4-F327-4E6B-B1E9-4DF1BE6F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8461AE8-BED2-4726-BDD2-C6998717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89DEB4-AA04-412B-80F9-9C3E9C49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49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491FCFD-3745-4474-A754-5A50432A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5DF0034-6CA1-4989-9B3D-61203EE91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C68B71-A39C-4F06-84A1-0DEC67ABA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C6273-199D-4F9F-AF4D-A2BC4DDDAB4A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96FF8C6-4385-47F3-9EA4-9875E7076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FC30AF7-781E-4168-A2A2-5FE542F31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F24AE-E5E9-4A8C-A696-6A5E90AE2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5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E79154-1C7E-4BE7-8EE9-75B250A167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128538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6C2D7D9-1A7C-4CD7-A6F5-659D188A5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8" y="769484"/>
            <a:ext cx="10737671" cy="53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5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4121D3-E513-4EE0-8290-FC01E321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B4D95D4-6A29-4BA5-A773-1A7853F24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 list is a collection of values. </a:t>
            </a:r>
          </a:p>
          <a:p>
            <a:r>
              <a:rPr lang="en-IN" sz="2400" dirty="0"/>
              <a:t>A list may contain different types of values.</a:t>
            </a:r>
          </a:p>
          <a:p>
            <a:r>
              <a:rPr lang="en-IN" sz="2400" dirty="0"/>
              <a:t>To define a list, we must put values separated with commas in square brackets. </a:t>
            </a:r>
          </a:p>
          <a:p>
            <a:r>
              <a:rPr lang="en-IN" sz="2400" dirty="0"/>
              <a:t>We don’t need to declare a type for a list.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4EC6DB0-D947-4C2A-99BE-4B2710AB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604" y="4001294"/>
            <a:ext cx="5657818" cy="152242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975" y="4710889"/>
            <a:ext cx="14192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269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B48BB0-BF76-467A-8EAA-FB1B9B87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/>
              <a:t>Slicing a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8E8F76F-8DF6-4FC1-8716-5A77455CE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Slicing a List: </a:t>
            </a:r>
            <a:r>
              <a:rPr lang="en-IN" sz="2000" dirty="0"/>
              <a:t>We can slice a list with the slicing operator.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Indexing for a list begins with 0 (like for a string)</a:t>
            </a:r>
          </a:p>
          <a:p>
            <a:r>
              <a:rPr lang="en-IN" sz="2400" dirty="0"/>
              <a:t>Length of a List: </a:t>
            </a:r>
            <a:r>
              <a:rPr lang="en-IN" sz="2000" dirty="0"/>
              <a:t>Python supports an inbuilt function to calculate the length of a list.</a:t>
            </a:r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58DE7D3-A56B-4905-B180-6847EA2B7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251" y="2395343"/>
            <a:ext cx="2514600" cy="1171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5C94393-355D-4C62-A437-E42B72C2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251" y="5027742"/>
            <a:ext cx="2486025" cy="105727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735" y="296657"/>
            <a:ext cx="3619033" cy="2942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735" y="3370391"/>
            <a:ext cx="3619033" cy="252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780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88" y="472869"/>
            <a:ext cx="8072438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110" y="472869"/>
            <a:ext cx="7883885" cy="558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95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77" y="164076"/>
            <a:ext cx="7566394" cy="6411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478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384" y="202023"/>
            <a:ext cx="8232313" cy="369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223" y="4144297"/>
            <a:ext cx="5789714" cy="2428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835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47" y="155778"/>
            <a:ext cx="3510824" cy="1584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812" y="191421"/>
            <a:ext cx="4294644" cy="154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62" y="2343149"/>
            <a:ext cx="8237994" cy="1686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35" y="4238625"/>
            <a:ext cx="4276725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34" y="4552949"/>
            <a:ext cx="371475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649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manipulation</a:t>
            </a: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08" y="1468385"/>
            <a:ext cx="4592843" cy="5190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067" y="111533"/>
            <a:ext cx="3707682" cy="3767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7" y="4301920"/>
            <a:ext cx="6006014" cy="180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420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13" y="198643"/>
            <a:ext cx="4238625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947" y="198643"/>
            <a:ext cx="154305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947" y="408193"/>
            <a:ext cx="3123240" cy="933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947" y="1743381"/>
            <a:ext cx="3555462" cy="1265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947" y="3703843"/>
            <a:ext cx="481012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84" y="4899230"/>
            <a:ext cx="6088063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865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90" y="135808"/>
            <a:ext cx="6211887" cy="46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765" y="5411429"/>
            <a:ext cx="4648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95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71" y="399128"/>
            <a:ext cx="4171950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903" y="197414"/>
            <a:ext cx="6002337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08" y="4546037"/>
            <a:ext cx="4162425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72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4" y="257790"/>
            <a:ext cx="5964237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4" y="3224059"/>
            <a:ext cx="444817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436" y="552758"/>
            <a:ext cx="4238625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669" y="1824652"/>
            <a:ext cx="489585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208" y="4410075"/>
            <a:ext cx="5076825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03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FAA4F9-9121-433D-8E56-9123F2DB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/>
              <a:t>Reassigning and Iterating a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FFB0CD8-3112-4A5F-8345-B741A6BE1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Reassigning elements of a list: </a:t>
            </a:r>
            <a:r>
              <a:rPr lang="en-IN" sz="2000" dirty="0"/>
              <a:t>A list is mutable. This means that you can reassign elements later on.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400" dirty="0"/>
              <a:t>Iterating on the List: </a:t>
            </a:r>
            <a:r>
              <a:rPr lang="en-IN" sz="2000" dirty="0"/>
              <a:t>A loop is used to access each element one by one. 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EA7DFFA-7DBE-4D04-A8B6-8CF5EC4EC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870" y="2512729"/>
            <a:ext cx="5285454" cy="13435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AA938B3-3B82-4ED3-B6FC-A2D5CEA21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787" y="5157788"/>
            <a:ext cx="3038475" cy="1019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9E792D8-ED99-42A8-9B6A-C8A2C2DC3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665" y="4543425"/>
            <a:ext cx="12001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4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38317D-CB8E-4F31-A92A-DAA82F32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/>
              <a:t>Multidimensional </a:t>
            </a:r>
            <a:r>
              <a:rPr lang="en-IN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D8B7D1-EAAC-4C97-A146-196CC9306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424"/>
          </a:xfrm>
        </p:spPr>
        <p:txBody>
          <a:bodyPr>
            <a:normAutofit/>
          </a:bodyPr>
          <a:lstStyle/>
          <a:p>
            <a:r>
              <a:rPr lang="en-IN" sz="2400" dirty="0"/>
              <a:t>Multidimensional lists: </a:t>
            </a:r>
            <a:r>
              <a:rPr lang="en-IN" sz="2000" dirty="0"/>
              <a:t>We can also put a list in a list.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We can choose to go deeper.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b="0" i="0" dirty="0">
                <a:solidFill>
                  <a:srgbClr val="444444"/>
                </a:solidFill>
                <a:effectLst/>
              </a:rPr>
              <a:t>To access the element 4 here, we type the following code into the shell.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59FFCD3-B5C9-4DA3-8B62-C046E94F7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808" y="2391843"/>
            <a:ext cx="9173645" cy="1517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AD931A-7A34-44FF-9D09-F367CF4F4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567" y="4312978"/>
            <a:ext cx="4216774" cy="15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F66005C-CC62-4648-8E6C-579E513F6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584" y="5362089"/>
            <a:ext cx="2912706" cy="13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9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BCA9E8-E9CF-40F4-B631-C4B98C97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Delete a Python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240415-7A38-4A99-9A2D-5544B4C7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0" i="0" dirty="0">
                <a:solidFill>
                  <a:srgbClr val="444444"/>
                </a:solidFill>
                <a:effectLst/>
              </a:rPr>
              <a:t>Deleting the entire list:</a:t>
            </a:r>
          </a:p>
          <a:p>
            <a:endParaRPr lang="en-IN" sz="2400" dirty="0">
              <a:solidFill>
                <a:srgbClr val="444444"/>
              </a:solidFill>
            </a:endParaRPr>
          </a:p>
          <a:p>
            <a:endParaRPr lang="en-IN" sz="2400" b="0" i="0" dirty="0">
              <a:solidFill>
                <a:srgbClr val="444444"/>
              </a:solidFill>
              <a:effectLst/>
            </a:endParaRPr>
          </a:p>
          <a:p>
            <a:endParaRPr lang="en-IN" sz="2400" dirty="0">
              <a:solidFill>
                <a:srgbClr val="444444"/>
              </a:solidFill>
            </a:endParaRPr>
          </a:p>
          <a:p>
            <a:endParaRPr lang="en-IN" sz="2400" b="0" i="0" dirty="0">
              <a:solidFill>
                <a:srgbClr val="444444"/>
              </a:solidFill>
              <a:effectLst/>
            </a:endParaRPr>
          </a:p>
          <a:p>
            <a:r>
              <a:rPr lang="en-IN" sz="2400" b="0" i="0" dirty="0">
                <a:solidFill>
                  <a:srgbClr val="444444"/>
                </a:solidFill>
                <a:effectLst/>
              </a:rPr>
              <a:t>Deleting a few elements : </a:t>
            </a:r>
          </a:p>
          <a:p>
            <a:pPr marL="0" indent="0">
              <a:buNone/>
            </a:pPr>
            <a:r>
              <a:rPr lang="en-IN" sz="2000" b="0" i="0" dirty="0">
                <a:solidFill>
                  <a:srgbClr val="444444"/>
                </a:solidFill>
                <a:effectLst/>
              </a:rPr>
              <a:t>    Use the slicing operator in python </a:t>
            </a:r>
          </a:p>
          <a:p>
            <a:pPr marL="0" indent="0">
              <a:buNone/>
            </a:pPr>
            <a:r>
              <a:rPr lang="en-IN" sz="2000" b="0" i="0" dirty="0">
                <a:solidFill>
                  <a:srgbClr val="444444"/>
                </a:solidFill>
                <a:effectLst/>
              </a:rPr>
              <a:t>    to delete a slice.</a:t>
            </a:r>
          </a:p>
          <a:p>
            <a:pPr marL="0" indent="0">
              <a:buNone/>
            </a:pPr>
            <a:endParaRPr lang="en-IN" sz="2000" b="0" i="0" dirty="0">
              <a:solidFill>
                <a:srgbClr val="444444"/>
              </a:solidFill>
              <a:effectLst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4EF0C9C-B83C-422B-9483-653E7E076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293" y="2436747"/>
            <a:ext cx="3190194" cy="884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A71AEA1-3CA7-43A9-B762-A62EC2E67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845" y="3575147"/>
            <a:ext cx="3876675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8DE75E9-FF35-4053-BE1A-2C499EEB8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537" y="3956146"/>
            <a:ext cx="7099332" cy="28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73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CDE874-EB44-433F-B850-170E4874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902521-FA1C-4ACB-AA85-1F0930457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70637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433F065EB5D54B810525532F644710" ma:contentTypeVersion="2" ma:contentTypeDescription="Create a new document." ma:contentTypeScope="" ma:versionID="4616a87e4d0c608a23833d6bb4678d47">
  <xsd:schema xmlns:xsd="http://www.w3.org/2001/XMLSchema" xmlns:xs="http://www.w3.org/2001/XMLSchema" xmlns:p="http://schemas.microsoft.com/office/2006/metadata/properties" xmlns:ns2="3375627d-486e-458e-b537-71d2b3d2f487" targetNamespace="http://schemas.microsoft.com/office/2006/metadata/properties" ma:root="true" ma:fieldsID="68574f94a8af6fb41dc55666ba22a908" ns2:_="">
    <xsd:import namespace="3375627d-486e-458e-b537-71d2b3d2f4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75627d-486e-458e-b537-71d2b3d2f4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88D775-F966-41FC-8D96-F1C3942A0D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75627d-486e-458e-b537-71d2b3d2f4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D7A2AF-6543-403F-97CD-09BC0D72DF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23E897-6349-4A30-960A-0ED1EE4E671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206</Words>
  <Application>Microsoft Office PowerPoint</Application>
  <PresentationFormat>Custom</PresentationFormat>
  <Paragraphs>44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List</vt:lpstr>
      <vt:lpstr>PowerPoint Presentation</vt:lpstr>
      <vt:lpstr>Lists</vt:lpstr>
      <vt:lpstr>Slicing a List</vt:lpstr>
      <vt:lpstr>PowerPoint Presentation</vt:lpstr>
      <vt:lpstr>PowerPoint Presentation</vt:lpstr>
      <vt:lpstr>PowerPoint Presentation</vt:lpstr>
      <vt:lpstr>PowerPoint Presentation</vt:lpstr>
      <vt:lpstr>manipulation</vt:lpstr>
      <vt:lpstr>PowerPoint Presentation</vt:lpstr>
      <vt:lpstr>PowerPoint Presentation</vt:lpstr>
      <vt:lpstr>PowerPoint Presentation</vt:lpstr>
      <vt:lpstr>PowerPoint Presentation</vt:lpstr>
      <vt:lpstr>Reassigning and Iterating a List</vt:lpstr>
      <vt:lpstr>Multidimensional Lists</vt:lpstr>
      <vt:lpstr>Delete a Python List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</dc:title>
  <dc:creator>155CS14</dc:creator>
  <cp:lastModifiedBy>Windows User</cp:lastModifiedBy>
  <cp:revision>56</cp:revision>
  <dcterms:created xsi:type="dcterms:W3CDTF">2020-12-03T05:12:03Z</dcterms:created>
  <dcterms:modified xsi:type="dcterms:W3CDTF">2024-04-24T05:10:40Z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0x01010027433F065EB5D54B810525532F644710</vt:lpwstr>
  </property>
</Properties>
</file>