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3" r:id="rId6"/>
    <p:sldId id="274" r:id="rId7"/>
    <p:sldId id="275" r:id="rId8"/>
    <p:sldId id="27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601D63-23CD-49FA-8C73-6D4F67186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FA27053-AF9E-48C3-969C-8D1ECA73A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E787E9E-CE3A-4C17-BEBA-FA9464B5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3D1B72-636B-4412-9D5C-08BC94DB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EAEFFA1-ED8F-44E0-B2CA-631D1E72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0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FED1CC-E6C7-40AC-A668-672B0F42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113D43-85C6-42DA-995A-9148E2E7F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F85124-6D24-4092-B4A6-8F4544CF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260C5FC-F917-4DF1-B198-8C806E47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855316B-F44D-4A46-BB30-2410685D0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3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259AF0-50DC-4337-9F23-C86999BC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B9B396E-ABC7-4F04-8C26-F011F509F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9D2C4D-DB97-463D-84E7-B9583D9E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FA6E37-2DAC-4AA6-84A2-3A72E65D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8B4970-F792-4370-86FE-95F66D85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36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627022-1742-40BA-B0E3-347312BA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326AFF-A822-4D73-8495-C57CBA2B5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B585C67-E7F0-4BC6-AF95-3EB7EA56D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B047831-ED0B-48BA-A864-9510355B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C4C613E-FA73-42E3-981D-D4B68429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D77A69C-3147-435F-B381-17499E92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89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BBC7C2-01A2-431B-8783-202BFCBD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50677A7-CC78-4D46-81B1-E60BB2A7A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60A0F1A-197F-4CA6-ADD6-55552BAAE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867726E-CBB1-4FA4-876E-C49B33020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167EF32-95D2-4286-95DF-889439705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DF45A96-72CB-443A-9390-1DDF25CD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485B30E-3370-4020-BF43-2F9E50F4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F6D7790-FB98-4B57-8DC7-930DE84B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015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C35A1E-78C3-4D37-B076-4CA4CCC74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65713FA-DBC7-4312-BFB5-2264F6F4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6793B1D-3862-4D2E-A058-552641E7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B4BABBB-656A-4108-A1C4-003B5DAF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72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27C3723-BB2F-4BC2-8948-AF5844C85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2DF18E9-2887-48E1-8093-88E701B6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C48F9ED-9544-45BB-A344-39FAB64A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9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3162F4-59C1-4C79-90FF-8E6368CFA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F49E92-A519-45FA-8C7B-AD8261773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F614F69-B9E8-419A-B77C-0CF362B7E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72A05F0-7FB2-4254-B4C2-AE07D9FD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930DEF4-7392-4717-97A3-F1E8FBC5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BEA9C16-617B-4C7A-83F2-80958448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85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54AE8A-EB60-4707-B22A-3900860FB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86C14466-47C9-4DE1-9B72-0FDA273DF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409B6CB-1638-4660-9140-AAB14B652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A45F8EC-DA36-4ACB-9BA3-77234C81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A23E763-CE45-4DE4-A230-6C851066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3226798-2471-43C3-AFCC-AFF87D0C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3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BA0D57-9EF1-4203-B61C-D1597955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6709673-592F-4B7B-985C-3FF8BF9E9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D832BC6-3CC8-4D01-B8E2-A3CB6019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6D0CE3-4BE1-417C-AEC9-368821B0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542E55B-457D-40A1-A8F7-54BBFD18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15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691919-503D-46A8-8338-5E092047F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F6CB872-8947-40FF-B209-CD4CC6B4B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BD34CAC-216A-4AFD-8515-9F09DAFB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7A8D1A7-0763-4513-9F3E-A92EFF33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A0F9FD5-7623-42E6-B016-0CA6DB73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85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6A9874B-FA88-42E7-BF06-9733FF0D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F8FD7A9-1495-4CFD-B74E-1D91651F4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F461D6-3310-4E8A-B510-A5029491C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7D140-306B-489A-8CAD-12C75D657E0B}" type="datetimeFigureOut">
              <a:rPr lang="en-IN" smtClean="0"/>
              <a:t>20-12-2023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D788479-96E2-48D6-9455-758A711C0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A3C0963-42E1-4252-B1E7-C747947DF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D5CB6-C13D-4A59-9623-8B24E968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49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8DB330-A182-47A3-AF66-59DB2A87CB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Tuple</a:t>
            </a:r>
          </a:p>
        </p:txBody>
      </p:sp>
    </p:spTree>
    <p:extLst>
      <p:ext uri="{BB962C8B-B14F-4D97-AF65-F5344CB8AC3E}">
        <p14:creationId xmlns:p14="http://schemas.microsoft.com/office/powerpoint/2010/main" val="237122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423" y="1342104"/>
            <a:ext cx="6566877" cy="4183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56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948" y="1134581"/>
            <a:ext cx="5807485" cy="4455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547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791343"/>
            <a:ext cx="4253207" cy="233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545" y="3952875"/>
            <a:ext cx="4191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002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272" y="1278721"/>
            <a:ext cx="7785152" cy="430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97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D51D33-CA4C-4697-B59E-12DC9C82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Deleting a Python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560BCF6-A7E8-424C-8DEE-63656F42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A Python Tuple is immutable. This also means that we can not delete just a part of it. </a:t>
            </a:r>
          </a:p>
          <a:p>
            <a:pPr algn="just"/>
            <a:r>
              <a:rPr lang="en-IN" sz="2400" dirty="0"/>
              <a:t>We must delete an entire Tuple.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                                                                               :   </a:t>
            </a:r>
            <a:r>
              <a:rPr lang="en-IN" sz="1600" dirty="0">
                <a:solidFill>
                  <a:srgbClr val="444444"/>
                </a:solidFill>
                <a:latin typeface="Georgia" panose="02040502050405020303" pitchFamily="18" charset="0"/>
              </a:rPr>
              <a:t>D</a:t>
            </a:r>
            <a:r>
              <a:rPr lang="en-IN" sz="16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eleting a single element did not work. </a:t>
            </a:r>
          </a:p>
          <a:p>
            <a:pPr algn="just"/>
            <a:endParaRPr lang="en-IN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just"/>
            <a:endParaRPr lang="en-IN" sz="16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/>
            <a:endParaRPr lang="en-IN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just"/>
            <a:endParaRPr lang="en-IN" sz="16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/>
            <a:r>
              <a:rPr lang="en-IN" sz="2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en-IN" sz="16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                                                                                                             :   As we can see, that did not work either.</a:t>
            </a:r>
            <a:endParaRPr lang="en-IN" sz="24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/>
            <a:endParaRPr lang="en-IN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just"/>
            <a:endParaRPr lang="en-IN" sz="16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/>
            <a:endParaRPr lang="en-IN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marL="0" indent="0" algn="just">
              <a:buNone/>
            </a:pPr>
            <a:endParaRPr lang="en-IN" sz="16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/>
            <a:endParaRPr lang="en-IN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just"/>
            <a:endParaRPr lang="en-IN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just"/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0812977-8938-4945-BCFA-A1DB27AA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66" y="3165361"/>
            <a:ext cx="3820068" cy="659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1C7B639-B524-4B64-93B7-4B97F5150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93" y="3959877"/>
            <a:ext cx="5357327" cy="400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DF7D59F-26DB-4427-A101-733C241CC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066" y="5027216"/>
            <a:ext cx="3540869" cy="7877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71CE6E51-BB43-441A-A00D-A7D3B8D6D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93" y="5827986"/>
            <a:ext cx="5314950" cy="361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97B03C7-3E92-4708-A841-6004CB9ACB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1005" y="2360015"/>
            <a:ext cx="3396343" cy="93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6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F19484-47A4-4054-8072-3454CFC66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Deleting a Python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332617C-1957-4919-95D7-E0C81F9F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3098" cy="4351338"/>
          </a:xfrm>
        </p:spPr>
        <p:txBody>
          <a:bodyPr>
            <a:normAutofit/>
          </a:bodyPr>
          <a:lstStyle/>
          <a:p>
            <a:endParaRPr lang="en-IN" sz="16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endParaRPr lang="en-IN" sz="16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r>
              <a:rPr lang="en-IN" sz="16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                                                                                            :  We see that the Python Tuple has successfully been deleted.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263481E-E4B5-4EDF-B8EC-84748DD75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621" y="1825625"/>
            <a:ext cx="3224401" cy="866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531D93F-6F7C-4316-B4BF-7AE4CB78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678" y="3089793"/>
            <a:ext cx="44862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98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16E1A6-5DC9-4030-91B0-BBFB7192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/>
              <a:t>Reassigning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1B13F7-4244-41D4-B166-B6B9061D3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5763"/>
          </a:xfrm>
        </p:spPr>
        <p:txBody>
          <a:bodyPr>
            <a:normAutofit/>
          </a:bodyPr>
          <a:lstStyle/>
          <a:p>
            <a:r>
              <a:rPr lang="en-IN" sz="2400" dirty="0"/>
              <a:t>A Python tuple is immutable. So let’s try changing a value.</a:t>
            </a:r>
          </a:p>
          <a:p>
            <a:r>
              <a:rPr lang="en-IN" sz="2400" dirty="0"/>
              <a:t>Let’s take a new tuple with a list as an item in it.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Now, let’s try changing the list [4,5]. Its index is 3.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Now how about changing an element from the same list: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3EFF798-F907-49BB-9872-CFFD9917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58" y="2824696"/>
            <a:ext cx="4097342" cy="752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C9A1166-A597-4221-B030-811184BFE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31" y="4220755"/>
            <a:ext cx="3392551" cy="752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495C79C-174D-4EFB-8F21-E54803AEB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829" y="4973328"/>
            <a:ext cx="5715000" cy="428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DD0F551-9DB6-46E6-9B27-03CE78866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4160" y="4936942"/>
            <a:ext cx="3716332" cy="155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61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F9B47E-6C5E-4843-B8FF-64F0F3CEE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12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Tuple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67AF076-6A62-45EE-B1F6-637F4A136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02" y="1391913"/>
            <a:ext cx="95345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5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4D630F-5CBD-48AD-9047-63EFF876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DD53F9-EFE5-445D-8EFF-66F7B7535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4102" cy="4351338"/>
          </a:xfrm>
        </p:spPr>
        <p:txBody>
          <a:bodyPr/>
          <a:lstStyle/>
          <a:p>
            <a:r>
              <a:rPr lang="en-IN" dirty="0" err="1"/>
              <a:t>len</a:t>
            </a:r>
            <a:r>
              <a:rPr lang="en-IN" dirty="0"/>
              <a:t>():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7082DFF-9D9C-4B4C-B0EA-7EB098C9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970" y="1825625"/>
            <a:ext cx="3296720" cy="257611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5CE82A2C-9191-4FD2-9668-226189BED9B2}"/>
              </a:ext>
            </a:extLst>
          </p:cNvPr>
          <p:cNvSpPr txBox="1">
            <a:spLocks/>
          </p:cNvSpPr>
          <p:nvPr/>
        </p:nvSpPr>
        <p:spPr>
          <a:xfrm>
            <a:off x="5917163" y="1825560"/>
            <a:ext cx="52515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max():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000" dirty="0"/>
              <a:t>Let’s try that on strings.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But we can not compare an </a:t>
            </a:r>
            <a:r>
              <a:rPr lang="en-IN" sz="2000" b="1" dirty="0"/>
              <a:t>int</a:t>
            </a:r>
            <a:r>
              <a:rPr lang="en-IN" sz="2000" dirty="0"/>
              <a:t> and a </a:t>
            </a:r>
            <a:r>
              <a:rPr lang="en-IN" sz="2000" b="1" dirty="0"/>
              <a:t>string</a:t>
            </a:r>
            <a:r>
              <a:rPr lang="en-IN" sz="20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F961404-AB34-4D69-A9F5-C3132F03C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603" y="2103437"/>
            <a:ext cx="3616525" cy="1435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AD54EFC6-EEAA-48BE-A5EA-256CC2EA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603" y="4238820"/>
            <a:ext cx="3857625" cy="116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4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1E9FA3-B22F-46F9-8336-667C4A6E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Functions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6C089CEF-C255-4DCF-A288-22586F6813DA}"/>
              </a:ext>
            </a:extLst>
          </p:cNvPr>
          <p:cNvSpPr txBox="1">
            <a:spLocks/>
          </p:cNvSpPr>
          <p:nvPr/>
        </p:nvSpPr>
        <p:spPr>
          <a:xfrm>
            <a:off x="943947" y="1956188"/>
            <a:ext cx="52515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min():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sum()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DC7E2A72-9A16-43DF-A005-8FD1E1A7E0D1}"/>
              </a:ext>
            </a:extLst>
          </p:cNvPr>
          <p:cNvSpPr txBox="1">
            <a:spLocks/>
          </p:cNvSpPr>
          <p:nvPr/>
        </p:nvSpPr>
        <p:spPr>
          <a:xfrm>
            <a:off x="5996474" y="1956188"/>
            <a:ext cx="55828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any():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81115AB-B3CC-474C-AA6B-31F29A3CD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548" y="2331777"/>
            <a:ext cx="2776421" cy="12511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C935DF26-611F-42F6-868B-913FC03FC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891" y="4509407"/>
            <a:ext cx="2660078" cy="13074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AB9D0CD7-B71A-4C3E-8F1A-558868E72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380" y="2030964"/>
            <a:ext cx="2596542" cy="388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78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AEBCD7-C3D9-486F-94E3-0944F9B4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8AC2673F-1069-4173-9CC9-6ED445DDA66D}"/>
              </a:ext>
            </a:extLst>
          </p:cNvPr>
          <p:cNvSpPr txBox="1">
            <a:spLocks/>
          </p:cNvSpPr>
          <p:nvPr/>
        </p:nvSpPr>
        <p:spPr>
          <a:xfrm>
            <a:off x="838200" y="1844220"/>
            <a:ext cx="55828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all(): </a:t>
            </a:r>
            <a:r>
              <a:rPr lang="en-IN" sz="16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It returns True only if all items have a Boolean value of True. Otherwise, it returns False.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09A771DA-D4A2-49E5-8433-629574A17ECC}"/>
              </a:ext>
            </a:extLst>
          </p:cNvPr>
          <p:cNvSpPr txBox="1">
            <a:spLocks/>
          </p:cNvSpPr>
          <p:nvPr/>
        </p:nvSpPr>
        <p:spPr>
          <a:xfrm>
            <a:off x="6486330" y="1844220"/>
            <a:ext cx="55828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sorted(): </a:t>
            </a:r>
            <a:r>
              <a:rPr lang="en-IN" sz="1600" dirty="0">
                <a:solidFill>
                  <a:srgbClr val="444444"/>
                </a:solidFill>
                <a:latin typeface="Georgia" panose="02040502050405020303" pitchFamily="18" charset="0"/>
              </a:rPr>
              <a:t>It </a:t>
            </a:r>
            <a:r>
              <a:rPr lang="en-IN" sz="16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returns a sorted version of the tuple. The sorting is in ascending order, and it doesn’t modify the original tuple in Python.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576D63F-7617-48FF-BB96-15F998AC1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14" y="2626616"/>
            <a:ext cx="3586746" cy="3125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6A6973-213F-4C41-862F-139C3C933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925" y="2994155"/>
            <a:ext cx="3517129" cy="86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04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2991BB-D9FB-42C4-A5EB-B3D6E27D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B154EB-7FCF-4839-A12B-A003AEEEE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tuple(): </a:t>
            </a:r>
            <a:r>
              <a:rPr lang="en-IN" sz="2400" b="0" i="0" dirty="0">
                <a:solidFill>
                  <a:srgbClr val="444444"/>
                </a:solidFill>
                <a:effectLst/>
              </a:rPr>
              <a:t>This function converts another construct into a Python tuple. 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CCAA5DF-4F83-4131-922F-950FB1CE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817" y="2559422"/>
            <a:ext cx="3692980" cy="3142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16E6504-4F51-42BC-A548-EAEB75FB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333" y="2481749"/>
            <a:ext cx="3352704" cy="161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79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69DBE0-283E-4B05-978F-37E78E19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Tuple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61805A-3464-4653-86CB-F97D564EB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/>
              <a:t>A method is a sequence of instructions to perform on something. Unlike a function, it does modify the construct on which it is called. </a:t>
            </a:r>
          </a:p>
          <a:p>
            <a:pPr algn="just"/>
            <a:r>
              <a:rPr lang="en-IN" sz="2000" dirty="0"/>
              <a:t>we call a method using the dot operator in python.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b="1" i="0" dirty="0">
                <a:solidFill>
                  <a:srgbClr val="444444"/>
                </a:solidFill>
                <a:effectLst/>
              </a:rPr>
              <a:t>index()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: This method takes one argument and returns the index of the first appearance of an item in a tuple.</a:t>
            </a:r>
          </a:p>
          <a:p>
            <a:pPr algn="just"/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12AAE33-FDD9-4B72-99CA-9D072B86C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577" y="4129865"/>
            <a:ext cx="4171731" cy="158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9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929483-AC5D-418B-8C97-B487833C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2DD9CC-42A5-417F-A576-632104F9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i="0" dirty="0">
                <a:solidFill>
                  <a:srgbClr val="444444"/>
                </a:solidFill>
                <a:effectLst/>
              </a:rPr>
              <a:t>count(): </a:t>
            </a:r>
            <a:r>
              <a:rPr lang="en-IN" sz="2000" i="0" dirty="0">
                <a:solidFill>
                  <a:srgbClr val="444444"/>
                </a:solidFill>
                <a:effectLst/>
              </a:rPr>
              <a:t>This method takes one argument and returns the number of times an item appears in the tuple.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3C739F6-4122-40BD-9959-55C7DB44F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531" y="2749546"/>
            <a:ext cx="3186404" cy="135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15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510530-0217-4D6D-B4E4-48837D75B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Tuple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77D473-EEB1-457C-AD65-CA3501F0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0" i="0" dirty="0">
                <a:solidFill>
                  <a:srgbClr val="444444"/>
                </a:solidFill>
                <a:effectLst/>
              </a:rPr>
              <a:t>Membership: 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We can apply the ‘</a:t>
            </a:r>
            <a:r>
              <a:rPr lang="en-IN" sz="2000" b="1" i="0" dirty="0">
                <a:solidFill>
                  <a:srgbClr val="444444"/>
                </a:solidFill>
                <a:effectLst/>
              </a:rPr>
              <a:t>in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’ and ‘</a:t>
            </a:r>
            <a:r>
              <a:rPr lang="en-IN" sz="2000" b="1" i="0" dirty="0">
                <a:solidFill>
                  <a:srgbClr val="444444"/>
                </a:solidFill>
                <a:effectLst/>
              </a:rPr>
              <a:t>not in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’ operators on items. This tells us whether they belong to the tuple.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E51C6E9-AA06-4542-8C89-69DD2ED6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79" y="2957998"/>
            <a:ext cx="4667639" cy="2524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C83F87D-653B-40F1-8E25-EAA6203B4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832" y="3298758"/>
            <a:ext cx="3535702" cy="104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4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AA2885-A211-469C-99EC-4586A688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Tuple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09BFEA-50A5-4698-AE2C-E546A6038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0" i="0" dirty="0">
                <a:solidFill>
                  <a:srgbClr val="444444"/>
                </a:solidFill>
                <a:effectLst/>
              </a:rPr>
              <a:t>Concatenation : 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We can join two Tuples using the concatenation operator ‘</a:t>
            </a:r>
            <a:r>
              <a:rPr lang="en-IN" sz="2000" b="1" i="0" dirty="0">
                <a:solidFill>
                  <a:srgbClr val="444444"/>
                </a:solidFill>
                <a:effectLst/>
              </a:rPr>
              <a:t>+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’.</a:t>
            </a:r>
          </a:p>
          <a:p>
            <a:endParaRPr lang="en-IN" sz="2000" dirty="0">
              <a:solidFill>
                <a:srgbClr val="444444"/>
              </a:solidFill>
            </a:endParaRPr>
          </a:p>
          <a:p>
            <a:endParaRPr lang="en-IN" sz="2000" b="0" i="0" dirty="0">
              <a:solidFill>
                <a:srgbClr val="444444"/>
              </a:solidFill>
              <a:effectLst/>
            </a:endParaRPr>
          </a:p>
          <a:p>
            <a:endParaRPr lang="en-IN" sz="2000" dirty="0">
              <a:solidFill>
                <a:srgbClr val="444444"/>
              </a:solidFill>
            </a:endParaRPr>
          </a:p>
          <a:p>
            <a:endParaRPr lang="en-IN" sz="2000" b="0" i="0" dirty="0">
              <a:solidFill>
                <a:srgbClr val="444444"/>
              </a:solidFill>
              <a:effectLst/>
            </a:endParaRPr>
          </a:p>
          <a:p>
            <a:endParaRPr lang="en-IN" sz="2000" dirty="0">
              <a:solidFill>
                <a:srgbClr val="444444"/>
              </a:solidFill>
            </a:endParaRPr>
          </a:p>
          <a:p>
            <a:endParaRPr lang="en-IN" sz="2000" b="0" i="0" dirty="0">
              <a:solidFill>
                <a:srgbClr val="444444"/>
              </a:solidFill>
              <a:effectLst/>
            </a:endParaRPr>
          </a:p>
          <a:p>
            <a:r>
              <a:rPr lang="en-IN" sz="2000" b="0" i="0" dirty="0">
                <a:solidFill>
                  <a:srgbClr val="444444"/>
                </a:solidFill>
                <a:effectLst/>
              </a:rPr>
              <a:t>Other arithmetic operations do not apply on a Tuple.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D1A6888-7735-488F-A674-D078BEC03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29" y="2525387"/>
            <a:ext cx="3489649" cy="14067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A2289B-DC77-46F3-A5AD-D1FB3620C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479" y="2777314"/>
            <a:ext cx="4027419" cy="65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21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D0C0F7-21E9-4744-AE2E-602B7305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Tuple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C2091E-9878-47ED-AADE-AD02FAACA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0" i="0" dirty="0">
                <a:solidFill>
                  <a:srgbClr val="444444"/>
                </a:solidFill>
                <a:effectLst/>
              </a:rPr>
              <a:t>Logical: 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All the logical operators (like &gt;,&gt;=,..) can be applied on a tuple. </a:t>
            </a:r>
            <a:r>
              <a:rPr lang="en-IN" sz="2000" b="1" dirty="0">
                <a:solidFill>
                  <a:srgbClr val="444444"/>
                </a:solidFill>
              </a:rPr>
              <a:t>It will check the first occurrence of True or ?</a:t>
            </a:r>
            <a:endParaRPr lang="en-IN" sz="2000" b="1" i="0" dirty="0">
              <a:solidFill>
                <a:srgbClr val="444444"/>
              </a:solidFill>
              <a:effectLst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4765B45-DB7A-4DA9-B95E-41B980054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22" y="2710250"/>
            <a:ext cx="3598798" cy="2579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8A092A5-B2FB-4007-A386-A44E070D0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938" y="2493334"/>
            <a:ext cx="2805891" cy="262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45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3C3EF-FEE9-4341-9AC3-0CB37C67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Iterating on a Python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E1287F-2AC8-4045-8FB8-E15CEBEC0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rgbClr val="444444"/>
                </a:solidFill>
              </a:rPr>
              <a:t>We</a:t>
            </a:r>
            <a:r>
              <a:rPr lang="en-IN" sz="2400" b="0" i="0" dirty="0">
                <a:solidFill>
                  <a:srgbClr val="444444"/>
                </a:solidFill>
                <a:effectLst/>
              </a:rPr>
              <a:t> can iterate on a Python tuple using a for loop like you would iterate on a list.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E6557A1-6D27-450E-800B-124A068A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63" y="2820761"/>
            <a:ext cx="4015274" cy="23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45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707BAC-3F74-4387-BF33-7A90D346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Nested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43F3C0-2368-4CBC-89E5-441EC4969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Suppose we want to access the item 6.</a:t>
            </a:r>
          </a:p>
          <a:p>
            <a:endParaRPr lang="en-IN" sz="2400" dirty="0"/>
          </a:p>
          <a:p>
            <a:endParaRPr lang="en-IN" sz="2400" dirty="0"/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Python tuple may also contain other constructs, especially, lists. After all, it is a collection of items, and items can be anything.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744DF9C-0021-42CB-9985-30521546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960" y="2329462"/>
            <a:ext cx="4219920" cy="908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D4B9545-CAA7-43E9-A05A-08CA64AF6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380" y="5121275"/>
            <a:ext cx="3379334" cy="146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34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AB8EBFC-B626-439D-9550-A691F551D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365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433F065EB5D54B810525532F644710" ma:contentTypeVersion="2" ma:contentTypeDescription="Create a new document." ma:contentTypeScope="" ma:versionID="4616a87e4d0c608a23833d6bb4678d47">
  <xsd:schema xmlns:xsd="http://www.w3.org/2001/XMLSchema" xmlns:xs="http://www.w3.org/2001/XMLSchema" xmlns:p="http://schemas.microsoft.com/office/2006/metadata/properties" xmlns:ns2="3375627d-486e-458e-b537-71d2b3d2f487" targetNamespace="http://schemas.microsoft.com/office/2006/metadata/properties" ma:root="true" ma:fieldsID="68574f94a8af6fb41dc55666ba22a908" ns2:_="">
    <xsd:import namespace="3375627d-486e-458e-b537-71d2b3d2f4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75627d-486e-458e-b537-71d2b3d2f4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FF184B-82FA-47DC-B4DD-00EED9DE2C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75627d-486e-458e-b537-71d2b3d2f4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D0909B-14E5-4B78-81AE-A7236F6B4C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80C1EB-7668-418E-8D6D-D4AFBD81C8E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439</Words>
  <Application>Microsoft Office PowerPoint</Application>
  <PresentationFormat>Custom</PresentationFormat>
  <Paragraphs>102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Tuple</vt:lpstr>
      <vt:lpstr>PowerPoint Presentation</vt:lpstr>
      <vt:lpstr>PowerPoint Presentation</vt:lpstr>
      <vt:lpstr>PowerPoint Presentation</vt:lpstr>
      <vt:lpstr>PowerPoint Presentation</vt:lpstr>
      <vt:lpstr>Deleting a Python Tuple</vt:lpstr>
      <vt:lpstr>Deleting a Python Tuple</vt:lpstr>
      <vt:lpstr>Reassigning Tuples</vt:lpstr>
      <vt:lpstr>Tuple Functions</vt:lpstr>
      <vt:lpstr>Functions</vt:lpstr>
      <vt:lpstr>Functions</vt:lpstr>
      <vt:lpstr>Functions</vt:lpstr>
      <vt:lpstr>Functions</vt:lpstr>
      <vt:lpstr>Tuple Methods</vt:lpstr>
      <vt:lpstr>Methods</vt:lpstr>
      <vt:lpstr>Tuple Operations</vt:lpstr>
      <vt:lpstr>Tuple Operations</vt:lpstr>
      <vt:lpstr>Tuple Operations</vt:lpstr>
      <vt:lpstr>Iterating on a Python Tuple</vt:lpstr>
      <vt:lpstr>Nested Tuples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Tuple</dc:title>
  <dc:creator>155CS14</dc:creator>
  <cp:lastModifiedBy>Windows User</cp:lastModifiedBy>
  <cp:revision>46</cp:revision>
  <dcterms:created xsi:type="dcterms:W3CDTF">2020-12-01T05:22:08Z</dcterms:created>
  <dcterms:modified xsi:type="dcterms:W3CDTF">2023-12-20T12:10:04Z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0x01010027433F065EB5D54B810525532F644710</vt:lpwstr>
  </property>
</Properties>
</file>