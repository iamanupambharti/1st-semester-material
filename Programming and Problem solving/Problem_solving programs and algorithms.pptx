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532" r:id="rId2"/>
    <p:sldId id="524" r:id="rId3"/>
    <p:sldId id="525" r:id="rId4"/>
    <p:sldId id="526" r:id="rId5"/>
    <p:sldId id="527" r:id="rId6"/>
    <p:sldId id="528" r:id="rId7"/>
    <p:sldId id="529" r:id="rId8"/>
    <p:sldId id="530" r:id="rId9"/>
    <p:sldId id="531" r:id="rId10"/>
    <p:sldId id="502" r:id="rId11"/>
    <p:sldId id="503" r:id="rId12"/>
    <p:sldId id="504" r:id="rId13"/>
    <p:sldId id="505" r:id="rId14"/>
    <p:sldId id="506" r:id="rId15"/>
    <p:sldId id="274" r:id="rId16"/>
    <p:sldId id="507" r:id="rId17"/>
    <p:sldId id="508" r:id="rId18"/>
    <p:sldId id="267" r:id="rId19"/>
    <p:sldId id="509" r:id="rId20"/>
    <p:sldId id="510" r:id="rId21"/>
    <p:sldId id="511" r:id="rId22"/>
    <p:sldId id="512" r:id="rId23"/>
    <p:sldId id="523" r:id="rId24"/>
    <p:sldId id="307" r:id="rId25"/>
    <p:sldId id="308" r:id="rId26"/>
    <p:sldId id="309" r:id="rId27"/>
    <p:sldId id="310" r:id="rId28"/>
    <p:sldId id="311" r:id="rId29"/>
    <p:sldId id="312" r:id="rId30"/>
    <p:sldId id="313" r:id="rId31"/>
    <p:sldId id="513" r:id="rId32"/>
    <p:sldId id="493" r:id="rId33"/>
    <p:sldId id="514" r:id="rId34"/>
    <p:sldId id="515" r:id="rId35"/>
    <p:sldId id="516" r:id="rId36"/>
    <p:sldId id="517"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13B3E8D-FAB5-4056-B2C6-6DACE8FD78F9}"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B74B89E1-A294-48B2-986D-56FEB1D89EA3}">
      <dgm:prSet phldrT="[Text]"/>
      <dgm:spPr/>
      <dgm:t>
        <a:bodyPr/>
        <a:lstStyle/>
        <a:p>
          <a:pPr algn="just"/>
          <a:r>
            <a:rPr lang="en-US" dirty="0"/>
            <a:t>The Vehicle for the computer Solution in a problem is a set of explicit and unambiguous instructions expressed in a programming language. </a:t>
          </a:r>
        </a:p>
      </dgm:t>
    </dgm:pt>
    <dgm:pt modelId="{7AC9ECFA-9326-4E68-90AB-6262421AFBE7}" type="parTrans" cxnId="{EA5E9C03-5E0D-4267-946A-12E243F099D7}">
      <dgm:prSet/>
      <dgm:spPr/>
      <dgm:t>
        <a:bodyPr/>
        <a:lstStyle/>
        <a:p>
          <a:endParaRPr lang="en-US"/>
        </a:p>
      </dgm:t>
    </dgm:pt>
    <dgm:pt modelId="{EFAB9B08-9842-4C2F-9A18-2BA56453EACA}" type="sibTrans" cxnId="{EA5E9C03-5E0D-4267-946A-12E243F099D7}">
      <dgm:prSet/>
      <dgm:spPr/>
      <dgm:t>
        <a:bodyPr/>
        <a:lstStyle/>
        <a:p>
          <a:endParaRPr lang="en-US"/>
        </a:p>
      </dgm:t>
    </dgm:pt>
    <dgm:pt modelId="{7D7773BE-8F06-494E-B140-7BBFF3185208}">
      <dgm:prSet phldrT="[Text]"/>
      <dgm:spPr/>
      <dgm:t>
        <a:bodyPr/>
        <a:lstStyle/>
        <a:p>
          <a:pPr algn="just"/>
          <a:r>
            <a:rPr lang="en-US" dirty="0"/>
            <a:t>This set of instructions is called a </a:t>
          </a:r>
          <a:r>
            <a:rPr lang="en-US" b="1" i="1" dirty="0"/>
            <a:t>Program.</a:t>
          </a:r>
          <a:endParaRPr lang="en-US" dirty="0"/>
        </a:p>
      </dgm:t>
    </dgm:pt>
    <dgm:pt modelId="{1DDA7A32-F3E1-4253-9BF5-0F4E7F8A4691}" type="parTrans" cxnId="{5157B208-DAC9-4CFB-9A66-6D8A98795209}">
      <dgm:prSet/>
      <dgm:spPr/>
      <dgm:t>
        <a:bodyPr/>
        <a:lstStyle/>
        <a:p>
          <a:endParaRPr lang="en-US"/>
        </a:p>
      </dgm:t>
    </dgm:pt>
    <dgm:pt modelId="{5AB844B8-DAB5-412C-A4C5-5659E3E27526}" type="sibTrans" cxnId="{5157B208-DAC9-4CFB-9A66-6D8A98795209}">
      <dgm:prSet/>
      <dgm:spPr/>
      <dgm:t>
        <a:bodyPr/>
        <a:lstStyle/>
        <a:p>
          <a:endParaRPr lang="en-US"/>
        </a:p>
      </dgm:t>
    </dgm:pt>
    <dgm:pt modelId="{6E41EC66-05B9-420B-924F-2A7690B423D2}">
      <dgm:prSet phldrT="[Text]"/>
      <dgm:spPr/>
      <dgm:t>
        <a:bodyPr/>
        <a:lstStyle/>
        <a:p>
          <a:pPr algn="just"/>
          <a:r>
            <a:rPr lang="en-US" dirty="0"/>
            <a:t>A Program may also be thought of as an </a:t>
          </a:r>
          <a:r>
            <a:rPr lang="en-US" b="1" i="1" dirty="0"/>
            <a:t>algorithm </a:t>
          </a:r>
          <a:r>
            <a:rPr lang="en-US" b="0" i="0" dirty="0"/>
            <a:t>expressed in a programming language</a:t>
          </a:r>
          <a:endParaRPr lang="en-US" dirty="0"/>
        </a:p>
      </dgm:t>
    </dgm:pt>
    <dgm:pt modelId="{14513442-455B-41E9-931D-647E4D543546}" type="parTrans" cxnId="{21B8068E-595B-4999-BF38-D6A5B1BD79E1}">
      <dgm:prSet/>
      <dgm:spPr/>
      <dgm:t>
        <a:bodyPr/>
        <a:lstStyle/>
        <a:p>
          <a:endParaRPr lang="en-US"/>
        </a:p>
      </dgm:t>
    </dgm:pt>
    <dgm:pt modelId="{952AB118-E634-4564-9DAA-8724A7BFA27D}" type="sibTrans" cxnId="{21B8068E-595B-4999-BF38-D6A5B1BD79E1}">
      <dgm:prSet/>
      <dgm:spPr/>
      <dgm:t>
        <a:bodyPr/>
        <a:lstStyle/>
        <a:p>
          <a:endParaRPr lang="en-US"/>
        </a:p>
      </dgm:t>
    </dgm:pt>
    <dgm:pt modelId="{F2BD920A-0006-4135-B726-9CD63F6229D6}">
      <dgm:prSet phldrT="[Text]"/>
      <dgm:spPr/>
      <dgm:t>
        <a:bodyPr/>
        <a:lstStyle/>
        <a:p>
          <a:pPr algn="just"/>
          <a:r>
            <a:rPr lang="en-US" b="1" i="1" dirty="0"/>
            <a:t>An Algorithm </a:t>
          </a:r>
          <a:r>
            <a:rPr lang="en-US" b="0" i="0" dirty="0"/>
            <a:t>therefore corresponds to a solution to a problem that is </a:t>
          </a:r>
          <a:r>
            <a:rPr lang="en-US" b="1" i="1" dirty="0"/>
            <a:t>independent </a:t>
          </a:r>
          <a:r>
            <a:rPr lang="en-US" b="0" i="0" dirty="0"/>
            <a:t>of any programming language.</a:t>
          </a:r>
          <a:endParaRPr lang="en-US" b="1" i="1" dirty="0"/>
        </a:p>
      </dgm:t>
    </dgm:pt>
    <dgm:pt modelId="{A6241E40-9CF6-45BB-B87F-612AA0BDB956}" type="parTrans" cxnId="{ABAEA9B9-C281-45CE-A8AA-0B1547C0B2F6}">
      <dgm:prSet/>
      <dgm:spPr/>
      <dgm:t>
        <a:bodyPr/>
        <a:lstStyle/>
        <a:p>
          <a:endParaRPr lang="en-US"/>
        </a:p>
      </dgm:t>
    </dgm:pt>
    <dgm:pt modelId="{53C201E1-6940-419F-A1E6-1F32F7FE0F5A}" type="sibTrans" cxnId="{ABAEA9B9-C281-45CE-A8AA-0B1547C0B2F6}">
      <dgm:prSet/>
      <dgm:spPr/>
      <dgm:t>
        <a:bodyPr/>
        <a:lstStyle/>
        <a:p>
          <a:endParaRPr lang="en-US"/>
        </a:p>
      </dgm:t>
    </dgm:pt>
    <dgm:pt modelId="{086D0E3A-875C-4B16-857E-67BB9AEAD2ED}" type="pres">
      <dgm:prSet presAssocID="{413B3E8D-FAB5-4056-B2C6-6DACE8FD78F9}" presName="linear" presStyleCnt="0">
        <dgm:presLayoutVars>
          <dgm:animLvl val="lvl"/>
          <dgm:resizeHandles val="exact"/>
        </dgm:presLayoutVars>
      </dgm:prSet>
      <dgm:spPr/>
    </dgm:pt>
    <dgm:pt modelId="{1F3F3776-9C57-4292-B20F-9F121E302D1F}" type="pres">
      <dgm:prSet presAssocID="{B74B89E1-A294-48B2-986D-56FEB1D89EA3}" presName="parentText" presStyleLbl="node1" presStyleIdx="0" presStyleCnt="4">
        <dgm:presLayoutVars>
          <dgm:chMax val="0"/>
          <dgm:bulletEnabled val="1"/>
        </dgm:presLayoutVars>
      </dgm:prSet>
      <dgm:spPr/>
    </dgm:pt>
    <dgm:pt modelId="{BF4D0DB2-11BE-4710-A544-E2887F2C4C58}" type="pres">
      <dgm:prSet presAssocID="{EFAB9B08-9842-4C2F-9A18-2BA56453EACA}" presName="spacer" presStyleCnt="0"/>
      <dgm:spPr/>
    </dgm:pt>
    <dgm:pt modelId="{2A116D46-6093-4953-92D8-20BBF82C1552}" type="pres">
      <dgm:prSet presAssocID="{7D7773BE-8F06-494E-B140-7BBFF3185208}" presName="parentText" presStyleLbl="node1" presStyleIdx="1" presStyleCnt="4">
        <dgm:presLayoutVars>
          <dgm:chMax val="0"/>
          <dgm:bulletEnabled val="1"/>
        </dgm:presLayoutVars>
      </dgm:prSet>
      <dgm:spPr/>
    </dgm:pt>
    <dgm:pt modelId="{451A4BE0-0800-4941-BDA0-39F993B3A8C2}" type="pres">
      <dgm:prSet presAssocID="{5AB844B8-DAB5-412C-A4C5-5659E3E27526}" presName="spacer" presStyleCnt="0"/>
      <dgm:spPr/>
    </dgm:pt>
    <dgm:pt modelId="{09A0A675-A9FF-4B48-861F-B8CEE8D7D6D9}" type="pres">
      <dgm:prSet presAssocID="{6E41EC66-05B9-420B-924F-2A7690B423D2}" presName="parentText" presStyleLbl="node1" presStyleIdx="2" presStyleCnt="4">
        <dgm:presLayoutVars>
          <dgm:chMax val="0"/>
          <dgm:bulletEnabled val="1"/>
        </dgm:presLayoutVars>
      </dgm:prSet>
      <dgm:spPr/>
    </dgm:pt>
    <dgm:pt modelId="{D9F0E6ED-77E2-4277-9C31-E69C27154846}" type="pres">
      <dgm:prSet presAssocID="{952AB118-E634-4564-9DAA-8724A7BFA27D}" presName="spacer" presStyleCnt="0"/>
      <dgm:spPr/>
    </dgm:pt>
    <dgm:pt modelId="{1CAA4D50-4C0F-4EB8-B3D7-4E8BFB8D7D60}" type="pres">
      <dgm:prSet presAssocID="{F2BD920A-0006-4135-B726-9CD63F6229D6}" presName="parentText" presStyleLbl="node1" presStyleIdx="3" presStyleCnt="4">
        <dgm:presLayoutVars>
          <dgm:chMax val="0"/>
          <dgm:bulletEnabled val="1"/>
        </dgm:presLayoutVars>
      </dgm:prSet>
      <dgm:spPr/>
    </dgm:pt>
  </dgm:ptLst>
  <dgm:cxnLst>
    <dgm:cxn modelId="{EA5E9C03-5E0D-4267-946A-12E243F099D7}" srcId="{413B3E8D-FAB5-4056-B2C6-6DACE8FD78F9}" destId="{B74B89E1-A294-48B2-986D-56FEB1D89EA3}" srcOrd="0" destOrd="0" parTransId="{7AC9ECFA-9326-4E68-90AB-6262421AFBE7}" sibTransId="{EFAB9B08-9842-4C2F-9A18-2BA56453EACA}"/>
    <dgm:cxn modelId="{5157B208-DAC9-4CFB-9A66-6D8A98795209}" srcId="{413B3E8D-FAB5-4056-B2C6-6DACE8FD78F9}" destId="{7D7773BE-8F06-494E-B140-7BBFF3185208}" srcOrd="1" destOrd="0" parTransId="{1DDA7A32-F3E1-4253-9BF5-0F4E7F8A4691}" sibTransId="{5AB844B8-DAB5-412C-A4C5-5659E3E27526}"/>
    <dgm:cxn modelId="{2004C81A-E5AC-4D80-8554-D92EE6E6EF29}" type="presOf" srcId="{7D7773BE-8F06-494E-B140-7BBFF3185208}" destId="{2A116D46-6093-4953-92D8-20BBF82C1552}" srcOrd="0" destOrd="0" presId="urn:microsoft.com/office/officeart/2005/8/layout/vList2"/>
    <dgm:cxn modelId="{A10BE97A-5608-40AB-B925-BBB0683F1900}" type="presOf" srcId="{6E41EC66-05B9-420B-924F-2A7690B423D2}" destId="{09A0A675-A9FF-4B48-861F-B8CEE8D7D6D9}" srcOrd="0" destOrd="0" presId="urn:microsoft.com/office/officeart/2005/8/layout/vList2"/>
    <dgm:cxn modelId="{21B8068E-595B-4999-BF38-D6A5B1BD79E1}" srcId="{413B3E8D-FAB5-4056-B2C6-6DACE8FD78F9}" destId="{6E41EC66-05B9-420B-924F-2A7690B423D2}" srcOrd="2" destOrd="0" parTransId="{14513442-455B-41E9-931D-647E4D543546}" sibTransId="{952AB118-E634-4564-9DAA-8724A7BFA27D}"/>
    <dgm:cxn modelId="{ABAEA9B9-C281-45CE-A8AA-0B1547C0B2F6}" srcId="{413B3E8D-FAB5-4056-B2C6-6DACE8FD78F9}" destId="{F2BD920A-0006-4135-B726-9CD63F6229D6}" srcOrd="3" destOrd="0" parTransId="{A6241E40-9CF6-45BB-B87F-612AA0BDB956}" sibTransId="{53C201E1-6940-419F-A1E6-1F32F7FE0F5A}"/>
    <dgm:cxn modelId="{47AE49D4-EF4C-4826-88F9-924DF1338985}" type="presOf" srcId="{B74B89E1-A294-48B2-986D-56FEB1D89EA3}" destId="{1F3F3776-9C57-4292-B20F-9F121E302D1F}" srcOrd="0" destOrd="0" presId="urn:microsoft.com/office/officeart/2005/8/layout/vList2"/>
    <dgm:cxn modelId="{BB3B67F5-3DDE-4E23-B181-D5DFADC7F854}" type="presOf" srcId="{F2BD920A-0006-4135-B726-9CD63F6229D6}" destId="{1CAA4D50-4C0F-4EB8-B3D7-4E8BFB8D7D60}" srcOrd="0" destOrd="0" presId="urn:microsoft.com/office/officeart/2005/8/layout/vList2"/>
    <dgm:cxn modelId="{B67C04FD-237D-45E8-9D68-E488E7E9F3C9}" type="presOf" srcId="{413B3E8D-FAB5-4056-B2C6-6DACE8FD78F9}" destId="{086D0E3A-875C-4B16-857E-67BB9AEAD2ED}" srcOrd="0" destOrd="0" presId="urn:microsoft.com/office/officeart/2005/8/layout/vList2"/>
    <dgm:cxn modelId="{F11B3CF3-7292-4AB4-8CD2-E183044E9854}" type="presParOf" srcId="{086D0E3A-875C-4B16-857E-67BB9AEAD2ED}" destId="{1F3F3776-9C57-4292-B20F-9F121E302D1F}" srcOrd="0" destOrd="0" presId="urn:microsoft.com/office/officeart/2005/8/layout/vList2"/>
    <dgm:cxn modelId="{9E9F90F3-7FBF-489E-B58A-F9B83057B864}" type="presParOf" srcId="{086D0E3A-875C-4B16-857E-67BB9AEAD2ED}" destId="{BF4D0DB2-11BE-4710-A544-E2887F2C4C58}" srcOrd="1" destOrd="0" presId="urn:microsoft.com/office/officeart/2005/8/layout/vList2"/>
    <dgm:cxn modelId="{E8BDEF2E-F281-4834-8FE7-9CB5060DC12A}" type="presParOf" srcId="{086D0E3A-875C-4B16-857E-67BB9AEAD2ED}" destId="{2A116D46-6093-4953-92D8-20BBF82C1552}" srcOrd="2" destOrd="0" presId="urn:microsoft.com/office/officeart/2005/8/layout/vList2"/>
    <dgm:cxn modelId="{79C50ED4-FC5D-4D14-B5E6-6922ADC94846}" type="presParOf" srcId="{086D0E3A-875C-4B16-857E-67BB9AEAD2ED}" destId="{451A4BE0-0800-4941-BDA0-39F993B3A8C2}" srcOrd="3" destOrd="0" presId="urn:microsoft.com/office/officeart/2005/8/layout/vList2"/>
    <dgm:cxn modelId="{AF9BA66A-D840-4AEF-ABF9-7BE94A905698}" type="presParOf" srcId="{086D0E3A-875C-4B16-857E-67BB9AEAD2ED}" destId="{09A0A675-A9FF-4B48-861F-B8CEE8D7D6D9}" srcOrd="4" destOrd="0" presId="urn:microsoft.com/office/officeart/2005/8/layout/vList2"/>
    <dgm:cxn modelId="{3F288C3B-3403-408A-812C-DCE2ABF112BF}" type="presParOf" srcId="{086D0E3A-875C-4B16-857E-67BB9AEAD2ED}" destId="{D9F0E6ED-77E2-4277-9C31-E69C27154846}" srcOrd="5" destOrd="0" presId="urn:microsoft.com/office/officeart/2005/8/layout/vList2"/>
    <dgm:cxn modelId="{66267D8E-D5EE-4252-8A31-36DFB300EFDB}" type="presParOf" srcId="{086D0E3A-875C-4B16-857E-67BB9AEAD2ED}" destId="{1CAA4D50-4C0F-4EB8-B3D7-4E8BFB8D7D6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F3384BC-68E5-4AF4-A050-0143CFDD8FF6}" type="doc">
      <dgm:prSet loTypeId="urn:microsoft.com/office/officeart/2005/8/layout/vList2" loCatId="list" qsTypeId="urn:microsoft.com/office/officeart/2005/8/quickstyle/simple5" qsCatId="simple" csTypeId="urn:microsoft.com/office/officeart/2005/8/colors/accent1_1" csCatId="accent1" phldr="1"/>
      <dgm:spPr/>
      <dgm:t>
        <a:bodyPr/>
        <a:lstStyle/>
        <a:p>
          <a:endParaRPr lang="en-US"/>
        </a:p>
      </dgm:t>
    </dgm:pt>
    <dgm:pt modelId="{D1F8A8E4-1EBF-40F0-A748-FDEC52154E0B}">
      <dgm:prSet/>
      <dgm:spPr/>
      <dgm:t>
        <a:bodyPr/>
        <a:lstStyle/>
        <a:p>
          <a:pPr algn="just" rtl="0"/>
          <a:r>
            <a:rPr lang="en-US" dirty="0"/>
            <a:t>A farmer wants to cross a river and take with him a wolf, a goat, and a cabbage. </a:t>
          </a:r>
          <a:endParaRPr lang="en-GB" dirty="0"/>
        </a:p>
      </dgm:t>
    </dgm:pt>
    <dgm:pt modelId="{7F76A49F-C27F-44C0-BFAD-62733CA1B4D7}" type="parTrans" cxnId="{CAABE058-C040-485C-93EA-9081C248B38D}">
      <dgm:prSet/>
      <dgm:spPr/>
      <dgm:t>
        <a:bodyPr/>
        <a:lstStyle/>
        <a:p>
          <a:pPr algn="just"/>
          <a:endParaRPr lang="en-US"/>
        </a:p>
      </dgm:t>
    </dgm:pt>
    <dgm:pt modelId="{0EE135B1-4ABA-4D86-8FC9-AF16B6AB9F71}" type="sibTrans" cxnId="{CAABE058-C040-485C-93EA-9081C248B38D}">
      <dgm:prSet/>
      <dgm:spPr/>
      <dgm:t>
        <a:bodyPr/>
        <a:lstStyle/>
        <a:p>
          <a:pPr algn="just"/>
          <a:endParaRPr lang="en-US"/>
        </a:p>
      </dgm:t>
    </dgm:pt>
    <dgm:pt modelId="{74DDB789-51BE-4159-BE5C-DA40BD0DC889}">
      <dgm:prSet/>
      <dgm:spPr/>
      <dgm:t>
        <a:bodyPr/>
        <a:lstStyle/>
        <a:p>
          <a:pPr algn="just" rtl="0"/>
          <a:r>
            <a:rPr lang="en-US" dirty="0"/>
            <a:t>There is a boat that can fit himself plus either the wolf, the goat, or the cabbage. </a:t>
          </a:r>
          <a:endParaRPr lang="en-GB" dirty="0"/>
        </a:p>
      </dgm:t>
    </dgm:pt>
    <dgm:pt modelId="{63FC69FC-2E5D-4639-956E-F043C5476052}" type="parTrans" cxnId="{E2891D23-FF5A-4449-A911-91F406B5924D}">
      <dgm:prSet/>
      <dgm:spPr/>
      <dgm:t>
        <a:bodyPr/>
        <a:lstStyle/>
        <a:p>
          <a:pPr algn="just"/>
          <a:endParaRPr lang="en-US"/>
        </a:p>
      </dgm:t>
    </dgm:pt>
    <dgm:pt modelId="{2C2E4020-F4B3-4542-996B-511848FE814F}" type="sibTrans" cxnId="{E2891D23-FF5A-4449-A911-91F406B5924D}">
      <dgm:prSet/>
      <dgm:spPr/>
      <dgm:t>
        <a:bodyPr/>
        <a:lstStyle/>
        <a:p>
          <a:pPr algn="just"/>
          <a:endParaRPr lang="en-US"/>
        </a:p>
      </dgm:t>
    </dgm:pt>
    <dgm:pt modelId="{CB7C1D72-8DFF-4B0D-ADB9-9CF2B7EC8BB0}">
      <dgm:prSet/>
      <dgm:spPr/>
      <dgm:t>
        <a:bodyPr/>
        <a:lstStyle/>
        <a:p>
          <a:pPr algn="just" rtl="0"/>
          <a:r>
            <a:rPr lang="en-US" dirty="0"/>
            <a:t>If the wolf and the goat are alone on one shore, the wolf will eat the goat. </a:t>
          </a:r>
          <a:endParaRPr lang="en-GB" dirty="0"/>
        </a:p>
      </dgm:t>
    </dgm:pt>
    <dgm:pt modelId="{D1F169F8-1994-4909-81AA-0C55FFBCF47E}" type="parTrans" cxnId="{77A0300F-A299-43F9-9570-CA905EE59168}">
      <dgm:prSet/>
      <dgm:spPr/>
      <dgm:t>
        <a:bodyPr/>
        <a:lstStyle/>
        <a:p>
          <a:pPr algn="just"/>
          <a:endParaRPr lang="en-US"/>
        </a:p>
      </dgm:t>
    </dgm:pt>
    <dgm:pt modelId="{FB9E244B-7785-41E1-88CF-929851436452}" type="sibTrans" cxnId="{77A0300F-A299-43F9-9570-CA905EE59168}">
      <dgm:prSet/>
      <dgm:spPr/>
      <dgm:t>
        <a:bodyPr/>
        <a:lstStyle/>
        <a:p>
          <a:pPr algn="just"/>
          <a:endParaRPr lang="en-US"/>
        </a:p>
      </dgm:t>
    </dgm:pt>
    <dgm:pt modelId="{92C9E56D-B10A-4042-9D87-8BD085DA5DA6}">
      <dgm:prSet/>
      <dgm:spPr/>
      <dgm:t>
        <a:bodyPr/>
        <a:lstStyle/>
        <a:p>
          <a:pPr algn="just" rtl="0"/>
          <a:r>
            <a:rPr lang="en-US" dirty="0"/>
            <a:t>If the goat and the cabbage are alone on the shore, the goat will eat the cabbage.</a:t>
          </a:r>
          <a:endParaRPr lang="en-GB" dirty="0"/>
        </a:p>
      </dgm:t>
    </dgm:pt>
    <dgm:pt modelId="{518972EA-3083-40CB-A59B-DFD665214344}" type="parTrans" cxnId="{E92D263F-0FA1-42C8-81BB-4155AA3329C5}">
      <dgm:prSet/>
      <dgm:spPr/>
      <dgm:t>
        <a:bodyPr/>
        <a:lstStyle/>
        <a:p>
          <a:pPr algn="just"/>
          <a:endParaRPr lang="en-US"/>
        </a:p>
      </dgm:t>
    </dgm:pt>
    <dgm:pt modelId="{A42A636E-6E8C-408E-A2B9-C0691B4A77AB}" type="sibTrans" cxnId="{E92D263F-0FA1-42C8-81BB-4155AA3329C5}">
      <dgm:prSet/>
      <dgm:spPr/>
      <dgm:t>
        <a:bodyPr/>
        <a:lstStyle/>
        <a:p>
          <a:pPr algn="just"/>
          <a:endParaRPr lang="en-US"/>
        </a:p>
      </dgm:t>
    </dgm:pt>
    <dgm:pt modelId="{ED81722F-77BB-4679-94BE-5FB3AAF5F186}">
      <dgm:prSet/>
      <dgm:spPr/>
      <dgm:t>
        <a:bodyPr/>
        <a:lstStyle/>
        <a:p>
          <a:pPr algn="just" rtl="0"/>
          <a:r>
            <a:rPr lang="en-US" dirty="0"/>
            <a:t>How can the farmer bring the wolf, the goat, and the cabbage across the river?</a:t>
          </a:r>
          <a:endParaRPr lang="en-GB" dirty="0"/>
        </a:p>
      </dgm:t>
    </dgm:pt>
    <dgm:pt modelId="{EE91CBB0-6C53-4CB3-AFD5-2A7706FF81FF}" type="parTrans" cxnId="{6A192EA8-3834-445C-8D58-D5E4C698B340}">
      <dgm:prSet/>
      <dgm:spPr/>
      <dgm:t>
        <a:bodyPr/>
        <a:lstStyle/>
        <a:p>
          <a:pPr algn="just"/>
          <a:endParaRPr lang="en-US"/>
        </a:p>
      </dgm:t>
    </dgm:pt>
    <dgm:pt modelId="{971D629F-7DCB-4D84-A0AE-519875180AD6}" type="sibTrans" cxnId="{6A192EA8-3834-445C-8D58-D5E4C698B340}">
      <dgm:prSet/>
      <dgm:spPr/>
      <dgm:t>
        <a:bodyPr/>
        <a:lstStyle/>
        <a:p>
          <a:pPr algn="just"/>
          <a:endParaRPr lang="en-US"/>
        </a:p>
      </dgm:t>
    </dgm:pt>
    <dgm:pt modelId="{0B620BDC-40BB-4ABD-AF39-93B501E22CB5}" type="pres">
      <dgm:prSet presAssocID="{FF3384BC-68E5-4AF4-A050-0143CFDD8FF6}" presName="linear" presStyleCnt="0">
        <dgm:presLayoutVars>
          <dgm:animLvl val="lvl"/>
          <dgm:resizeHandles val="exact"/>
        </dgm:presLayoutVars>
      </dgm:prSet>
      <dgm:spPr/>
    </dgm:pt>
    <dgm:pt modelId="{9B45D5EE-1C4D-4BC0-987D-B8D84F37C615}" type="pres">
      <dgm:prSet presAssocID="{D1F8A8E4-1EBF-40F0-A748-FDEC52154E0B}" presName="parentText" presStyleLbl="node1" presStyleIdx="0" presStyleCnt="5">
        <dgm:presLayoutVars>
          <dgm:chMax val="0"/>
          <dgm:bulletEnabled val="1"/>
        </dgm:presLayoutVars>
      </dgm:prSet>
      <dgm:spPr/>
    </dgm:pt>
    <dgm:pt modelId="{D576280E-11A2-412A-9569-1C96FA355F95}" type="pres">
      <dgm:prSet presAssocID="{0EE135B1-4ABA-4D86-8FC9-AF16B6AB9F71}" presName="spacer" presStyleCnt="0"/>
      <dgm:spPr/>
    </dgm:pt>
    <dgm:pt modelId="{89F3F86A-6F7A-4105-9345-82095AD88A7E}" type="pres">
      <dgm:prSet presAssocID="{74DDB789-51BE-4159-BE5C-DA40BD0DC889}" presName="parentText" presStyleLbl="node1" presStyleIdx="1" presStyleCnt="5">
        <dgm:presLayoutVars>
          <dgm:chMax val="0"/>
          <dgm:bulletEnabled val="1"/>
        </dgm:presLayoutVars>
      </dgm:prSet>
      <dgm:spPr/>
    </dgm:pt>
    <dgm:pt modelId="{731FF67F-A35B-4FBB-8179-FD6D79EA6501}" type="pres">
      <dgm:prSet presAssocID="{2C2E4020-F4B3-4542-996B-511848FE814F}" presName="spacer" presStyleCnt="0"/>
      <dgm:spPr/>
    </dgm:pt>
    <dgm:pt modelId="{8A792DB5-E0BB-455B-BE6A-D197062607C1}" type="pres">
      <dgm:prSet presAssocID="{CB7C1D72-8DFF-4B0D-ADB9-9CF2B7EC8BB0}" presName="parentText" presStyleLbl="node1" presStyleIdx="2" presStyleCnt="5">
        <dgm:presLayoutVars>
          <dgm:chMax val="0"/>
          <dgm:bulletEnabled val="1"/>
        </dgm:presLayoutVars>
      </dgm:prSet>
      <dgm:spPr/>
    </dgm:pt>
    <dgm:pt modelId="{C2D1C088-C8F3-4A2A-A9F8-C38031615AC7}" type="pres">
      <dgm:prSet presAssocID="{FB9E244B-7785-41E1-88CF-929851436452}" presName="spacer" presStyleCnt="0"/>
      <dgm:spPr/>
    </dgm:pt>
    <dgm:pt modelId="{2AD53D5C-C066-4D62-9DC2-D88809D639A1}" type="pres">
      <dgm:prSet presAssocID="{92C9E56D-B10A-4042-9D87-8BD085DA5DA6}" presName="parentText" presStyleLbl="node1" presStyleIdx="3" presStyleCnt="5">
        <dgm:presLayoutVars>
          <dgm:chMax val="0"/>
          <dgm:bulletEnabled val="1"/>
        </dgm:presLayoutVars>
      </dgm:prSet>
      <dgm:spPr/>
    </dgm:pt>
    <dgm:pt modelId="{DBBAF00D-7F22-4965-A4ED-95A3CEB92270}" type="pres">
      <dgm:prSet presAssocID="{A42A636E-6E8C-408E-A2B9-C0691B4A77AB}" presName="spacer" presStyleCnt="0"/>
      <dgm:spPr/>
    </dgm:pt>
    <dgm:pt modelId="{0A93A41C-4FBB-4DCD-A02E-4EC0CE397CF7}" type="pres">
      <dgm:prSet presAssocID="{ED81722F-77BB-4679-94BE-5FB3AAF5F186}" presName="parentText" presStyleLbl="node1" presStyleIdx="4" presStyleCnt="5">
        <dgm:presLayoutVars>
          <dgm:chMax val="0"/>
          <dgm:bulletEnabled val="1"/>
        </dgm:presLayoutVars>
      </dgm:prSet>
      <dgm:spPr/>
    </dgm:pt>
  </dgm:ptLst>
  <dgm:cxnLst>
    <dgm:cxn modelId="{77A0300F-A299-43F9-9570-CA905EE59168}" srcId="{FF3384BC-68E5-4AF4-A050-0143CFDD8FF6}" destId="{CB7C1D72-8DFF-4B0D-ADB9-9CF2B7EC8BB0}" srcOrd="2" destOrd="0" parTransId="{D1F169F8-1994-4909-81AA-0C55FFBCF47E}" sibTransId="{FB9E244B-7785-41E1-88CF-929851436452}"/>
    <dgm:cxn modelId="{E2891D23-FF5A-4449-A911-91F406B5924D}" srcId="{FF3384BC-68E5-4AF4-A050-0143CFDD8FF6}" destId="{74DDB789-51BE-4159-BE5C-DA40BD0DC889}" srcOrd="1" destOrd="0" parTransId="{63FC69FC-2E5D-4639-956E-F043C5476052}" sibTransId="{2C2E4020-F4B3-4542-996B-511848FE814F}"/>
    <dgm:cxn modelId="{E92D263F-0FA1-42C8-81BB-4155AA3329C5}" srcId="{FF3384BC-68E5-4AF4-A050-0143CFDD8FF6}" destId="{92C9E56D-B10A-4042-9D87-8BD085DA5DA6}" srcOrd="3" destOrd="0" parTransId="{518972EA-3083-40CB-A59B-DFD665214344}" sibTransId="{A42A636E-6E8C-408E-A2B9-C0691B4A77AB}"/>
    <dgm:cxn modelId="{9313B46B-40F6-42BA-B49B-3498EAFFFF87}" type="presOf" srcId="{92C9E56D-B10A-4042-9D87-8BD085DA5DA6}" destId="{2AD53D5C-C066-4D62-9DC2-D88809D639A1}" srcOrd="0" destOrd="0" presId="urn:microsoft.com/office/officeart/2005/8/layout/vList2"/>
    <dgm:cxn modelId="{CAABE058-C040-485C-93EA-9081C248B38D}" srcId="{FF3384BC-68E5-4AF4-A050-0143CFDD8FF6}" destId="{D1F8A8E4-1EBF-40F0-A748-FDEC52154E0B}" srcOrd="0" destOrd="0" parTransId="{7F76A49F-C27F-44C0-BFAD-62733CA1B4D7}" sibTransId="{0EE135B1-4ABA-4D86-8FC9-AF16B6AB9F71}"/>
    <dgm:cxn modelId="{0E243F85-F548-41E4-BD04-DC265A5F375C}" type="presOf" srcId="{ED81722F-77BB-4679-94BE-5FB3AAF5F186}" destId="{0A93A41C-4FBB-4DCD-A02E-4EC0CE397CF7}" srcOrd="0" destOrd="0" presId="urn:microsoft.com/office/officeart/2005/8/layout/vList2"/>
    <dgm:cxn modelId="{F94FA085-1B23-4357-B9F5-D7D768BB0BC4}" type="presOf" srcId="{FF3384BC-68E5-4AF4-A050-0143CFDD8FF6}" destId="{0B620BDC-40BB-4ABD-AF39-93B501E22CB5}" srcOrd="0" destOrd="0" presId="urn:microsoft.com/office/officeart/2005/8/layout/vList2"/>
    <dgm:cxn modelId="{6A192EA8-3834-445C-8D58-D5E4C698B340}" srcId="{FF3384BC-68E5-4AF4-A050-0143CFDD8FF6}" destId="{ED81722F-77BB-4679-94BE-5FB3AAF5F186}" srcOrd="4" destOrd="0" parTransId="{EE91CBB0-6C53-4CB3-AFD5-2A7706FF81FF}" sibTransId="{971D629F-7DCB-4D84-A0AE-519875180AD6}"/>
    <dgm:cxn modelId="{33BDBEB3-8BC9-41E1-BF91-178A70D86A98}" type="presOf" srcId="{D1F8A8E4-1EBF-40F0-A748-FDEC52154E0B}" destId="{9B45D5EE-1C4D-4BC0-987D-B8D84F37C615}" srcOrd="0" destOrd="0" presId="urn:microsoft.com/office/officeart/2005/8/layout/vList2"/>
    <dgm:cxn modelId="{FC2141C2-15BA-47D5-83E8-D459C6F6235C}" type="presOf" srcId="{74DDB789-51BE-4159-BE5C-DA40BD0DC889}" destId="{89F3F86A-6F7A-4105-9345-82095AD88A7E}" srcOrd="0" destOrd="0" presId="urn:microsoft.com/office/officeart/2005/8/layout/vList2"/>
    <dgm:cxn modelId="{8F565ECE-4370-4A6F-9BD6-B3C5BBF2A8D8}" type="presOf" srcId="{CB7C1D72-8DFF-4B0D-ADB9-9CF2B7EC8BB0}" destId="{8A792DB5-E0BB-455B-BE6A-D197062607C1}" srcOrd="0" destOrd="0" presId="urn:microsoft.com/office/officeart/2005/8/layout/vList2"/>
    <dgm:cxn modelId="{F5E4C14D-42F9-4439-985B-596474D1A4E1}" type="presParOf" srcId="{0B620BDC-40BB-4ABD-AF39-93B501E22CB5}" destId="{9B45D5EE-1C4D-4BC0-987D-B8D84F37C615}" srcOrd="0" destOrd="0" presId="urn:microsoft.com/office/officeart/2005/8/layout/vList2"/>
    <dgm:cxn modelId="{E2F6DA2E-ACCD-49C6-9ED2-B1BDAF90353C}" type="presParOf" srcId="{0B620BDC-40BB-4ABD-AF39-93B501E22CB5}" destId="{D576280E-11A2-412A-9569-1C96FA355F95}" srcOrd="1" destOrd="0" presId="urn:microsoft.com/office/officeart/2005/8/layout/vList2"/>
    <dgm:cxn modelId="{9F11DB25-111F-4CE9-9593-124ED997F581}" type="presParOf" srcId="{0B620BDC-40BB-4ABD-AF39-93B501E22CB5}" destId="{89F3F86A-6F7A-4105-9345-82095AD88A7E}" srcOrd="2" destOrd="0" presId="urn:microsoft.com/office/officeart/2005/8/layout/vList2"/>
    <dgm:cxn modelId="{35D7A61D-FFA0-4D1C-B979-D358402B8343}" type="presParOf" srcId="{0B620BDC-40BB-4ABD-AF39-93B501E22CB5}" destId="{731FF67F-A35B-4FBB-8179-FD6D79EA6501}" srcOrd="3" destOrd="0" presId="urn:microsoft.com/office/officeart/2005/8/layout/vList2"/>
    <dgm:cxn modelId="{3F10E119-91B4-4625-991C-86C1AFE60D19}" type="presParOf" srcId="{0B620BDC-40BB-4ABD-AF39-93B501E22CB5}" destId="{8A792DB5-E0BB-455B-BE6A-D197062607C1}" srcOrd="4" destOrd="0" presId="urn:microsoft.com/office/officeart/2005/8/layout/vList2"/>
    <dgm:cxn modelId="{A8FD18DB-5199-4D7A-BD7F-1C07A2C6FA2B}" type="presParOf" srcId="{0B620BDC-40BB-4ABD-AF39-93B501E22CB5}" destId="{C2D1C088-C8F3-4A2A-A9F8-C38031615AC7}" srcOrd="5" destOrd="0" presId="urn:microsoft.com/office/officeart/2005/8/layout/vList2"/>
    <dgm:cxn modelId="{CFDD01BB-AC48-476B-BFC5-A37DA21D74F0}" type="presParOf" srcId="{0B620BDC-40BB-4ABD-AF39-93B501E22CB5}" destId="{2AD53D5C-C066-4D62-9DC2-D88809D639A1}" srcOrd="6" destOrd="0" presId="urn:microsoft.com/office/officeart/2005/8/layout/vList2"/>
    <dgm:cxn modelId="{F5EA1AA6-F737-4500-A3C1-B66EA7AE30CD}" type="presParOf" srcId="{0B620BDC-40BB-4ABD-AF39-93B501E22CB5}" destId="{DBBAF00D-7F22-4965-A4ED-95A3CEB92270}" srcOrd="7" destOrd="0" presId="urn:microsoft.com/office/officeart/2005/8/layout/vList2"/>
    <dgm:cxn modelId="{BD080A33-E0E0-489B-8517-E5C1F4092A1D}" type="presParOf" srcId="{0B620BDC-40BB-4ABD-AF39-93B501E22CB5}" destId="{0A93A41C-4FBB-4DCD-A02E-4EC0CE397CF7}"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F3384BC-68E5-4AF4-A050-0143CFDD8FF6}" type="doc">
      <dgm:prSet loTypeId="urn:microsoft.com/office/officeart/2005/8/layout/vList2" loCatId="list" qsTypeId="urn:microsoft.com/office/officeart/2005/8/quickstyle/simple5" qsCatId="simple" csTypeId="urn:microsoft.com/office/officeart/2005/8/colors/accent1_1" csCatId="accent1" phldr="1"/>
      <dgm:spPr/>
      <dgm:t>
        <a:bodyPr/>
        <a:lstStyle/>
        <a:p>
          <a:endParaRPr lang="en-US"/>
        </a:p>
      </dgm:t>
    </dgm:pt>
    <dgm:pt modelId="{D1F8A8E4-1EBF-40F0-A748-FDEC52154E0B}">
      <dgm:prSet/>
      <dgm:spPr/>
      <dgm:t>
        <a:bodyPr/>
        <a:lstStyle/>
        <a:p>
          <a:pPr algn="just" rtl="0"/>
          <a:r>
            <a:rPr lang="en-US" dirty="0"/>
            <a:t>Step 1: Farmer takes Goat across the river (leaving Wolf and Cabbage behind)</a:t>
          </a:r>
          <a:endParaRPr lang="en-GB" dirty="0"/>
        </a:p>
      </dgm:t>
    </dgm:pt>
    <dgm:pt modelId="{7F76A49F-C27F-44C0-BFAD-62733CA1B4D7}" type="parTrans" cxnId="{CAABE058-C040-485C-93EA-9081C248B38D}">
      <dgm:prSet/>
      <dgm:spPr/>
      <dgm:t>
        <a:bodyPr/>
        <a:lstStyle/>
        <a:p>
          <a:pPr algn="just"/>
          <a:endParaRPr lang="en-US"/>
        </a:p>
      </dgm:t>
    </dgm:pt>
    <dgm:pt modelId="{0EE135B1-4ABA-4D86-8FC9-AF16B6AB9F71}" type="sibTrans" cxnId="{CAABE058-C040-485C-93EA-9081C248B38D}">
      <dgm:prSet/>
      <dgm:spPr/>
      <dgm:t>
        <a:bodyPr/>
        <a:lstStyle/>
        <a:p>
          <a:pPr algn="just"/>
          <a:endParaRPr lang="en-US"/>
        </a:p>
      </dgm:t>
    </dgm:pt>
    <dgm:pt modelId="{8A13B86C-1304-426B-BFFD-5E05B6B72595}">
      <dgm:prSet/>
      <dgm:spPr/>
      <dgm:t>
        <a:bodyPr/>
        <a:lstStyle/>
        <a:p>
          <a:r>
            <a:rPr lang="en-US"/>
            <a:t>Step 2: Farmer returns alone</a:t>
          </a:r>
          <a:endParaRPr lang="en-US" dirty="0"/>
        </a:p>
      </dgm:t>
    </dgm:pt>
    <dgm:pt modelId="{55F31392-363E-4E39-9126-BADB334B0B14}" type="parTrans" cxnId="{757C6BB4-F850-44EC-BAC1-DFEE43FEEDAF}">
      <dgm:prSet/>
      <dgm:spPr/>
      <dgm:t>
        <a:bodyPr/>
        <a:lstStyle/>
        <a:p>
          <a:endParaRPr lang="en-US"/>
        </a:p>
      </dgm:t>
    </dgm:pt>
    <dgm:pt modelId="{0C58F3C5-E504-49FF-9BAA-507653767EF9}" type="sibTrans" cxnId="{757C6BB4-F850-44EC-BAC1-DFEE43FEEDAF}">
      <dgm:prSet/>
      <dgm:spPr/>
      <dgm:t>
        <a:bodyPr/>
        <a:lstStyle/>
        <a:p>
          <a:endParaRPr lang="en-US"/>
        </a:p>
      </dgm:t>
    </dgm:pt>
    <dgm:pt modelId="{9A6868B0-411C-4419-9443-5B7538A334AF}">
      <dgm:prSet/>
      <dgm:spPr/>
      <dgm:t>
        <a:bodyPr/>
        <a:lstStyle/>
        <a:p>
          <a:r>
            <a:rPr lang="en-US" dirty="0"/>
            <a:t>Step 3: Farmer takes Wolf across the river</a:t>
          </a:r>
        </a:p>
      </dgm:t>
    </dgm:pt>
    <dgm:pt modelId="{488F860D-2CAE-4545-810C-D78872B8E744}" type="parTrans" cxnId="{21863C86-1C88-44E4-A725-F6C00223F542}">
      <dgm:prSet/>
      <dgm:spPr/>
      <dgm:t>
        <a:bodyPr/>
        <a:lstStyle/>
        <a:p>
          <a:endParaRPr lang="en-US"/>
        </a:p>
      </dgm:t>
    </dgm:pt>
    <dgm:pt modelId="{3CA42817-F2C8-463D-8BA8-C0EC65390D42}" type="sibTrans" cxnId="{21863C86-1C88-44E4-A725-F6C00223F542}">
      <dgm:prSet/>
      <dgm:spPr/>
      <dgm:t>
        <a:bodyPr/>
        <a:lstStyle/>
        <a:p>
          <a:endParaRPr lang="en-US"/>
        </a:p>
      </dgm:t>
    </dgm:pt>
    <dgm:pt modelId="{966884FE-4EEA-4FF8-9C88-5F4824D8AF6C}">
      <dgm:prSet/>
      <dgm:spPr/>
      <dgm:t>
        <a:bodyPr/>
        <a:lstStyle/>
        <a:p>
          <a:r>
            <a:rPr lang="en-US" dirty="0"/>
            <a:t>Step 4: Farmer returns with Goat</a:t>
          </a:r>
        </a:p>
      </dgm:t>
    </dgm:pt>
    <dgm:pt modelId="{B5F3630A-BEE1-4D66-8D1E-5F0A660267BA}" type="parTrans" cxnId="{49AC91C8-BBC5-42A6-B901-578BD17BCCCF}">
      <dgm:prSet/>
      <dgm:spPr/>
      <dgm:t>
        <a:bodyPr/>
        <a:lstStyle/>
        <a:p>
          <a:endParaRPr lang="en-US"/>
        </a:p>
      </dgm:t>
    </dgm:pt>
    <dgm:pt modelId="{9BD9D18B-4471-4AC9-B9F5-73CA87A4EA30}" type="sibTrans" cxnId="{49AC91C8-BBC5-42A6-B901-578BD17BCCCF}">
      <dgm:prSet/>
      <dgm:spPr/>
      <dgm:t>
        <a:bodyPr/>
        <a:lstStyle/>
        <a:p>
          <a:endParaRPr lang="en-US"/>
        </a:p>
      </dgm:t>
    </dgm:pt>
    <dgm:pt modelId="{E395DC49-EE99-40A4-B700-15B20C6BA993}">
      <dgm:prSet/>
      <dgm:spPr/>
      <dgm:t>
        <a:bodyPr/>
        <a:lstStyle/>
        <a:p>
          <a:r>
            <a:rPr lang="en-US" dirty="0"/>
            <a:t>Step 5: Farmer takes Cabbage across the river</a:t>
          </a:r>
        </a:p>
      </dgm:t>
    </dgm:pt>
    <dgm:pt modelId="{8D33F323-F851-4EE2-83BD-B8E24A760BBD}" type="parTrans" cxnId="{01B7E95D-7021-4672-832F-07C63512B4EC}">
      <dgm:prSet/>
      <dgm:spPr/>
      <dgm:t>
        <a:bodyPr/>
        <a:lstStyle/>
        <a:p>
          <a:endParaRPr lang="en-US"/>
        </a:p>
      </dgm:t>
    </dgm:pt>
    <dgm:pt modelId="{0C05E4C1-8683-4483-8651-32B6B92E28C3}" type="sibTrans" cxnId="{01B7E95D-7021-4672-832F-07C63512B4EC}">
      <dgm:prSet/>
      <dgm:spPr/>
      <dgm:t>
        <a:bodyPr/>
        <a:lstStyle/>
        <a:p>
          <a:endParaRPr lang="en-US"/>
        </a:p>
      </dgm:t>
    </dgm:pt>
    <dgm:pt modelId="{4125BE31-AF97-40A3-972C-8F0C15CD743B}">
      <dgm:prSet/>
      <dgm:spPr/>
      <dgm:t>
        <a:bodyPr/>
        <a:lstStyle/>
        <a:p>
          <a:r>
            <a:rPr lang="en-US"/>
            <a:t>Step 6: Farmer returns alone</a:t>
          </a:r>
          <a:endParaRPr lang="en-US" dirty="0"/>
        </a:p>
      </dgm:t>
    </dgm:pt>
    <dgm:pt modelId="{A1FC1C46-DC5B-4AD5-B519-4E6BF9F29CD9}" type="parTrans" cxnId="{EDCA8D90-0E9C-4A3D-9EF3-6352D906253E}">
      <dgm:prSet/>
      <dgm:spPr/>
      <dgm:t>
        <a:bodyPr/>
        <a:lstStyle/>
        <a:p>
          <a:endParaRPr lang="en-US"/>
        </a:p>
      </dgm:t>
    </dgm:pt>
    <dgm:pt modelId="{084F1677-BE22-43E9-A89D-C4B9C89E6EE7}" type="sibTrans" cxnId="{EDCA8D90-0E9C-4A3D-9EF3-6352D906253E}">
      <dgm:prSet/>
      <dgm:spPr/>
      <dgm:t>
        <a:bodyPr/>
        <a:lstStyle/>
        <a:p>
          <a:endParaRPr lang="en-US"/>
        </a:p>
      </dgm:t>
    </dgm:pt>
    <dgm:pt modelId="{AADD27B7-FD33-4B67-BAC9-F49DFADB5221}">
      <dgm:prSet/>
      <dgm:spPr/>
      <dgm:t>
        <a:bodyPr/>
        <a:lstStyle/>
        <a:p>
          <a:r>
            <a:rPr lang="en-US" dirty="0"/>
            <a:t>Step 7: Farmer takes Goat across the river</a:t>
          </a:r>
        </a:p>
      </dgm:t>
    </dgm:pt>
    <dgm:pt modelId="{AAFC30C8-66FC-4FE8-B58B-0155BB210DF5}" type="parTrans" cxnId="{7B48698A-F2FA-42A3-ADE0-CEE741DE8802}">
      <dgm:prSet/>
      <dgm:spPr/>
      <dgm:t>
        <a:bodyPr/>
        <a:lstStyle/>
        <a:p>
          <a:endParaRPr lang="en-US"/>
        </a:p>
      </dgm:t>
    </dgm:pt>
    <dgm:pt modelId="{C9DC2DFC-67BD-4A0F-9CF6-3F00A59DEEA0}" type="sibTrans" cxnId="{7B48698A-F2FA-42A3-ADE0-CEE741DE8802}">
      <dgm:prSet/>
      <dgm:spPr/>
      <dgm:t>
        <a:bodyPr/>
        <a:lstStyle/>
        <a:p>
          <a:endParaRPr lang="en-US"/>
        </a:p>
      </dgm:t>
    </dgm:pt>
    <dgm:pt modelId="{0B620BDC-40BB-4ABD-AF39-93B501E22CB5}" type="pres">
      <dgm:prSet presAssocID="{FF3384BC-68E5-4AF4-A050-0143CFDD8FF6}" presName="linear" presStyleCnt="0">
        <dgm:presLayoutVars>
          <dgm:animLvl val="lvl"/>
          <dgm:resizeHandles val="exact"/>
        </dgm:presLayoutVars>
      </dgm:prSet>
      <dgm:spPr/>
    </dgm:pt>
    <dgm:pt modelId="{9B45D5EE-1C4D-4BC0-987D-B8D84F37C615}" type="pres">
      <dgm:prSet presAssocID="{D1F8A8E4-1EBF-40F0-A748-FDEC52154E0B}" presName="parentText" presStyleLbl="node1" presStyleIdx="0" presStyleCnt="7">
        <dgm:presLayoutVars>
          <dgm:chMax val="0"/>
          <dgm:bulletEnabled val="1"/>
        </dgm:presLayoutVars>
      </dgm:prSet>
      <dgm:spPr/>
    </dgm:pt>
    <dgm:pt modelId="{D576280E-11A2-412A-9569-1C96FA355F95}" type="pres">
      <dgm:prSet presAssocID="{0EE135B1-4ABA-4D86-8FC9-AF16B6AB9F71}" presName="spacer" presStyleCnt="0"/>
      <dgm:spPr/>
    </dgm:pt>
    <dgm:pt modelId="{8A12173E-41CF-4DE1-9347-B02D5D211BA5}" type="pres">
      <dgm:prSet presAssocID="{8A13B86C-1304-426B-BFFD-5E05B6B72595}" presName="parentText" presStyleLbl="node1" presStyleIdx="1" presStyleCnt="7">
        <dgm:presLayoutVars>
          <dgm:chMax val="0"/>
          <dgm:bulletEnabled val="1"/>
        </dgm:presLayoutVars>
      </dgm:prSet>
      <dgm:spPr/>
    </dgm:pt>
    <dgm:pt modelId="{E4590CAC-DE74-4A45-B42C-E85CF8BAAF16}" type="pres">
      <dgm:prSet presAssocID="{0C58F3C5-E504-49FF-9BAA-507653767EF9}" presName="spacer" presStyleCnt="0"/>
      <dgm:spPr/>
    </dgm:pt>
    <dgm:pt modelId="{46C5BB08-CE11-48BA-9132-0BC1D3886C0D}" type="pres">
      <dgm:prSet presAssocID="{9A6868B0-411C-4419-9443-5B7538A334AF}" presName="parentText" presStyleLbl="node1" presStyleIdx="2" presStyleCnt="7">
        <dgm:presLayoutVars>
          <dgm:chMax val="0"/>
          <dgm:bulletEnabled val="1"/>
        </dgm:presLayoutVars>
      </dgm:prSet>
      <dgm:spPr/>
    </dgm:pt>
    <dgm:pt modelId="{0EFF0644-2291-4690-9EF2-6FE742DE33FE}" type="pres">
      <dgm:prSet presAssocID="{3CA42817-F2C8-463D-8BA8-C0EC65390D42}" presName="spacer" presStyleCnt="0"/>
      <dgm:spPr/>
    </dgm:pt>
    <dgm:pt modelId="{887DF795-9BAA-4D03-9684-CA348F1050B3}" type="pres">
      <dgm:prSet presAssocID="{966884FE-4EEA-4FF8-9C88-5F4824D8AF6C}" presName="parentText" presStyleLbl="node1" presStyleIdx="3" presStyleCnt="7">
        <dgm:presLayoutVars>
          <dgm:chMax val="0"/>
          <dgm:bulletEnabled val="1"/>
        </dgm:presLayoutVars>
      </dgm:prSet>
      <dgm:spPr/>
    </dgm:pt>
    <dgm:pt modelId="{889B364E-5267-4ECC-A9A6-EFDBB89BF140}" type="pres">
      <dgm:prSet presAssocID="{9BD9D18B-4471-4AC9-B9F5-73CA87A4EA30}" presName="spacer" presStyleCnt="0"/>
      <dgm:spPr/>
    </dgm:pt>
    <dgm:pt modelId="{902214AC-92F6-4E56-94E8-79D3D6F5CDD5}" type="pres">
      <dgm:prSet presAssocID="{E395DC49-EE99-40A4-B700-15B20C6BA993}" presName="parentText" presStyleLbl="node1" presStyleIdx="4" presStyleCnt="7">
        <dgm:presLayoutVars>
          <dgm:chMax val="0"/>
          <dgm:bulletEnabled val="1"/>
        </dgm:presLayoutVars>
      </dgm:prSet>
      <dgm:spPr/>
    </dgm:pt>
    <dgm:pt modelId="{09F20C28-2927-4271-BE78-A81127FD77E8}" type="pres">
      <dgm:prSet presAssocID="{0C05E4C1-8683-4483-8651-32B6B92E28C3}" presName="spacer" presStyleCnt="0"/>
      <dgm:spPr/>
    </dgm:pt>
    <dgm:pt modelId="{53A39552-C714-4B9C-9A48-6CE18B29FBEB}" type="pres">
      <dgm:prSet presAssocID="{4125BE31-AF97-40A3-972C-8F0C15CD743B}" presName="parentText" presStyleLbl="node1" presStyleIdx="5" presStyleCnt="7">
        <dgm:presLayoutVars>
          <dgm:chMax val="0"/>
          <dgm:bulletEnabled val="1"/>
        </dgm:presLayoutVars>
      </dgm:prSet>
      <dgm:spPr/>
    </dgm:pt>
    <dgm:pt modelId="{712172B0-1678-438F-96F9-F73C2D381EC9}" type="pres">
      <dgm:prSet presAssocID="{084F1677-BE22-43E9-A89D-C4B9C89E6EE7}" presName="spacer" presStyleCnt="0"/>
      <dgm:spPr/>
    </dgm:pt>
    <dgm:pt modelId="{F0181B91-5FB6-461D-A82D-E2E84EDA6349}" type="pres">
      <dgm:prSet presAssocID="{AADD27B7-FD33-4B67-BAC9-F49DFADB5221}" presName="parentText" presStyleLbl="node1" presStyleIdx="6" presStyleCnt="7">
        <dgm:presLayoutVars>
          <dgm:chMax val="0"/>
          <dgm:bulletEnabled val="1"/>
        </dgm:presLayoutVars>
      </dgm:prSet>
      <dgm:spPr/>
    </dgm:pt>
  </dgm:ptLst>
  <dgm:cxnLst>
    <dgm:cxn modelId="{01B7E95D-7021-4672-832F-07C63512B4EC}" srcId="{FF3384BC-68E5-4AF4-A050-0143CFDD8FF6}" destId="{E395DC49-EE99-40A4-B700-15B20C6BA993}" srcOrd="4" destOrd="0" parTransId="{8D33F323-F851-4EE2-83BD-B8E24A760BBD}" sibTransId="{0C05E4C1-8683-4483-8651-32B6B92E28C3}"/>
    <dgm:cxn modelId="{7FBCA05E-1A2C-48EB-848F-E23817671C27}" type="presOf" srcId="{4125BE31-AF97-40A3-972C-8F0C15CD743B}" destId="{53A39552-C714-4B9C-9A48-6CE18B29FBEB}" srcOrd="0" destOrd="0" presId="urn:microsoft.com/office/officeart/2005/8/layout/vList2"/>
    <dgm:cxn modelId="{98814774-E83B-4CBB-AC6B-CF53C8088A5B}" type="presOf" srcId="{9A6868B0-411C-4419-9443-5B7538A334AF}" destId="{46C5BB08-CE11-48BA-9132-0BC1D3886C0D}" srcOrd="0" destOrd="0" presId="urn:microsoft.com/office/officeart/2005/8/layout/vList2"/>
    <dgm:cxn modelId="{CAABE058-C040-485C-93EA-9081C248B38D}" srcId="{FF3384BC-68E5-4AF4-A050-0143CFDD8FF6}" destId="{D1F8A8E4-1EBF-40F0-A748-FDEC52154E0B}" srcOrd="0" destOrd="0" parTransId="{7F76A49F-C27F-44C0-BFAD-62733CA1B4D7}" sibTransId="{0EE135B1-4ABA-4D86-8FC9-AF16B6AB9F71}"/>
    <dgm:cxn modelId="{F94FA085-1B23-4357-B9F5-D7D768BB0BC4}" type="presOf" srcId="{FF3384BC-68E5-4AF4-A050-0143CFDD8FF6}" destId="{0B620BDC-40BB-4ABD-AF39-93B501E22CB5}" srcOrd="0" destOrd="0" presId="urn:microsoft.com/office/officeart/2005/8/layout/vList2"/>
    <dgm:cxn modelId="{21863C86-1C88-44E4-A725-F6C00223F542}" srcId="{FF3384BC-68E5-4AF4-A050-0143CFDD8FF6}" destId="{9A6868B0-411C-4419-9443-5B7538A334AF}" srcOrd="2" destOrd="0" parTransId="{488F860D-2CAE-4545-810C-D78872B8E744}" sibTransId="{3CA42817-F2C8-463D-8BA8-C0EC65390D42}"/>
    <dgm:cxn modelId="{7B48698A-F2FA-42A3-ADE0-CEE741DE8802}" srcId="{FF3384BC-68E5-4AF4-A050-0143CFDD8FF6}" destId="{AADD27B7-FD33-4B67-BAC9-F49DFADB5221}" srcOrd="6" destOrd="0" parTransId="{AAFC30C8-66FC-4FE8-B58B-0155BB210DF5}" sibTransId="{C9DC2DFC-67BD-4A0F-9CF6-3F00A59DEEA0}"/>
    <dgm:cxn modelId="{EDCA8D90-0E9C-4A3D-9EF3-6352D906253E}" srcId="{FF3384BC-68E5-4AF4-A050-0143CFDD8FF6}" destId="{4125BE31-AF97-40A3-972C-8F0C15CD743B}" srcOrd="5" destOrd="0" parTransId="{A1FC1C46-DC5B-4AD5-B519-4E6BF9F29CD9}" sibTransId="{084F1677-BE22-43E9-A89D-C4B9C89E6EE7}"/>
    <dgm:cxn modelId="{94E1FBA9-C69F-46A8-AA21-9524C9E83F2B}" type="presOf" srcId="{E395DC49-EE99-40A4-B700-15B20C6BA993}" destId="{902214AC-92F6-4E56-94E8-79D3D6F5CDD5}" srcOrd="0" destOrd="0" presId="urn:microsoft.com/office/officeart/2005/8/layout/vList2"/>
    <dgm:cxn modelId="{33BDBEB3-8BC9-41E1-BF91-178A70D86A98}" type="presOf" srcId="{D1F8A8E4-1EBF-40F0-A748-FDEC52154E0B}" destId="{9B45D5EE-1C4D-4BC0-987D-B8D84F37C615}" srcOrd="0" destOrd="0" presId="urn:microsoft.com/office/officeart/2005/8/layout/vList2"/>
    <dgm:cxn modelId="{757C6BB4-F850-44EC-BAC1-DFEE43FEEDAF}" srcId="{FF3384BC-68E5-4AF4-A050-0143CFDD8FF6}" destId="{8A13B86C-1304-426B-BFFD-5E05B6B72595}" srcOrd="1" destOrd="0" parTransId="{55F31392-363E-4E39-9126-BADB334B0B14}" sibTransId="{0C58F3C5-E504-49FF-9BAA-507653767EF9}"/>
    <dgm:cxn modelId="{C9D13AC8-539C-4D09-95DE-8E9D493DFBAD}" type="presOf" srcId="{8A13B86C-1304-426B-BFFD-5E05B6B72595}" destId="{8A12173E-41CF-4DE1-9347-B02D5D211BA5}" srcOrd="0" destOrd="0" presId="urn:microsoft.com/office/officeart/2005/8/layout/vList2"/>
    <dgm:cxn modelId="{49AC91C8-BBC5-42A6-B901-578BD17BCCCF}" srcId="{FF3384BC-68E5-4AF4-A050-0143CFDD8FF6}" destId="{966884FE-4EEA-4FF8-9C88-5F4824D8AF6C}" srcOrd="3" destOrd="0" parTransId="{B5F3630A-BEE1-4D66-8D1E-5F0A660267BA}" sibTransId="{9BD9D18B-4471-4AC9-B9F5-73CA87A4EA30}"/>
    <dgm:cxn modelId="{0435D9DF-1E63-4384-BD15-BCFF06D742B5}" type="presOf" srcId="{966884FE-4EEA-4FF8-9C88-5F4824D8AF6C}" destId="{887DF795-9BAA-4D03-9684-CA348F1050B3}" srcOrd="0" destOrd="0" presId="urn:microsoft.com/office/officeart/2005/8/layout/vList2"/>
    <dgm:cxn modelId="{A0F5C6F2-F457-49B8-BD9F-49F57942D847}" type="presOf" srcId="{AADD27B7-FD33-4B67-BAC9-F49DFADB5221}" destId="{F0181B91-5FB6-461D-A82D-E2E84EDA6349}" srcOrd="0" destOrd="0" presId="urn:microsoft.com/office/officeart/2005/8/layout/vList2"/>
    <dgm:cxn modelId="{F5E4C14D-42F9-4439-985B-596474D1A4E1}" type="presParOf" srcId="{0B620BDC-40BB-4ABD-AF39-93B501E22CB5}" destId="{9B45D5EE-1C4D-4BC0-987D-B8D84F37C615}" srcOrd="0" destOrd="0" presId="urn:microsoft.com/office/officeart/2005/8/layout/vList2"/>
    <dgm:cxn modelId="{E2F6DA2E-ACCD-49C6-9ED2-B1BDAF90353C}" type="presParOf" srcId="{0B620BDC-40BB-4ABD-AF39-93B501E22CB5}" destId="{D576280E-11A2-412A-9569-1C96FA355F95}" srcOrd="1" destOrd="0" presId="urn:microsoft.com/office/officeart/2005/8/layout/vList2"/>
    <dgm:cxn modelId="{E7A3D40B-8710-4F4B-813C-4B29D017ABD3}" type="presParOf" srcId="{0B620BDC-40BB-4ABD-AF39-93B501E22CB5}" destId="{8A12173E-41CF-4DE1-9347-B02D5D211BA5}" srcOrd="2" destOrd="0" presId="urn:microsoft.com/office/officeart/2005/8/layout/vList2"/>
    <dgm:cxn modelId="{D5905C36-62CC-4272-8BE8-49C815F3A469}" type="presParOf" srcId="{0B620BDC-40BB-4ABD-AF39-93B501E22CB5}" destId="{E4590CAC-DE74-4A45-B42C-E85CF8BAAF16}" srcOrd="3" destOrd="0" presId="urn:microsoft.com/office/officeart/2005/8/layout/vList2"/>
    <dgm:cxn modelId="{813DED19-3A08-420B-AF39-E9EB4955C5D2}" type="presParOf" srcId="{0B620BDC-40BB-4ABD-AF39-93B501E22CB5}" destId="{46C5BB08-CE11-48BA-9132-0BC1D3886C0D}" srcOrd="4" destOrd="0" presId="urn:microsoft.com/office/officeart/2005/8/layout/vList2"/>
    <dgm:cxn modelId="{7E80C725-7060-4C29-876A-A3FD30E511F5}" type="presParOf" srcId="{0B620BDC-40BB-4ABD-AF39-93B501E22CB5}" destId="{0EFF0644-2291-4690-9EF2-6FE742DE33FE}" srcOrd="5" destOrd="0" presId="urn:microsoft.com/office/officeart/2005/8/layout/vList2"/>
    <dgm:cxn modelId="{0353C342-F655-4305-BC1D-EE4B0666528A}" type="presParOf" srcId="{0B620BDC-40BB-4ABD-AF39-93B501E22CB5}" destId="{887DF795-9BAA-4D03-9684-CA348F1050B3}" srcOrd="6" destOrd="0" presId="urn:microsoft.com/office/officeart/2005/8/layout/vList2"/>
    <dgm:cxn modelId="{E04AD1AE-92A7-429E-99D6-B1B20EA0EAF9}" type="presParOf" srcId="{0B620BDC-40BB-4ABD-AF39-93B501E22CB5}" destId="{889B364E-5267-4ECC-A9A6-EFDBB89BF140}" srcOrd="7" destOrd="0" presId="urn:microsoft.com/office/officeart/2005/8/layout/vList2"/>
    <dgm:cxn modelId="{BABE5270-A8F0-4EE6-A4B8-A805042C5777}" type="presParOf" srcId="{0B620BDC-40BB-4ABD-AF39-93B501E22CB5}" destId="{902214AC-92F6-4E56-94E8-79D3D6F5CDD5}" srcOrd="8" destOrd="0" presId="urn:microsoft.com/office/officeart/2005/8/layout/vList2"/>
    <dgm:cxn modelId="{B6C64C2C-B252-4796-9AA6-6587D004BB33}" type="presParOf" srcId="{0B620BDC-40BB-4ABD-AF39-93B501E22CB5}" destId="{09F20C28-2927-4271-BE78-A81127FD77E8}" srcOrd="9" destOrd="0" presId="urn:microsoft.com/office/officeart/2005/8/layout/vList2"/>
    <dgm:cxn modelId="{DF0E6090-30F0-45A9-8E63-F9034A215605}" type="presParOf" srcId="{0B620BDC-40BB-4ABD-AF39-93B501E22CB5}" destId="{53A39552-C714-4B9C-9A48-6CE18B29FBEB}" srcOrd="10" destOrd="0" presId="urn:microsoft.com/office/officeart/2005/8/layout/vList2"/>
    <dgm:cxn modelId="{0FF1F46A-0B26-4716-9FAD-30AA3D1F833E}" type="presParOf" srcId="{0B620BDC-40BB-4ABD-AF39-93B501E22CB5}" destId="{712172B0-1678-438F-96F9-F73C2D381EC9}" srcOrd="11" destOrd="0" presId="urn:microsoft.com/office/officeart/2005/8/layout/vList2"/>
    <dgm:cxn modelId="{FD21D224-05DE-43A2-8B80-5E513CF650C4}" type="presParOf" srcId="{0B620BDC-40BB-4ABD-AF39-93B501E22CB5}" destId="{F0181B91-5FB6-461D-A82D-E2E84EDA6349}"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F3384BC-68E5-4AF4-A050-0143CFDD8FF6}" type="doc">
      <dgm:prSet loTypeId="urn:microsoft.com/office/officeart/2005/8/layout/vList2" loCatId="list" qsTypeId="urn:microsoft.com/office/officeart/2005/8/quickstyle/simple5" qsCatId="simple" csTypeId="urn:microsoft.com/office/officeart/2005/8/colors/accent1_1" csCatId="accent1" phldr="1"/>
      <dgm:spPr/>
      <dgm:t>
        <a:bodyPr/>
        <a:lstStyle/>
        <a:p>
          <a:endParaRPr lang="en-US"/>
        </a:p>
      </dgm:t>
    </dgm:pt>
    <dgm:pt modelId="{D1F8A8E4-1EBF-40F0-A748-FDEC52154E0B}">
      <dgm:prSet custT="1"/>
      <dgm:spPr/>
      <dgm:t>
        <a:bodyPr/>
        <a:lstStyle/>
        <a:p>
          <a:pPr algn="just" rtl="0"/>
          <a:r>
            <a:rPr lang="en-US" sz="2000" dirty="0"/>
            <a:t>There are 4 men who want to cross a bridge. They all begin on the same side. You have 17 minutes to get all of them across to the other side. It is night. There is one flashlight. A maximum of two people can cross at one time.</a:t>
          </a:r>
          <a:endParaRPr lang="en-GB" sz="2000" dirty="0"/>
        </a:p>
      </dgm:t>
    </dgm:pt>
    <dgm:pt modelId="{7F76A49F-C27F-44C0-BFAD-62733CA1B4D7}" type="parTrans" cxnId="{CAABE058-C040-485C-93EA-9081C248B38D}">
      <dgm:prSet/>
      <dgm:spPr/>
      <dgm:t>
        <a:bodyPr/>
        <a:lstStyle/>
        <a:p>
          <a:pPr algn="just"/>
          <a:endParaRPr lang="en-US" sz="2000"/>
        </a:p>
      </dgm:t>
    </dgm:pt>
    <dgm:pt modelId="{0EE135B1-4ABA-4D86-8FC9-AF16B6AB9F71}" type="sibTrans" cxnId="{CAABE058-C040-485C-93EA-9081C248B38D}">
      <dgm:prSet/>
      <dgm:spPr/>
      <dgm:t>
        <a:bodyPr/>
        <a:lstStyle/>
        <a:p>
          <a:pPr algn="just"/>
          <a:endParaRPr lang="en-US" sz="2000"/>
        </a:p>
      </dgm:t>
    </dgm:pt>
    <dgm:pt modelId="{5ABEBEC4-C131-47B0-92DF-19D5F9EEF9CB}">
      <dgm:prSet custT="1"/>
      <dgm:spPr/>
      <dgm:t>
        <a:bodyPr/>
        <a:lstStyle/>
        <a:p>
          <a:r>
            <a:rPr lang="en-US" sz="2000" dirty="0"/>
            <a:t>Any party who crosses, either 1 or 2 people, must have the flashlight with them. The flashlight must be walked back and forth, it cannot be thrown etc.</a:t>
          </a:r>
        </a:p>
      </dgm:t>
    </dgm:pt>
    <dgm:pt modelId="{D382A4F2-0A7B-4AC5-8005-92D9A8E0CE13}" type="parTrans" cxnId="{1BEB9DCE-D68F-47A0-AFA5-7C117E30641A}">
      <dgm:prSet/>
      <dgm:spPr/>
      <dgm:t>
        <a:bodyPr/>
        <a:lstStyle/>
        <a:p>
          <a:endParaRPr lang="en-US" sz="2000"/>
        </a:p>
      </dgm:t>
    </dgm:pt>
    <dgm:pt modelId="{02DE8C20-8E95-452B-AF87-6968120B661B}" type="sibTrans" cxnId="{1BEB9DCE-D68F-47A0-AFA5-7C117E30641A}">
      <dgm:prSet/>
      <dgm:spPr/>
      <dgm:t>
        <a:bodyPr/>
        <a:lstStyle/>
        <a:p>
          <a:endParaRPr lang="en-US" sz="2000"/>
        </a:p>
      </dgm:t>
    </dgm:pt>
    <dgm:pt modelId="{4750F420-0C48-48DA-A19E-C1058F0D4AB2}">
      <dgm:prSet custT="1"/>
      <dgm:spPr/>
      <dgm:t>
        <a:bodyPr/>
        <a:lstStyle/>
        <a:p>
          <a:r>
            <a:rPr lang="en-US" sz="2000" dirty="0"/>
            <a:t>Each man walks at a different speed. A pair must walk together at a rate of the slower man's pace.</a:t>
          </a:r>
        </a:p>
      </dgm:t>
    </dgm:pt>
    <dgm:pt modelId="{AD78503A-1FEC-4439-B643-2EB51F38528F}" type="parTrans" cxnId="{6BD07F23-30D3-4084-8A4B-02294EE1CFE2}">
      <dgm:prSet/>
      <dgm:spPr/>
      <dgm:t>
        <a:bodyPr/>
        <a:lstStyle/>
        <a:p>
          <a:endParaRPr lang="en-US" sz="2000"/>
        </a:p>
      </dgm:t>
    </dgm:pt>
    <dgm:pt modelId="{E3135B19-19DF-48D1-A49F-39CD91EFC100}" type="sibTrans" cxnId="{6BD07F23-30D3-4084-8A4B-02294EE1CFE2}">
      <dgm:prSet/>
      <dgm:spPr/>
      <dgm:t>
        <a:bodyPr/>
        <a:lstStyle/>
        <a:p>
          <a:endParaRPr lang="en-US" sz="2000"/>
        </a:p>
      </dgm:t>
    </dgm:pt>
    <dgm:pt modelId="{0E361F4E-5DCB-45E4-A041-0E814A3AC90E}">
      <dgm:prSet custT="1"/>
      <dgm:spPr/>
      <dgm:t>
        <a:bodyPr/>
        <a:lstStyle/>
        <a:p>
          <a:r>
            <a:rPr lang="en-US" sz="2000" dirty="0"/>
            <a:t>Man 1: 1 minute to cross, Man 2: 2 minutes to cross., Man 3: 5 minutes to cross., Man 4: 10 minutes to cross.</a:t>
          </a:r>
        </a:p>
      </dgm:t>
    </dgm:pt>
    <dgm:pt modelId="{CE99D4D0-E9E3-4AA4-AACD-9945E8E7E5CF}" type="parTrans" cxnId="{AA478A4B-9EC6-444C-A770-3AA8A94163C9}">
      <dgm:prSet/>
      <dgm:spPr/>
      <dgm:t>
        <a:bodyPr/>
        <a:lstStyle/>
        <a:p>
          <a:endParaRPr lang="en-US" sz="2000"/>
        </a:p>
      </dgm:t>
    </dgm:pt>
    <dgm:pt modelId="{E71D4A11-4251-47B2-BF19-805647FEB25E}" type="sibTrans" cxnId="{AA478A4B-9EC6-444C-A770-3AA8A94163C9}">
      <dgm:prSet/>
      <dgm:spPr/>
      <dgm:t>
        <a:bodyPr/>
        <a:lstStyle/>
        <a:p>
          <a:endParaRPr lang="en-US" sz="2000"/>
        </a:p>
      </dgm:t>
    </dgm:pt>
    <dgm:pt modelId="{409C61A0-F332-425F-8081-D65AA406BC5B}">
      <dgm:prSet custT="1"/>
      <dgm:spPr/>
      <dgm:t>
        <a:bodyPr/>
        <a:lstStyle/>
        <a:p>
          <a:r>
            <a:rPr lang="en-US" sz="2000" dirty="0"/>
            <a:t>For example, if Man 1 and Man 4 walk across first, 10 minutes have elapsed when they get to the other side of the bridge. If Man 4 returns with the flashlight, a total of 20 minutes have passed, and you have failed the mission.</a:t>
          </a:r>
        </a:p>
      </dgm:t>
    </dgm:pt>
    <dgm:pt modelId="{DB924F59-6A58-428D-8CD1-C35E26A21CED}" type="parTrans" cxnId="{8D61767A-CF68-4191-8972-ABA954E35502}">
      <dgm:prSet/>
      <dgm:spPr/>
      <dgm:t>
        <a:bodyPr/>
        <a:lstStyle/>
        <a:p>
          <a:endParaRPr lang="en-US" sz="2000"/>
        </a:p>
      </dgm:t>
    </dgm:pt>
    <dgm:pt modelId="{4CF10C05-31ED-46F8-AD9B-D53B95531308}" type="sibTrans" cxnId="{8D61767A-CF68-4191-8972-ABA954E35502}">
      <dgm:prSet/>
      <dgm:spPr/>
      <dgm:t>
        <a:bodyPr/>
        <a:lstStyle/>
        <a:p>
          <a:endParaRPr lang="en-US" sz="2000"/>
        </a:p>
      </dgm:t>
    </dgm:pt>
    <dgm:pt modelId="{0B620BDC-40BB-4ABD-AF39-93B501E22CB5}" type="pres">
      <dgm:prSet presAssocID="{FF3384BC-68E5-4AF4-A050-0143CFDD8FF6}" presName="linear" presStyleCnt="0">
        <dgm:presLayoutVars>
          <dgm:animLvl val="lvl"/>
          <dgm:resizeHandles val="exact"/>
        </dgm:presLayoutVars>
      </dgm:prSet>
      <dgm:spPr/>
    </dgm:pt>
    <dgm:pt modelId="{9B45D5EE-1C4D-4BC0-987D-B8D84F37C615}" type="pres">
      <dgm:prSet presAssocID="{D1F8A8E4-1EBF-40F0-A748-FDEC52154E0B}" presName="parentText" presStyleLbl="node1" presStyleIdx="0" presStyleCnt="5">
        <dgm:presLayoutVars>
          <dgm:chMax val="0"/>
          <dgm:bulletEnabled val="1"/>
        </dgm:presLayoutVars>
      </dgm:prSet>
      <dgm:spPr/>
    </dgm:pt>
    <dgm:pt modelId="{D576280E-11A2-412A-9569-1C96FA355F95}" type="pres">
      <dgm:prSet presAssocID="{0EE135B1-4ABA-4D86-8FC9-AF16B6AB9F71}" presName="spacer" presStyleCnt="0"/>
      <dgm:spPr/>
    </dgm:pt>
    <dgm:pt modelId="{E1B9C453-4A3E-4945-B6A2-95C82307C460}" type="pres">
      <dgm:prSet presAssocID="{5ABEBEC4-C131-47B0-92DF-19D5F9EEF9CB}" presName="parentText" presStyleLbl="node1" presStyleIdx="1" presStyleCnt="5">
        <dgm:presLayoutVars>
          <dgm:chMax val="0"/>
          <dgm:bulletEnabled val="1"/>
        </dgm:presLayoutVars>
      </dgm:prSet>
      <dgm:spPr/>
    </dgm:pt>
    <dgm:pt modelId="{20EEA2B1-DC06-4CC7-8DF3-2EAD3F6C80F3}" type="pres">
      <dgm:prSet presAssocID="{02DE8C20-8E95-452B-AF87-6968120B661B}" presName="spacer" presStyleCnt="0"/>
      <dgm:spPr/>
    </dgm:pt>
    <dgm:pt modelId="{85A02CA8-9B29-4444-8386-A2024145D0A1}" type="pres">
      <dgm:prSet presAssocID="{4750F420-0C48-48DA-A19E-C1058F0D4AB2}" presName="parentText" presStyleLbl="node1" presStyleIdx="2" presStyleCnt="5">
        <dgm:presLayoutVars>
          <dgm:chMax val="0"/>
          <dgm:bulletEnabled val="1"/>
        </dgm:presLayoutVars>
      </dgm:prSet>
      <dgm:spPr/>
    </dgm:pt>
    <dgm:pt modelId="{07CB2E3B-5989-4B60-85C2-5837C51A493C}" type="pres">
      <dgm:prSet presAssocID="{E3135B19-19DF-48D1-A49F-39CD91EFC100}" presName="spacer" presStyleCnt="0"/>
      <dgm:spPr/>
    </dgm:pt>
    <dgm:pt modelId="{54946B4B-3DE4-4227-A2D9-A2AD221D6F0F}" type="pres">
      <dgm:prSet presAssocID="{0E361F4E-5DCB-45E4-A041-0E814A3AC90E}" presName="parentText" presStyleLbl="node1" presStyleIdx="3" presStyleCnt="5">
        <dgm:presLayoutVars>
          <dgm:chMax val="0"/>
          <dgm:bulletEnabled val="1"/>
        </dgm:presLayoutVars>
      </dgm:prSet>
      <dgm:spPr/>
    </dgm:pt>
    <dgm:pt modelId="{BBC4D336-7432-4058-BCA6-7D2F9D8DA6E2}" type="pres">
      <dgm:prSet presAssocID="{E71D4A11-4251-47B2-BF19-805647FEB25E}" presName="spacer" presStyleCnt="0"/>
      <dgm:spPr/>
    </dgm:pt>
    <dgm:pt modelId="{183673CD-BC14-44C0-B2CF-39219CBCDFA9}" type="pres">
      <dgm:prSet presAssocID="{409C61A0-F332-425F-8081-D65AA406BC5B}" presName="parentText" presStyleLbl="node1" presStyleIdx="4" presStyleCnt="5">
        <dgm:presLayoutVars>
          <dgm:chMax val="0"/>
          <dgm:bulletEnabled val="1"/>
        </dgm:presLayoutVars>
      </dgm:prSet>
      <dgm:spPr/>
    </dgm:pt>
  </dgm:ptLst>
  <dgm:cxnLst>
    <dgm:cxn modelId="{6BD07F23-30D3-4084-8A4B-02294EE1CFE2}" srcId="{FF3384BC-68E5-4AF4-A050-0143CFDD8FF6}" destId="{4750F420-0C48-48DA-A19E-C1058F0D4AB2}" srcOrd="2" destOrd="0" parTransId="{AD78503A-1FEC-4439-B643-2EB51F38528F}" sibTransId="{E3135B19-19DF-48D1-A49F-39CD91EFC100}"/>
    <dgm:cxn modelId="{3FE9622E-E387-4A8E-AAEE-C0AAE2484277}" type="presOf" srcId="{409C61A0-F332-425F-8081-D65AA406BC5B}" destId="{183673CD-BC14-44C0-B2CF-39219CBCDFA9}" srcOrd="0" destOrd="0" presId="urn:microsoft.com/office/officeart/2005/8/layout/vList2"/>
    <dgm:cxn modelId="{AA478A4B-9EC6-444C-A770-3AA8A94163C9}" srcId="{FF3384BC-68E5-4AF4-A050-0143CFDD8FF6}" destId="{0E361F4E-5DCB-45E4-A041-0E814A3AC90E}" srcOrd="3" destOrd="0" parTransId="{CE99D4D0-E9E3-4AA4-AACD-9945E8E7E5CF}" sibTransId="{E71D4A11-4251-47B2-BF19-805647FEB25E}"/>
    <dgm:cxn modelId="{CAABE058-C040-485C-93EA-9081C248B38D}" srcId="{FF3384BC-68E5-4AF4-A050-0143CFDD8FF6}" destId="{D1F8A8E4-1EBF-40F0-A748-FDEC52154E0B}" srcOrd="0" destOrd="0" parTransId="{7F76A49F-C27F-44C0-BFAD-62733CA1B4D7}" sibTransId="{0EE135B1-4ABA-4D86-8FC9-AF16B6AB9F71}"/>
    <dgm:cxn modelId="{8D61767A-CF68-4191-8972-ABA954E35502}" srcId="{FF3384BC-68E5-4AF4-A050-0143CFDD8FF6}" destId="{409C61A0-F332-425F-8081-D65AA406BC5B}" srcOrd="4" destOrd="0" parTransId="{DB924F59-6A58-428D-8CD1-C35E26A21CED}" sibTransId="{4CF10C05-31ED-46F8-AD9B-D53B95531308}"/>
    <dgm:cxn modelId="{8FFEDF7F-BA96-4B0F-A872-8378B749801C}" type="presOf" srcId="{5ABEBEC4-C131-47B0-92DF-19D5F9EEF9CB}" destId="{E1B9C453-4A3E-4945-B6A2-95C82307C460}" srcOrd="0" destOrd="0" presId="urn:microsoft.com/office/officeart/2005/8/layout/vList2"/>
    <dgm:cxn modelId="{F94FA085-1B23-4357-B9F5-D7D768BB0BC4}" type="presOf" srcId="{FF3384BC-68E5-4AF4-A050-0143CFDD8FF6}" destId="{0B620BDC-40BB-4ABD-AF39-93B501E22CB5}" srcOrd="0" destOrd="0" presId="urn:microsoft.com/office/officeart/2005/8/layout/vList2"/>
    <dgm:cxn modelId="{33CA9E99-CED5-4E00-8E24-75AF759827A4}" type="presOf" srcId="{4750F420-0C48-48DA-A19E-C1058F0D4AB2}" destId="{85A02CA8-9B29-4444-8386-A2024145D0A1}" srcOrd="0" destOrd="0" presId="urn:microsoft.com/office/officeart/2005/8/layout/vList2"/>
    <dgm:cxn modelId="{33BDBEB3-8BC9-41E1-BF91-178A70D86A98}" type="presOf" srcId="{D1F8A8E4-1EBF-40F0-A748-FDEC52154E0B}" destId="{9B45D5EE-1C4D-4BC0-987D-B8D84F37C615}" srcOrd="0" destOrd="0" presId="urn:microsoft.com/office/officeart/2005/8/layout/vList2"/>
    <dgm:cxn modelId="{1BEB9DCE-D68F-47A0-AFA5-7C117E30641A}" srcId="{FF3384BC-68E5-4AF4-A050-0143CFDD8FF6}" destId="{5ABEBEC4-C131-47B0-92DF-19D5F9EEF9CB}" srcOrd="1" destOrd="0" parTransId="{D382A4F2-0A7B-4AC5-8005-92D9A8E0CE13}" sibTransId="{02DE8C20-8E95-452B-AF87-6968120B661B}"/>
    <dgm:cxn modelId="{06D169EC-C17E-4D93-ADB8-287CD71ABACE}" type="presOf" srcId="{0E361F4E-5DCB-45E4-A041-0E814A3AC90E}" destId="{54946B4B-3DE4-4227-A2D9-A2AD221D6F0F}" srcOrd="0" destOrd="0" presId="urn:microsoft.com/office/officeart/2005/8/layout/vList2"/>
    <dgm:cxn modelId="{F5E4C14D-42F9-4439-985B-596474D1A4E1}" type="presParOf" srcId="{0B620BDC-40BB-4ABD-AF39-93B501E22CB5}" destId="{9B45D5EE-1C4D-4BC0-987D-B8D84F37C615}" srcOrd="0" destOrd="0" presId="urn:microsoft.com/office/officeart/2005/8/layout/vList2"/>
    <dgm:cxn modelId="{E2F6DA2E-ACCD-49C6-9ED2-B1BDAF90353C}" type="presParOf" srcId="{0B620BDC-40BB-4ABD-AF39-93B501E22CB5}" destId="{D576280E-11A2-412A-9569-1C96FA355F95}" srcOrd="1" destOrd="0" presId="urn:microsoft.com/office/officeart/2005/8/layout/vList2"/>
    <dgm:cxn modelId="{D92E3DBB-8E84-4D47-B68A-F246A2A28457}" type="presParOf" srcId="{0B620BDC-40BB-4ABD-AF39-93B501E22CB5}" destId="{E1B9C453-4A3E-4945-B6A2-95C82307C460}" srcOrd="2" destOrd="0" presId="urn:microsoft.com/office/officeart/2005/8/layout/vList2"/>
    <dgm:cxn modelId="{94C8796E-B9F0-4DC3-984E-30B62C173E5C}" type="presParOf" srcId="{0B620BDC-40BB-4ABD-AF39-93B501E22CB5}" destId="{20EEA2B1-DC06-4CC7-8DF3-2EAD3F6C80F3}" srcOrd="3" destOrd="0" presId="urn:microsoft.com/office/officeart/2005/8/layout/vList2"/>
    <dgm:cxn modelId="{D72FAA46-42E2-4D5C-A6E7-A6A7CB499967}" type="presParOf" srcId="{0B620BDC-40BB-4ABD-AF39-93B501E22CB5}" destId="{85A02CA8-9B29-4444-8386-A2024145D0A1}" srcOrd="4" destOrd="0" presId="urn:microsoft.com/office/officeart/2005/8/layout/vList2"/>
    <dgm:cxn modelId="{BEDA5481-1BAA-419C-979C-2294C654B68A}" type="presParOf" srcId="{0B620BDC-40BB-4ABD-AF39-93B501E22CB5}" destId="{07CB2E3B-5989-4B60-85C2-5837C51A493C}" srcOrd="5" destOrd="0" presId="urn:microsoft.com/office/officeart/2005/8/layout/vList2"/>
    <dgm:cxn modelId="{434A1D3D-47D5-4FC4-998D-C5B8CF522290}" type="presParOf" srcId="{0B620BDC-40BB-4ABD-AF39-93B501E22CB5}" destId="{54946B4B-3DE4-4227-A2D9-A2AD221D6F0F}" srcOrd="6" destOrd="0" presId="urn:microsoft.com/office/officeart/2005/8/layout/vList2"/>
    <dgm:cxn modelId="{C01D93A7-1D94-413E-B572-F44CE5BA12AA}" type="presParOf" srcId="{0B620BDC-40BB-4ABD-AF39-93B501E22CB5}" destId="{BBC4D336-7432-4058-BCA6-7D2F9D8DA6E2}" srcOrd="7" destOrd="0" presId="urn:microsoft.com/office/officeart/2005/8/layout/vList2"/>
    <dgm:cxn modelId="{E64188B7-2EAE-409F-ADD2-F8C25D5C13D5}" type="presParOf" srcId="{0B620BDC-40BB-4ABD-AF39-93B501E22CB5}" destId="{183673CD-BC14-44C0-B2CF-39219CBCDFA9}"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F3384BC-68E5-4AF4-A050-0143CFDD8FF6}" type="doc">
      <dgm:prSet loTypeId="urn:microsoft.com/office/officeart/2005/8/layout/vList2" loCatId="list" qsTypeId="urn:microsoft.com/office/officeart/2005/8/quickstyle/simple5" qsCatId="simple" csTypeId="urn:microsoft.com/office/officeart/2005/8/colors/accent1_1" csCatId="accent1" phldr="1"/>
      <dgm:spPr/>
      <dgm:t>
        <a:bodyPr/>
        <a:lstStyle/>
        <a:p>
          <a:endParaRPr lang="en-US"/>
        </a:p>
      </dgm:t>
    </dgm:pt>
    <dgm:pt modelId="{D1F8A8E4-1EBF-40F0-A748-FDEC52154E0B}">
      <dgm:prSet custT="1"/>
      <dgm:spPr/>
      <dgm:t>
        <a:bodyPr/>
        <a:lstStyle/>
        <a:p>
          <a:pPr algn="just"/>
          <a:r>
            <a:rPr lang="en-US" sz="3200" dirty="0"/>
            <a:t>Step 1: Men 1 and 2 travel over  - Time Elapsed 15</a:t>
          </a:r>
          <a:endParaRPr lang="en-GB" sz="3200" dirty="0"/>
        </a:p>
      </dgm:t>
    </dgm:pt>
    <dgm:pt modelId="{7F76A49F-C27F-44C0-BFAD-62733CA1B4D7}" type="parTrans" cxnId="{CAABE058-C040-485C-93EA-9081C248B38D}">
      <dgm:prSet/>
      <dgm:spPr/>
      <dgm:t>
        <a:bodyPr/>
        <a:lstStyle/>
        <a:p>
          <a:pPr algn="just"/>
          <a:endParaRPr lang="en-US" sz="2000"/>
        </a:p>
      </dgm:t>
    </dgm:pt>
    <dgm:pt modelId="{0EE135B1-4ABA-4D86-8FC9-AF16B6AB9F71}" type="sibTrans" cxnId="{CAABE058-C040-485C-93EA-9081C248B38D}">
      <dgm:prSet/>
      <dgm:spPr/>
      <dgm:t>
        <a:bodyPr/>
        <a:lstStyle/>
        <a:p>
          <a:pPr algn="just"/>
          <a:endParaRPr lang="en-US" sz="2000"/>
        </a:p>
      </dgm:t>
    </dgm:pt>
    <dgm:pt modelId="{EF51E6F4-7B08-45BC-A1C1-C13C5B595BAB}">
      <dgm:prSet/>
      <dgm:spPr/>
      <dgm:t>
        <a:bodyPr/>
        <a:lstStyle/>
        <a:p>
          <a:r>
            <a:rPr lang="en-US" dirty="0"/>
            <a:t>Step 2: Man 2 brings back the flashlight – Time Elapsed 13</a:t>
          </a:r>
        </a:p>
      </dgm:t>
    </dgm:pt>
    <dgm:pt modelId="{FEDB0A02-6A24-4639-8C33-EB0789173F54}" type="parTrans" cxnId="{5E7473DC-0D33-4788-B1C5-967267F18402}">
      <dgm:prSet/>
      <dgm:spPr/>
      <dgm:t>
        <a:bodyPr/>
        <a:lstStyle/>
        <a:p>
          <a:endParaRPr lang="en-US"/>
        </a:p>
      </dgm:t>
    </dgm:pt>
    <dgm:pt modelId="{9817996F-7F8A-48E5-8637-498374EA6152}" type="sibTrans" cxnId="{5E7473DC-0D33-4788-B1C5-967267F18402}">
      <dgm:prSet/>
      <dgm:spPr/>
      <dgm:t>
        <a:bodyPr/>
        <a:lstStyle/>
        <a:p>
          <a:endParaRPr lang="en-US"/>
        </a:p>
      </dgm:t>
    </dgm:pt>
    <dgm:pt modelId="{0DC3205B-BA7C-489A-932A-DB1494C58162}">
      <dgm:prSet/>
      <dgm:spPr/>
      <dgm:t>
        <a:bodyPr/>
        <a:lstStyle/>
        <a:p>
          <a:r>
            <a:rPr lang="en-US" dirty="0"/>
            <a:t>Step 3: Men 3 and 4 travel over and – Time Elapsed 3</a:t>
          </a:r>
        </a:p>
      </dgm:t>
    </dgm:pt>
    <dgm:pt modelId="{3F92599C-29D7-40CF-84D3-7B3392BAA0C8}" type="parTrans" cxnId="{0E2DAB32-41DC-47B4-B495-C61DB98555AA}">
      <dgm:prSet/>
      <dgm:spPr/>
      <dgm:t>
        <a:bodyPr/>
        <a:lstStyle/>
        <a:p>
          <a:endParaRPr lang="en-US"/>
        </a:p>
      </dgm:t>
    </dgm:pt>
    <dgm:pt modelId="{A4CA1C8A-BB98-460F-9A39-687E7E9B3DEE}" type="sibTrans" cxnId="{0E2DAB32-41DC-47B4-B495-C61DB98555AA}">
      <dgm:prSet/>
      <dgm:spPr/>
      <dgm:t>
        <a:bodyPr/>
        <a:lstStyle/>
        <a:p>
          <a:endParaRPr lang="en-US"/>
        </a:p>
      </dgm:t>
    </dgm:pt>
    <dgm:pt modelId="{297A8D77-05A7-43FF-9135-D2C9E30B4672}">
      <dgm:prSet/>
      <dgm:spPr/>
      <dgm:t>
        <a:bodyPr/>
        <a:lstStyle/>
        <a:p>
          <a:r>
            <a:rPr lang="en-US" dirty="0"/>
            <a:t>Step 4: Man 1 brings back the flashlight – Time Elapsed 2</a:t>
          </a:r>
        </a:p>
      </dgm:t>
    </dgm:pt>
    <dgm:pt modelId="{63B20821-8E4A-46F2-B201-E9F2D7BF976E}" type="parTrans" cxnId="{F0E4A78B-5FC3-4FEB-850B-2E7139B89E57}">
      <dgm:prSet/>
      <dgm:spPr/>
      <dgm:t>
        <a:bodyPr/>
        <a:lstStyle/>
        <a:p>
          <a:endParaRPr lang="en-US"/>
        </a:p>
      </dgm:t>
    </dgm:pt>
    <dgm:pt modelId="{482ACCA6-4116-44D4-B004-129DB9124BBB}" type="sibTrans" cxnId="{F0E4A78B-5FC3-4FEB-850B-2E7139B89E57}">
      <dgm:prSet/>
      <dgm:spPr/>
      <dgm:t>
        <a:bodyPr/>
        <a:lstStyle/>
        <a:p>
          <a:endParaRPr lang="en-US"/>
        </a:p>
      </dgm:t>
    </dgm:pt>
    <dgm:pt modelId="{ED71819E-C0AD-405B-8C11-4F703852C574}">
      <dgm:prSet/>
      <dgm:spPr/>
      <dgm:t>
        <a:bodyPr/>
        <a:lstStyle/>
        <a:p>
          <a:r>
            <a:rPr lang="en-US" dirty="0"/>
            <a:t>Step 5: Men 1 and 2 travel over – Time Elapsed 0</a:t>
          </a:r>
        </a:p>
      </dgm:t>
    </dgm:pt>
    <dgm:pt modelId="{08409819-5D3E-4FA1-88AB-185BBAF9D2FC}" type="parTrans" cxnId="{AD079995-BB0F-4E35-B5C8-F90BF22B3BFA}">
      <dgm:prSet/>
      <dgm:spPr/>
      <dgm:t>
        <a:bodyPr/>
        <a:lstStyle/>
        <a:p>
          <a:endParaRPr lang="en-US"/>
        </a:p>
      </dgm:t>
    </dgm:pt>
    <dgm:pt modelId="{F1D306F1-FC8D-4ABB-9C55-7E007CA1DCC8}" type="sibTrans" cxnId="{AD079995-BB0F-4E35-B5C8-F90BF22B3BFA}">
      <dgm:prSet/>
      <dgm:spPr/>
      <dgm:t>
        <a:bodyPr/>
        <a:lstStyle/>
        <a:p>
          <a:endParaRPr lang="en-US"/>
        </a:p>
      </dgm:t>
    </dgm:pt>
    <dgm:pt modelId="{0B620BDC-40BB-4ABD-AF39-93B501E22CB5}" type="pres">
      <dgm:prSet presAssocID="{FF3384BC-68E5-4AF4-A050-0143CFDD8FF6}" presName="linear" presStyleCnt="0">
        <dgm:presLayoutVars>
          <dgm:animLvl val="lvl"/>
          <dgm:resizeHandles val="exact"/>
        </dgm:presLayoutVars>
      </dgm:prSet>
      <dgm:spPr/>
    </dgm:pt>
    <dgm:pt modelId="{9B45D5EE-1C4D-4BC0-987D-B8D84F37C615}" type="pres">
      <dgm:prSet presAssocID="{D1F8A8E4-1EBF-40F0-A748-FDEC52154E0B}" presName="parentText" presStyleLbl="node1" presStyleIdx="0" presStyleCnt="5">
        <dgm:presLayoutVars>
          <dgm:chMax val="0"/>
          <dgm:bulletEnabled val="1"/>
        </dgm:presLayoutVars>
      </dgm:prSet>
      <dgm:spPr/>
    </dgm:pt>
    <dgm:pt modelId="{D576280E-11A2-412A-9569-1C96FA355F95}" type="pres">
      <dgm:prSet presAssocID="{0EE135B1-4ABA-4D86-8FC9-AF16B6AB9F71}" presName="spacer" presStyleCnt="0"/>
      <dgm:spPr/>
    </dgm:pt>
    <dgm:pt modelId="{521296DB-6F13-4005-94CB-831AE89E2577}" type="pres">
      <dgm:prSet presAssocID="{EF51E6F4-7B08-45BC-A1C1-C13C5B595BAB}" presName="parentText" presStyleLbl="node1" presStyleIdx="1" presStyleCnt="5">
        <dgm:presLayoutVars>
          <dgm:chMax val="0"/>
          <dgm:bulletEnabled val="1"/>
        </dgm:presLayoutVars>
      </dgm:prSet>
      <dgm:spPr/>
    </dgm:pt>
    <dgm:pt modelId="{3593B418-32AA-4ECA-BEB3-AB0E8A599BD5}" type="pres">
      <dgm:prSet presAssocID="{9817996F-7F8A-48E5-8637-498374EA6152}" presName="spacer" presStyleCnt="0"/>
      <dgm:spPr/>
    </dgm:pt>
    <dgm:pt modelId="{AA2BE0E1-D310-465E-9C50-B24911FBECA7}" type="pres">
      <dgm:prSet presAssocID="{0DC3205B-BA7C-489A-932A-DB1494C58162}" presName="parentText" presStyleLbl="node1" presStyleIdx="2" presStyleCnt="5">
        <dgm:presLayoutVars>
          <dgm:chMax val="0"/>
          <dgm:bulletEnabled val="1"/>
        </dgm:presLayoutVars>
      </dgm:prSet>
      <dgm:spPr/>
    </dgm:pt>
    <dgm:pt modelId="{F293C9CE-6ADA-447C-9283-3F13BD8725D5}" type="pres">
      <dgm:prSet presAssocID="{A4CA1C8A-BB98-460F-9A39-687E7E9B3DEE}" presName="spacer" presStyleCnt="0"/>
      <dgm:spPr/>
    </dgm:pt>
    <dgm:pt modelId="{BAF3F950-B182-4141-B5D6-3FA8A7341FD2}" type="pres">
      <dgm:prSet presAssocID="{297A8D77-05A7-43FF-9135-D2C9E30B4672}" presName="parentText" presStyleLbl="node1" presStyleIdx="3" presStyleCnt="5">
        <dgm:presLayoutVars>
          <dgm:chMax val="0"/>
          <dgm:bulletEnabled val="1"/>
        </dgm:presLayoutVars>
      </dgm:prSet>
      <dgm:spPr/>
    </dgm:pt>
    <dgm:pt modelId="{64E31FFF-0A83-4E47-9CCE-45DF0A9BE221}" type="pres">
      <dgm:prSet presAssocID="{482ACCA6-4116-44D4-B004-129DB9124BBB}" presName="spacer" presStyleCnt="0"/>
      <dgm:spPr/>
    </dgm:pt>
    <dgm:pt modelId="{05E44EE2-66F4-4FA0-A04F-3B900D77F789}" type="pres">
      <dgm:prSet presAssocID="{ED71819E-C0AD-405B-8C11-4F703852C574}" presName="parentText" presStyleLbl="node1" presStyleIdx="4" presStyleCnt="5">
        <dgm:presLayoutVars>
          <dgm:chMax val="0"/>
          <dgm:bulletEnabled val="1"/>
        </dgm:presLayoutVars>
      </dgm:prSet>
      <dgm:spPr/>
    </dgm:pt>
  </dgm:ptLst>
  <dgm:cxnLst>
    <dgm:cxn modelId="{A2C1FA09-8CE8-4E52-A03B-07AB24C7B566}" type="presOf" srcId="{EF51E6F4-7B08-45BC-A1C1-C13C5B595BAB}" destId="{521296DB-6F13-4005-94CB-831AE89E2577}" srcOrd="0" destOrd="0" presId="urn:microsoft.com/office/officeart/2005/8/layout/vList2"/>
    <dgm:cxn modelId="{0E2DAB32-41DC-47B4-B495-C61DB98555AA}" srcId="{FF3384BC-68E5-4AF4-A050-0143CFDD8FF6}" destId="{0DC3205B-BA7C-489A-932A-DB1494C58162}" srcOrd="2" destOrd="0" parTransId="{3F92599C-29D7-40CF-84D3-7B3392BAA0C8}" sibTransId="{A4CA1C8A-BB98-460F-9A39-687E7E9B3DEE}"/>
    <dgm:cxn modelId="{04668273-88A0-4570-BFC4-2E3C95FB1FE2}" type="presOf" srcId="{0DC3205B-BA7C-489A-932A-DB1494C58162}" destId="{AA2BE0E1-D310-465E-9C50-B24911FBECA7}" srcOrd="0" destOrd="0" presId="urn:microsoft.com/office/officeart/2005/8/layout/vList2"/>
    <dgm:cxn modelId="{CAABE058-C040-485C-93EA-9081C248B38D}" srcId="{FF3384BC-68E5-4AF4-A050-0143CFDD8FF6}" destId="{D1F8A8E4-1EBF-40F0-A748-FDEC52154E0B}" srcOrd="0" destOrd="0" parTransId="{7F76A49F-C27F-44C0-BFAD-62733CA1B4D7}" sibTransId="{0EE135B1-4ABA-4D86-8FC9-AF16B6AB9F71}"/>
    <dgm:cxn modelId="{F94FA085-1B23-4357-B9F5-D7D768BB0BC4}" type="presOf" srcId="{FF3384BC-68E5-4AF4-A050-0143CFDD8FF6}" destId="{0B620BDC-40BB-4ABD-AF39-93B501E22CB5}" srcOrd="0" destOrd="0" presId="urn:microsoft.com/office/officeart/2005/8/layout/vList2"/>
    <dgm:cxn modelId="{F0E4A78B-5FC3-4FEB-850B-2E7139B89E57}" srcId="{FF3384BC-68E5-4AF4-A050-0143CFDD8FF6}" destId="{297A8D77-05A7-43FF-9135-D2C9E30B4672}" srcOrd="3" destOrd="0" parTransId="{63B20821-8E4A-46F2-B201-E9F2D7BF976E}" sibTransId="{482ACCA6-4116-44D4-B004-129DB9124BBB}"/>
    <dgm:cxn modelId="{AD079995-BB0F-4E35-B5C8-F90BF22B3BFA}" srcId="{FF3384BC-68E5-4AF4-A050-0143CFDD8FF6}" destId="{ED71819E-C0AD-405B-8C11-4F703852C574}" srcOrd="4" destOrd="0" parTransId="{08409819-5D3E-4FA1-88AB-185BBAF9D2FC}" sibTransId="{F1D306F1-FC8D-4ABB-9C55-7E007CA1DCC8}"/>
    <dgm:cxn modelId="{C82F569B-3AB0-46B4-A6C5-7A136EC710C8}" type="presOf" srcId="{297A8D77-05A7-43FF-9135-D2C9E30B4672}" destId="{BAF3F950-B182-4141-B5D6-3FA8A7341FD2}" srcOrd="0" destOrd="0" presId="urn:microsoft.com/office/officeart/2005/8/layout/vList2"/>
    <dgm:cxn modelId="{F94472A5-3DAE-4C22-87C5-6D4674753660}" type="presOf" srcId="{ED71819E-C0AD-405B-8C11-4F703852C574}" destId="{05E44EE2-66F4-4FA0-A04F-3B900D77F789}" srcOrd="0" destOrd="0" presId="urn:microsoft.com/office/officeart/2005/8/layout/vList2"/>
    <dgm:cxn modelId="{33BDBEB3-8BC9-41E1-BF91-178A70D86A98}" type="presOf" srcId="{D1F8A8E4-1EBF-40F0-A748-FDEC52154E0B}" destId="{9B45D5EE-1C4D-4BC0-987D-B8D84F37C615}" srcOrd="0" destOrd="0" presId="urn:microsoft.com/office/officeart/2005/8/layout/vList2"/>
    <dgm:cxn modelId="{5E7473DC-0D33-4788-B1C5-967267F18402}" srcId="{FF3384BC-68E5-4AF4-A050-0143CFDD8FF6}" destId="{EF51E6F4-7B08-45BC-A1C1-C13C5B595BAB}" srcOrd="1" destOrd="0" parTransId="{FEDB0A02-6A24-4639-8C33-EB0789173F54}" sibTransId="{9817996F-7F8A-48E5-8637-498374EA6152}"/>
    <dgm:cxn modelId="{F5E4C14D-42F9-4439-985B-596474D1A4E1}" type="presParOf" srcId="{0B620BDC-40BB-4ABD-AF39-93B501E22CB5}" destId="{9B45D5EE-1C4D-4BC0-987D-B8D84F37C615}" srcOrd="0" destOrd="0" presId="urn:microsoft.com/office/officeart/2005/8/layout/vList2"/>
    <dgm:cxn modelId="{B9854200-8706-4A46-BA62-D43A179F28D5}" type="presParOf" srcId="{0B620BDC-40BB-4ABD-AF39-93B501E22CB5}" destId="{D576280E-11A2-412A-9569-1C96FA355F95}" srcOrd="1" destOrd="0" presId="urn:microsoft.com/office/officeart/2005/8/layout/vList2"/>
    <dgm:cxn modelId="{201358DB-17D2-4B8C-8D7C-8913771BF270}" type="presParOf" srcId="{0B620BDC-40BB-4ABD-AF39-93B501E22CB5}" destId="{521296DB-6F13-4005-94CB-831AE89E2577}" srcOrd="2" destOrd="0" presId="urn:microsoft.com/office/officeart/2005/8/layout/vList2"/>
    <dgm:cxn modelId="{0C3955E4-E276-410A-BBD1-AB3BCD2F6E42}" type="presParOf" srcId="{0B620BDC-40BB-4ABD-AF39-93B501E22CB5}" destId="{3593B418-32AA-4ECA-BEB3-AB0E8A599BD5}" srcOrd="3" destOrd="0" presId="urn:microsoft.com/office/officeart/2005/8/layout/vList2"/>
    <dgm:cxn modelId="{19C907F5-8876-4ADC-9133-1CF4ED798EB9}" type="presParOf" srcId="{0B620BDC-40BB-4ABD-AF39-93B501E22CB5}" destId="{AA2BE0E1-D310-465E-9C50-B24911FBECA7}" srcOrd="4" destOrd="0" presId="urn:microsoft.com/office/officeart/2005/8/layout/vList2"/>
    <dgm:cxn modelId="{0258B530-CFDB-4EC7-9CE1-6D9A01C8D07B}" type="presParOf" srcId="{0B620BDC-40BB-4ABD-AF39-93B501E22CB5}" destId="{F293C9CE-6ADA-447C-9283-3F13BD8725D5}" srcOrd="5" destOrd="0" presId="urn:microsoft.com/office/officeart/2005/8/layout/vList2"/>
    <dgm:cxn modelId="{6B0A7302-ECA0-4F40-AD58-FD2E3431B3CE}" type="presParOf" srcId="{0B620BDC-40BB-4ABD-AF39-93B501E22CB5}" destId="{BAF3F950-B182-4141-B5D6-3FA8A7341FD2}" srcOrd="6" destOrd="0" presId="urn:microsoft.com/office/officeart/2005/8/layout/vList2"/>
    <dgm:cxn modelId="{9208D285-A387-45CE-BA39-2E650A1650B9}" type="presParOf" srcId="{0B620BDC-40BB-4ABD-AF39-93B501E22CB5}" destId="{64E31FFF-0A83-4E47-9CCE-45DF0A9BE221}" srcOrd="7" destOrd="0" presId="urn:microsoft.com/office/officeart/2005/8/layout/vList2"/>
    <dgm:cxn modelId="{D7F99A6E-460A-484F-B3B1-424547485A36}" type="presParOf" srcId="{0B620BDC-40BB-4ABD-AF39-93B501E22CB5}" destId="{05E44EE2-66F4-4FA0-A04F-3B900D77F789}"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B0216AF-C24C-44C9-80D7-8DF22372B79E}" type="doc">
      <dgm:prSet loTypeId="urn:microsoft.com/office/officeart/2005/8/layout/hierarchy3" loCatId="hierarchy" qsTypeId="urn:microsoft.com/office/officeart/2005/8/quickstyle/3d3" qsCatId="3D" csTypeId="urn:microsoft.com/office/officeart/2005/8/colors/colorful1" csCatId="colorful" phldr="1"/>
      <dgm:spPr/>
      <dgm:t>
        <a:bodyPr/>
        <a:lstStyle/>
        <a:p>
          <a:endParaRPr lang="en-US"/>
        </a:p>
      </dgm:t>
    </dgm:pt>
    <dgm:pt modelId="{0C327A1C-9F23-4E3F-812C-83D836037646}">
      <dgm:prSet phldrT="[Text]"/>
      <dgm:spPr/>
      <dgm:t>
        <a:bodyPr/>
        <a:lstStyle/>
        <a:p>
          <a:r>
            <a:rPr lang="en-US" dirty="0"/>
            <a:t>Flowchart</a:t>
          </a:r>
        </a:p>
      </dgm:t>
    </dgm:pt>
    <dgm:pt modelId="{45DC4619-FD8B-4CCB-8600-C0C02DB9DE49}" type="parTrans" cxnId="{7FCBD738-B9DE-4D87-A8AC-5EC810FCC073}">
      <dgm:prSet/>
      <dgm:spPr/>
      <dgm:t>
        <a:bodyPr/>
        <a:lstStyle/>
        <a:p>
          <a:endParaRPr lang="en-US"/>
        </a:p>
      </dgm:t>
    </dgm:pt>
    <dgm:pt modelId="{AC998090-B17F-43BC-BBFE-E5594EF21ADD}" type="sibTrans" cxnId="{7FCBD738-B9DE-4D87-A8AC-5EC810FCC073}">
      <dgm:prSet/>
      <dgm:spPr/>
      <dgm:t>
        <a:bodyPr/>
        <a:lstStyle/>
        <a:p>
          <a:endParaRPr lang="en-US"/>
        </a:p>
      </dgm:t>
    </dgm:pt>
    <dgm:pt modelId="{13714123-D8F5-46B9-A655-3DAAB25581D9}">
      <dgm:prSet phldrT="[Text]"/>
      <dgm:spPr/>
      <dgm:t>
        <a:bodyPr/>
        <a:lstStyle/>
        <a:p>
          <a:r>
            <a:rPr lang="en-US" dirty="0"/>
            <a:t>shows logic of an algorithm</a:t>
          </a:r>
        </a:p>
      </dgm:t>
    </dgm:pt>
    <dgm:pt modelId="{0DFBAA67-6ED5-4612-A286-0E74AEFFE16B}" type="parTrans" cxnId="{32F42326-B961-48C6-A3F8-F0EB3E42F5F0}">
      <dgm:prSet/>
      <dgm:spPr/>
      <dgm:t>
        <a:bodyPr/>
        <a:lstStyle/>
        <a:p>
          <a:endParaRPr lang="en-US"/>
        </a:p>
      </dgm:t>
    </dgm:pt>
    <dgm:pt modelId="{5C4C6817-96BB-4643-B1D4-516D2F1DCA02}" type="sibTrans" cxnId="{32F42326-B961-48C6-A3F8-F0EB3E42F5F0}">
      <dgm:prSet/>
      <dgm:spPr/>
      <dgm:t>
        <a:bodyPr/>
        <a:lstStyle/>
        <a:p>
          <a:endParaRPr lang="en-US"/>
        </a:p>
      </dgm:t>
    </dgm:pt>
    <dgm:pt modelId="{FB3E45BB-0EF9-40BC-BF19-2E39409958FB}">
      <dgm:prSet phldrT="[Text]"/>
      <dgm:spPr/>
      <dgm:t>
        <a:bodyPr/>
        <a:lstStyle/>
        <a:p>
          <a:r>
            <a:rPr lang="en-US" dirty="0"/>
            <a:t>emphasizes individual steps and their interconnections</a:t>
          </a:r>
        </a:p>
      </dgm:t>
    </dgm:pt>
    <dgm:pt modelId="{F44724D6-1E37-4EA3-A6E9-13F447ACF30B}" type="parTrans" cxnId="{1E7C08C2-5302-41EC-B2F0-E97339803A11}">
      <dgm:prSet/>
      <dgm:spPr/>
      <dgm:t>
        <a:bodyPr/>
        <a:lstStyle/>
        <a:p>
          <a:endParaRPr lang="en-US"/>
        </a:p>
      </dgm:t>
    </dgm:pt>
    <dgm:pt modelId="{DA85CF75-288A-4B57-A865-C01C4915DFDD}" type="sibTrans" cxnId="{1E7C08C2-5302-41EC-B2F0-E97339803A11}">
      <dgm:prSet/>
      <dgm:spPr/>
      <dgm:t>
        <a:bodyPr/>
        <a:lstStyle/>
        <a:p>
          <a:endParaRPr lang="en-US"/>
        </a:p>
      </dgm:t>
    </dgm:pt>
    <dgm:pt modelId="{B3172E35-B317-4ED5-9484-593CF3B7D7D5}">
      <dgm:prSet phldrT="[Text]"/>
      <dgm:spPr/>
      <dgm:t>
        <a:bodyPr/>
        <a:lstStyle/>
        <a:p>
          <a:r>
            <a:rPr lang="en-US" dirty="0"/>
            <a:t>e.g. control flow from one action to the next</a:t>
          </a:r>
        </a:p>
      </dgm:t>
    </dgm:pt>
    <dgm:pt modelId="{7D94D016-7BFB-41E7-A45F-1D55B9B11AE7}" type="parTrans" cxnId="{F16DC77F-4724-4ABB-B0A4-442F89A7B7E6}">
      <dgm:prSet/>
      <dgm:spPr/>
      <dgm:t>
        <a:bodyPr/>
        <a:lstStyle/>
        <a:p>
          <a:endParaRPr lang="en-US"/>
        </a:p>
      </dgm:t>
    </dgm:pt>
    <dgm:pt modelId="{AADC398B-FEB5-40EF-B8AD-97EA4E013BDF}" type="sibTrans" cxnId="{F16DC77F-4724-4ABB-B0A4-442F89A7B7E6}">
      <dgm:prSet/>
      <dgm:spPr/>
      <dgm:t>
        <a:bodyPr/>
        <a:lstStyle/>
        <a:p>
          <a:endParaRPr lang="en-US"/>
        </a:p>
      </dgm:t>
    </dgm:pt>
    <dgm:pt modelId="{DF037D52-6921-441B-B705-5D1A2383C02A}" type="pres">
      <dgm:prSet presAssocID="{8B0216AF-C24C-44C9-80D7-8DF22372B79E}" presName="diagram" presStyleCnt="0">
        <dgm:presLayoutVars>
          <dgm:chPref val="1"/>
          <dgm:dir/>
          <dgm:animOne val="branch"/>
          <dgm:animLvl val="lvl"/>
          <dgm:resizeHandles/>
        </dgm:presLayoutVars>
      </dgm:prSet>
      <dgm:spPr/>
    </dgm:pt>
    <dgm:pt modelId="{9880A54F-E1D9-4A62-B6A6-05837F09EB81}" type="pres">
      <dgm:prSet presAssocID="{0C327A1C-9F23-4E3F-812C-83D836037646}" presName="root" presStyleCnt="0"/>
      <dgm:spPr/>
    </dgm:pt>
    <dgm:pt modelId="{22B365CF-F85F-4E64-81E0-B36675FF865F}" type="pres">
      <dgm:prSet presAssocID="{0C327A1C-9F23-4E3F-812C-83D836037646}" presName="rootComposite" presStyleCnt="0"/>
      <dgm:spPr/>
    </dgm:pt>
    <dgm:pt modelId="{C75740F8-8FDA-460C-BC9D-011C3F728AA1}" type="pres">
      <dgm:prSet presAssocID="{0C327A1C-9F23-4E3F-812C-83D836037646}" presName="rootText" presStyleLbl="node1" presStyleIdx="0" presStyleCnt="1"/>
      <dgm:spPr/>
    </dgm:pt>
    <dgm:pt modelId="{8734E5F5-1DD5-4A16-AD45-C0DEA83DEAE9}" type="pres">
      <dgm:prSet presAssocID="{0C327A1C-9F23-4E3F-812C-83D836037646}" presName="rootConnector" presStyleLbl="node1" presStyleIdx="0" presStyleCnt="1"/>
      <dgm:spPr/>
    </dgm:pt>
    <dgm:pt modelId="{43F87151-899B-4E3D-9A11-E90BA78D82F8}" type="pres">
      <dgm:prSet presAssocID="{0C327A1C-9F23-4E3F-812C-83D836037646}" presName="childShape" presStyleCnt="0"/>
      <dgm:spPr/>
    </dgm:pt>
    <dgm:pt modelId="{D69E9D74-43FF-4267-92B9-845010334126}" type="pres">
      <dgm:prSet presAssocID="{0DFBAA67-6ED5-4612-A286-0E74AEFFE16B}" presName="Name13" presStyleLbl="parChTrans1D2" presStyleIdx="0" presStyleCnt="3"/>
      <dgm:spPr/>
    </dgm:pt>
    <dgm:pt modelId="{ADD46EFF-0375-4FB6-9191-AC74199DFDCE}" type="pres">
      <dgm:prSet presAssocID="{13714123-D8F5-46B9-A655-3DAAB25581D9}" presName="childText" presStyleLbl="bgAcc1" presStyleIdx="0" presStyleCnt="3">
        <dgm:presLayoutVars>
          <dgm:bulletEnabled val="1"/>
        </dgm:presLayoutVars>
      </dgm:prSet>
      <dgm:spPr/>
    </dgm:pt>
    <dgm:pt modelId="{2F6B6F73-F9F2-4568-BE7F-AA1C4F5492A2}" type="pres">
      <dgm:prSet presAssocID="{F44724D6-1E37-4EA3-A6E9-13F447ACF30B}" presName="Name13" presStyleLbl="parChTrans1D2" presStyleIdx="1" presStyleCnt="3"/>
      <dgm:spPr/>
    </dgm:pt>
    <dgm:pt modelId="{5E50534D-A1DF-4A79-9ADA-9BBBBC8E87A7}" type="pres">
      <dgm:prSet presAssocID="{FB3E45BB-0EF9-40BC-BF19-2E39409958FB}" presName="childText" presStyleLbl="bgAcc1" presStyleIdx="1" presStyleCnt="3">
        <dgm:presLayoutVars>
          <dgm:bulletEnabled val="1"/>
        </dgm:presLayoutVars>
      </dgm:prSet>
      <dgm:spPr/>
    </dgm:pt>
    <dgm:pt modelId="{28A6BEDD-44DF-4142-B4D8-5662FE17D22F}" type="pres">
      <dgm:prSet presAssocID="{7D94D016-7BFB-41E7-A45F-1D55B9B11AE7}" presName="Name13" presStyleLbl="parChTrans1D2" presStyleIdx="2" presStyleCnt="3"/>
      <dgm:spPr/>
    </dgm:pt>
    <dgm:pt modelId="{E0EC4AC9-05FB-4A40-9999-C4F88A6A4A4A}" type="pres">
      <dgm:prSet presAssocID="{B3172E35-B317-4ED5-9484-593CF3B7D7D5}" presName="childText" presStyleLbl="bgAcc1" presStyleIdx="2" presStyleCnt="3">
        <dgm:presLayoutVars>
          <dgm:bulletEnabled val="1"/>
        </dgm:presLayoutVars>
      </dgm:prSet>
      <dgm:spPr/>
    </dgm:pt>
  </dgm:ptLst>
  <dgm:cxnLst>
    <dgm:cxn modelId="{7FD4C322-FFFF-45AB-B195-4857CFEE8FD1}" type="presOf" srcId="{0C327A1C-9F23-4E3F-812C-83D836037646}" destId="{8734E5F5-1DD5-4A16-AD45-C0DEA83DEAE9}" srcOrd="1" destOrd="0" presId="urn:microsoft.com/office/officeart/2005/8/layout/hierarchy3"/>
    <dgm:cxn modelId="{32F42326-B961-48C6-A3F8-F0EB3E42F5F0}" srcId="{0C327A1C-9F23-4E3F-812C-83D836037646}" destId="{13714123-D8F5-46B9-A655-3DAAB25581D9}" srcOrd="0" destOrd="0" parTransId="{0DFBAA67-6ED5-4612-A286-0E74AEFFE16B}" sibTransId="{5C4C6817-96BB-4643-B1D4-516D2F1DCA02}"/>
    <dgm:cxn modelId="{35352F32-4D86-48FC-9592-A9C85ABE39B3}" type="presOf" srcId="{0C327A1C-9F23-4E3F-812C-83D836037646}" destId="{C75740F8-8FDA-460C-BC9D-011C3F728AA1}" srcOrd="0" destOrd="0" presId="urn:microsoft.com/office/officeart/2005/8/layout/hierarchy3"/>
    <dgm:cxn modelId="{7FCBD738-B9DE-4D87-A8AC-5EC810FCC073}" srcId="{8B0216AF-C24C-44C9-80D7-8DF22372B79E}" destId="{0C327A1C-9F23-4E3F-812C-83D836037646}" srcOrd="0" destOrd="0" parTransId="{45DC4619-FD8B-4CCB-8600-C0C02DB9DE49}" sibTransId="{AC998090-B17F-43BC-BBFE-E5594EF21ADD}"/>
    <dgm:cxn modelId="{B7C52E65-EAA2-4F6E-BB71-7905AFC34B36}" type="presOf" srcId="{FB3E45BB-0EF9-40BC-BF19-2E39409958FB}" destId="{5E50534D-A1DF-4A79-9ADA-9BBBBC8E87A7}" srcOrd="0" destOrd="0" presId="urn:microsoft.com/office/officeart/2005/8/layout/hierarchy3"/>
    <dgm:cxn modelId="{28C3DF4D-C821-47AB-951C-6F14B99604E8}" type="presOf" srcId="{7D94D016-7BFB-41E7-A45F-1D55B9B11AE7}" destId="{28A6BEDD-44DF-4142-B4D8-5662FE17D22F}" srcOrd="0" destOrd="0" presId="urn:microsoft.com/office/officeart/2005/8/layout/hierarchy3"/>
    <dgm:cxn modelId="{F16DC77F-4724-4ABB-B0A4-442F89A7B7E6}" srcId="{0C327A1C-9F23-4E3F-812C-83D836037646}" destId="{B3172E35-B317-4ED5-9484-593CF3B7D7D5}" srcOrd="2" destOrd="0" parTransId="{7D94D016-7BFB-41E7-A45F-1D55B9B11AE7}" sibTransId="{AADC398B-FEB5-40EF-B8AD-97EA4E013BDF}"/>
    <dgm:cxn modelId="{F982FD8E-634C-44DA-93A2-F8333C3D9015}" type="presOf" srcId="{B3172E35-B317-4ED5-9484-593CF3B7D7D5}" destId="{E0EC4AC9-05FB-4A40-9999-C4F88A6A4A4A}" srcOrd="0" destOrd="0" presId="urn:microsoft.com/office/officeart/2005/8/layout/hierarchy3"/>
    <dgm:cxn modelId="{0A922DA6-49B8-49A3-91C9-85DDDF89D4A6}" type="presOf" srcId="{0DFBAA67-6ED5-4612-A286-0E74AEFFE16B}" destId="{D69E9D74-43FF-4267-92B9-845010334126}" srcOrd="0" destOrd="0" presId="urn:microsoft.com/office/officeart/2005/8/layout/hierarchy3"/>
    <dgm:cxn modelId="{93201BB1-4A48-4BF4-AED7-1A3C6343ED29}" type="presOf" srcId="{13714123-D8F5-46B9-A655-3DAAB25581D9}" destId="{ADD46EFF-0375-4FB6-9191-AC74199DFDCE}" srcOrd="0" destOrd="0" presId="urn:microsoft.com/office/officeart/2005/8/layout/hierarchy3"/>
    <dgm:cxn modelId="{1E7C08C2-5302-41EC-B2F0-E97339803A11}" srcId="{0C327A1C-9F23-4E3F-812C-83D836037646}" destId="{FB3E45BB-0EF9-40BC-BF19-2E39409958FB}" srcOrd="1" destOrd="0" parTransId="{F44724D6-1E37-4EA3-A6E9-13F447ACF30B}" sibTransId="{DA85CF75-288A-4B57-A865-C01C4915DFDD}"/>
    <dgm:cxn modelId="{109132D5-D07F-448D-AC76-E73322D86D5A}" type="presOf" srcId="{8B0216AF-C24C-44C9-80D7-8DF22372B79E}" destId="{DF037D52-6921-441B-B705-5D1A2383C02A}" srcOrd="0" destOrd="0" presId="urn:microsoft.com/office/officeart/2005/8/layout/hierarchy3"/>
    <dgm:cxn modelId="{F8F75FD8-B930-4A0E-B70E-BAED32ADA048}" type="presOf" srcId="{F44724D6-1E37-4EA3-A6E9-13F447ACF30B}" destId="{2F6B6F73-F9F2-4568-BE7F-AA1C4F5492A2}" srcOrd="0" destOrd="0" presId="urn:microsoft.com/office/officeart/2005/8/layout/hierarchy3"/>
    <dgm:cxn modelId="{D4E4E829-83C9-41B9-9BD6-4B962A7BAB08}" type="presParOf" srcId="{DF037D52-6921-441B-B705-5D1A2383C02A}" destId="{9880A54F-E1D9-4A62-B6A6-05837F09EB81}" srcOrd="0" destOrd="0" presId="urn:microsoft.com/office/officeart/2005/8/layout/hierarchy3"/>
    <dgm:cxn modelId="{682137E9-CE57-4759-93C4-C7952138557C}" type="presParOf" srcId="{9880A54F-E1D9-4A62-B6A6-05837F09EB81}" destId="{22B365CF-F85F-4E64-81E0-B36675FF865F}" srcOrd="0" destOrd="0" presId="urn:microsoft.com/office/officeart/2005/8/layout/hierarchy3"/>
    <dgm:cxn modelId="{9F4CCCA6-ADD6-49ED-A071-483211E01067}" type="presParOf" srcId="{22B365CF-F85F-4E64-81E0-B36675FF865F}" destId="{C75740F8-8FDA-460C-BC9D-011C3F728AA1}" srcOrd="0" destOrd="0" presId="urn:microsoft.com/office/officeart/2005/8/layout/hierarchy3"/>
    <dgm:cxn modelId="{621CBE4B-2A46-4375-9BD2-1C430ED9951E}" type="presParOf" srcId="{22B365CF-F85F-4E64-81E0-B36675FF865F}" destId="{8734E5F5-1DD5-4A16-AD45-C0DEA83DEAE9}" srcOrd="1" destOrd="0" presId="urn:microsoft.com/office/officeart/2005/8/layout/hierarchy3"/>
    <dgm:cxn modelId="{6C56C580-A4E2-4E52-8825-460DEA156F68}" type="presParOf" srcId="{9880A54F-E1D9-4A62-B6A6-05837F09EB81}" destId="{43F87151-899B-4E3D-9A11-E90BA78D82F8}" srcOrd="1" destOrd="0" presId="urn:microsoft.com/office/officeart/2005/8/layout/hierarchy3"/>
    <dgm:cxn modelId="{52B29565-B4E1-4066-9D3E-B0DF457D3CB5}" type="presParOf" srcId="{43F87151-899B-4E3D-9A11-E90BA78D82F8}" destId="{D69E9D74-43FF-4267-92B9-845010334126}" srcOrd="0" destOrd="0" presId="urn:microsoft.com/office/officeart/2005/8/layout/hierarchy3"/>
    <dgm:cxn modelId="{7F71A3EA-851C-4C57-A3EC-02674F68A206}" type="presParOf" srcId="{43F87151-899B-4E3D-9A11-E90BA78D82F8}" destId="{ADD46EFF-0375-4FB6-9191-AC74199DFDCE}" srcOrd="1" destOrd="0" presId="urn:microsoft.com/office/officeart/2005/8/layout/hierarchy3"/>
    <dgm:cxn modelId="{BF8D01B7-C98A-4778-B015-BA8870812AF0}" type="presParOf" srcId="{43F87151-899B-4E3D-9A11-E90BA78D82F8}" destId="{2F6B6F73-F9F2-4568-BE7F-AA1C4F5492A2}" srcOrd="2" destOrd="0" presId="urn:microsoft.com/office/officeart/2005/8/layout/hierarchy3"/>
    <dgm:cxn modelId="{3462C9D2-CFD1-4AD0-AC9E-310FD689D312}" type="presParOf" srcId="{43F87151-899B-4E3D-9A11-E90BA78D82F8}" destId="{5E50534D-A1DF-4A79-9ADA-9BBBBC8E87A7}" srcOrd="3" destOrd="0" presId="urn:microsoft.com/office/officeart/2005/8/layout/hierarchy3"/>
    <dgm:cxn modelId="{6A05A2FA-73D2-41E4-89A9-1F7872CC23AC}" type="presParOf" srcId="{43F87151-899B-4E3D-9A11-E90BA78D82F8}" destId="{28A6BEDD-44DF-4142-B4D8-5662FE17D22F}" srcOrd="4" destOrd="0" presId="urn:microsoft.com/office/officeart/2005/8/layout/hierarchy3"/>
    <dgm:cxn modelId="{ECBA0BC6-B2E2-48E8-A1AD-5F15B0476F95}" type="presParOf" srcId="{43F87151-899B-4E3D-9A11-E90BA78D82F8}" destId="{E0EC4AC9-05FB-4A40-9999-C4F88A6A4A4A}"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431CCD0-C438-4C1F-B04B-DDFD756E284A}" type="doc">
      <dgm:prSet loTypeId="urn:microsoft.com/office/officeart/2005/8/layout/vList2" loCatId="list" qsTypeId="urn:microsoft.com/office/officeart/2005/8/quickstyle/3d1" qsCatId="3D" csTypeId="urn:microsoft.com/office/officeart/2005/8/colors/colorful1" csCatId="colorful" phldr="1"/>
      <dgm:spPr/>
      <dgm:t>
        <a:bodyPr/>
        <a:lstStyle/>
        <a:p>
          <a:endParaRPr lang="en-US"/>
        </a:p>
      </dgm:t>
    </dgm:pt>
    <dgm:pt modelId="{89436F10-9D79-4263-B3FF-DB791836359E}">
      <dgm:prSet phldrT="[Text]"/>
      <dgm:spPr/>
      <dgm:t>
        <a:bodyPr/>
        <a:lstStyle/>
        <a:p>
          <a:pPr algn="just"/>
          <a:r>
            <a:rPr lang="en-US" dirty="0"/>
            <a:t>Flowcharts is a graph used to depict or show a step by step solution using symbols which represent a task.</a:t>
          </a:r>
        </a:p>
      </dgm:t>
    </dgm:pt>
    <dgm:pt modelId="{A03EB937-7BE9-4A1F-B793-118AE74E16B2}" type="parTrans" cxnId="{8B792E48-33F8-48D9-A323-D6D04937E0DA}">
      <dgm:prSet/>
      <dgm:spPr/>
      <dgm:t>
        <a:bodyPr/>
        <a:lstStyle/>
        <a:p>
          <a:pPr algn="just"/>
          <a:endParaRPr lang="en-US"/>
        </a:p>
      </dgm:t>
    </dgm:pt>
    <dgm:pt modelId="{EA70815F-CCDB-43AC-B44C-31A727D0A588}" type="sibTrans" cxnId="{8B792E48-33F8-48D9-A323-D6D04937E0DA}">
      <dgm:prSet/>
      <dgm:spPr/>
      <dgm:t>
        <a:bodyPr/>
        <a:lstStyle/>
        <a:p>
          <a:pPr algn="just"/>
          <a:endParaRPr lang="en-US"/>
        </a:p>
      </dgm:t>
    </dgm:pt>
    <dgm:pt modelId="{FD53264D-E03E-43AA-B6B2-3BC712EF6710}">
      <dgm:prSet phldrT="[Text]"/>
      <dgm:spPr/>
      <dgm:t>
        <a:bodyPr/>
        <a:lstStyle/>
        <a:p>
          <a:pPr algn="just"/>
          <a:r>
            <a:rPr lang="en-US" dirty="0"/>
            <a:t>The symbols used consist of geometrical shapes that are connected by flow lines.</a:t>
          </a:r>
        </a:p>
      </dgm:t>
    </dgm:pt>
    <dgm:pt modelId="{329504C5-D7F8-4DB7-A106-0CE1A4328AC5}" type="parTrans" cxnId="{1D03C476-7E98-41F2-AB62-E765028F7F3F}">
      <dgm:prSet/>
      <dgm:spPr/>
      <dgm:t>
        <a:bodyPr/>
        <a:lstStyle/>
        <a:p>
          <a:pPr algn="just"/>
          <a:endParaRPr lang="en-US"/>
        </a:p>
      </dgm:t>
    </dgm:pt>
    <dgm:pt modelId="{C7DEB989-D26F-4BA4-95AB-861EC374ACC7}" type="sibTrans" cxnId="{1D03C476-7E98-41F2-AB62-E765028F7F3F}">
      <dgm:prSet/>
      <dgm:spPr/>
      <dgm:t>
        <a:bodyPr/>
        <a:lstStyle/>
        <a:p>
          <a:pPr algn="just"/>
          <a:endParaRPr lang="en-US"/>
        </a:p>
      </dgm:t>
    </dgm:pt>
    <dgm:pt modelId="{33AA0EE3-2CE0-40FF-8224-09CB9A69B860}">
      <dgm:prSet phldrT="[Text]"/>
      <dgm:spPr/>
      <dgm:t>
        <a:bodyPr/>
        <a:lstStyle/>
        <a:p>
          <a:pPr algn="just"/>
          <a:r>
            <a:rPr lang="en-US" dirty="0"/>
            <a:t>It is an alternative to pseudo coding; whereas a pseudocode description is verbal, a flowchart is graphical in nature</a:t>
          </a:r>
        </a:p>
      </dgm:t>
    </dgm:pt>
    <dgm:pt modelId="{A937E029-A063-4414-8464-702FA507D62D}" type="parTrans" cxnId="{438E5FA6-457C-4B05-ACD7-A18D1ECFE955}">
      <dgm:prSet/>
      <dgm:spPr/>
      <dgm:t>
        <a:bodyPr/>
        <a:lstStyle/>
        <a:p>
          <a:pPr algn="just"/>
          <a:endParaRPr lang="en-US"/>
        </a:p>
      </dgm:t>
    </dgm:pt>
    <dgm:pt modelId="{C7247C46-354E-4CA5-A57A-75320C8DB3B0}" type="sibTrans" cxnId="{438E5FA6-457C-4B05-ACD7-A18D1ECFE955}">
      <dgm:prSet/>
      <dgm:spPr/>
      <dgm:t>
        <a:bodyPr/>
        <a:lstStyle/>
        <a:p>
          <a:pPr algn="just"/>
          <a:endParaRPr lang="en-US"/>
        </a:p>
      </dgm:t>
    </dgm:pt>
    <dgm:pt modelId="{3B070CEF-EAA2-45EC-B897-94AFB3D12FB4}" type="pres">
      <dgm:prSet presAssocID="{5431CCD0-C438-4C1F-B04B-DDFD756E284A}" presName="linear" presStyleCnt="0">
        <dgm:presLayoutVars>
          <dgm:animLvl val="lvl"/>
          <dgm:resizeHandles val="exact"/>
        </dgm:presLayoutVars>
      </dgm:prSet>
      <dgm:spPr/>
    </dgm:pt>
    <dgm:pt modelId="{DFFE0E4E-6016-41ED-AF20-00AB42CF9DEC}" type="pres">
      <dgm:prSet presAssocID="{89436F10-9D79-4263-B3FF-DB791836359E}" presName="parentText" presStyleLbl="node1" presStyleIdx="0" presStyleCnt="3" custLinFactY="-23327" custLinFactNeighborX="0" custLinFactNeighborY="-100000">
        <dgm:presLayoutVars>
          <dgm:chMax val="0"/>
          <dgm:bulletEnabled val="1"/>
        </dgm:presLayoutVars>
      </dgm:prSet>
      <dgm:spPr/>
    </dgm:pt>
    <dgm:pt modelId="{B506589C-D52A-4926-9D0B-D91B2D07313D}" type="pres">
      <dgm:prSet presAssocID="{EA70815F-CCDB-43AC-B44C-31A727D0A588}" presName="spacer" presStyleCnt="0"/>
      <dgm:spPr/>
    </dgm:pt>
    <dgm:pt modelId="{64B79C48-29FC-4231-82EB-673ACEE149B5}" type="pres">
      <dgm:prSet presAssocID="{FD53264D-E03E-43AA-B6B2-3BC712EF6710}" presName="parentText" presStyleLbl="node1" presStyleIdx="1" presStyleCnt="3" custLinFactY="-9572" custLinFactNeighborX="0" custLinFactNeighborY="-100000">
        <dgm:presLayoutVars>
          <dgm:chMax val="0"/>
          <dgm:bulletEnabled val="1"/>
        </dgm:presLayoutVars>
      </dgm:prSet>
      <dgm:spPr/>
    </dgm:pt>
    <dgm:pt modelId="{EB01B218-7572-451B-A611-CB6B59362501}" type="pres">
      <dgm:prSet presAssocID="{C7DEB989-D26F-4BA4-95AB-861EC374ACC7}" presName="spacer" presStyleCnt="0"/>
      <dgm:spPr/>
    </dgm:pt>
    <dgm:pt modelId="{69BCD93C-56DD-41F0-B8E0-0ABED54A542B}" type="pres">
      <dgm:prSet presAssocID="{33AA0EE3-2CE0-40FF-8224-09CB9A69B860}" presName="parentText" presStyleLbl="node1" presStyleIdx="2" presStyleCnt="3">
        <dgm:presLayoutVars>
          <dgm:chMax val="0"/>
          <dgm:bulletEnabled val="1"/>
        </dgm:presLayoutVars>
      </dgm:prSet>
      <dgm:spPr/>
    </dgm:pt>
  </dgm:ptLst>
  <dgm:cxnLst>
    <dgm:cxn modelId="{A8CFC83A-0EAC-4642-AD7B-186D30414C72}" type="presOf" srcId="{5431CCD0-C438-4C1F-B04B-DDFD756E284A}" destId="{3B070CEF-EAA2-45EC-B897-94AFB3D12FB4}" srcOrd="0" destOrd="0" presId="urn:microsoft.com/office/officeart/2005/8/layout/vList2"/>
    <dgm:cxn modelId="{8B792E48-33F8-48D9-A323-D6D04937E0DA}" srcId="{5431CCD0-C438-4C1F-B04B-DDFD756E284A}" destId="{89436F10-9D79-4263-B3FF-DB791836359E}" srcOrd="0" destOrd="0" parTransId="{A03EB937-7BE9-4A1F-B793-118AE74E16B2}" sibTransId="{EA70815F-CCDB-43AC-B44C-31A727D0A588}"/>
    <dgm:cxn modelId="{1D03C476-7E98-41F2-AB62-E765028F7F3F}" srcId="{5431CCD0-C438-4C1F-B04B-DDFD756E284A}" destId="{FD53264D-E03E-43AA-B6B2-3BC712EF6710}" srcOrd="1" destOrd="0" parTransId="{329504C5-D7F8-4DB7-A106-0CE1A4328AC5}" sibTransId="{C7DEB989-D26F-4BA4-95AB-861EC374ACC7}"/>
    <dgm:cxn modelId="{438E5FA6-457C-4B05-ACD7-A18D1ECFE955}" srcId="{5431CCD0-C438-4C1F-B04B-DDFD756E284A}" destId="{33AA0EE3-2CE0-40FF-8224-09CB9A69B860}" srcOrd="2" destOrd="0" parTransId="{A937E029-A063-4414-8464-702FA507D62D}" sibTransId="{C7247C46-354E-4CA5-A57A-75320C8DB3B0}"/>
    <dgm:cxn modelId="{D6D6C4C2-A895-436C-9C5B-5914E8FC386D}" type="presOf" srcId="{89436F10-9D79-4263-B3FF-DB791836359E}" destId="{DFFE0E4E-6016-41ED-AF20-00AB42CF9DEC}" srcOrd="0" destOrd="0" presId="urn:microsoft.com/office/officeart/2005/8/layout/vList2"/>
    <dgm:cxn modelId="{C51E12E2-244B-44CD-9FFC-81A7EFA42077}" type="presOf" srcId="{FD53264D-E03E-43AA-B6B2-3BC712EF6710}" destId="{64B79C48-29FC-4231-82EB-673ACEE149B5}" srcOrd="0" destOrd="0" presId="urn:microsoft.com/office/officeart/2005/8/layout/vList2"/>
    <dgm:cxn modelId="{D1B679F0-F774-4A5C-8FAA-31602182BFE6}" type="presOf" srcId="{33AA0EE3-2CE0-40FF-8224-09CB9A69B860}" destId="{69BCD93C-56DD-41F0-B8E0-0ABED54A542B}" srcOrd="0" destOrd="0" presId="urn:microsoft.com/office/officeart/2005/8/layout/vList2"/>
    <dgm:cxn modelId="{2F995F2E-6CD3-4596-9F11-18C8A5030620}" type="presParOf" srcId="{3B070CEF-EAA2-45EC-B897-94AFB3D12FB4}" destId="{DFFE0E4E-6016-41ED-AF20-00AB42CF9DEC}" srcOrd="0" destOrd="0" presId="urn:microsoft.com/office/officeart/2005/8/layout/vList2"/>
    <dgm:cxn modelId="{644DC7C5-612D-4E75-A063-0AA4D0EB5444}" type="presParOf" srcId="{3B070CEF-EAA2-45EC-B897-94AFB3D12FB4}" destId="{B506589C-D52A-4926-9D0B-D91B2D07313D}" srcOrd="1" destOrd="0" presId="urn:microsoft.com/office/officeart/2005/8/layout/vList2"/>
    <dgm:cxn modelId="{55399A54-12B3-4674-90C4-7CF84BB2AD2A}" type="presParOf" srcId="{3B070CEF-EAA2-45EC-B897-94AFB3D12FB4}" destId="{64B79C48-29FC-4231-82EB-673ACEE149B5}" srcOrd="2" destOrd="0" presId="urn:microsoft.com/office/officeart/2005/8/layout/vList2"/>
    <dgm:cxn modelId="{0DFE1AF1-0790-473C-8889-0DFCEBA78CE5}" type="presParOf" srcId="{3B070CEF-EAA2-45EC-B897-94AFB3D12FB4}" destId="{EB01B218-7572-451B-A611-CB6B59362501}" srcOrd="3" destOrd="0" presId="urn:microsoft.com/office/officeart/2005/8/layout/vList2"/>
    <dgm:cxn modelId="{4E2B20D5-14B5-472C-BBDB-262F60BE4B89}" type="presParOf" srcId="{3B070CEF-EAA2-45EC-B897-94AFB3D12FB4}" destId="{69BCD93C-56DD-41F0-B8E0-0ABED54A542B}"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3F3776-9C57-4292-B20F-9F121E302D1F}">
      <dsp:nvSpPr>
        <dsp:cNvPr id="0" name=""/>
        <dsp:cNvSpPr/>
      </dsp:nvSpPr>
      <dsp:spPr>
        <a:xfrm>
          <a:off x="0" y="41018"/>
          <a:ext cx="10625919" cy="954719"/>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US" sz="2400" kern="1200" dirty="0"/>
            <a:t>The Vehicle for the computer Solution in a problem is a set of explicit and unambiguous instructions expressed in a programming language. </a:t>
          </a:r>
        </a:p>
      </dsp:txBody>
      <dsp:txXfrm>
        <a:off x="46606" y="87624"/>
        <a:ext cx="10532707" cy="861507"/>
      </dsp:txXfrm>
    </dsp:sp>
    <dsp:sp modelId="{2A116D46-6093-4953-92D8-20BBF82C1552}">
      <dsp:nvSpPr>
        <dsp:cNvPr id="0" name=""/>
        <dsp:cNvSpPr/>
      </dsp:nvSpPr>
      <dsp:spPr>
        <a:xfrm>
          <a:off x="0" y="1064858"/>
          <a:ext cx="10625919" cy="954719"/>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US" sz="2400" kern="1200" dirty="0"/>
            <a:t>This set of instructions is called a </a:t>
          </a:r>
          <a:r>
            <a:rPr lang="en-US" sz="2400" b="1" i="1" kern="1200" dirty="0"/>
            <a:t>Program.</a:t>
          </a:r>
          <a:endParaRPr lang="en-US" sz="2400" kern="1200" dirty="0"/>
        </a:p>
      </dsp:txBody>
      <dsp:txXfrm>
        <a:off x="46606" y="1111464"/>
        <a:ext cx="10532707" cy="861507"/>
      </dsp:txXfrm>
    </dsp:sp>
    <dsp:sp modelId="{09A0A675-A9FF-4B48-861F-B8CEE8D7D6D9}">
      <dsp:nvSpPr>
        <dsp:cNvPr id="0" name=""/>
        <dsp:cNvSpPr/>
      </dsp:nvSpPr>
      <dsp:spPr>
        <a:xfrm>
          <a:off x="0" y="2088698"/>
          <a:ext cx="10625919" cy="954719"/>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US" sz="2400" kern="1200" dirty="0"/>
            <a:t>A Program may also be thought of as an </a:t>
          </a:r>
          <a:r>
            <a:rPr lang="en-US" sz="2400" b="1" i="1" kern="1200" dirty="0"/>
            <a:t>algorithm </a:t>
          </a:r>
          <a:r>
            <a:rPr lang="en-US" sz="2400" b="0" i="0" kern="1200" dirty="0"/>
            <a:t>expressed in a programming language</a:t>
          </a:r>
          <a:endParaRPr lang="en-US" sz="2400" kern="1200" dirty="0"/>
        </a:p>
      </dsp:txBody>
      <dsp:txXfrm>
        <a:off x="46606" y="2135304"/>
        <a:ext cx="10532707" cy="861507"/>
      </dsp:txXfrm>
    </dsp:sp>
    <dsp:sp modelId="{1CAA4D50-4C0F-4EB8-B3D7-4E8BFB8D7D60}">
      <dsp:nvSpPr>
        <dsp:cNvPr id="0" name=""/>
        <dsp:cNvSpPr/>
      </dsp:nvSpPr>
      <dsp:spPr>
        <a:xfrm>
          <a:off x="0" y="3112538"/>
          <a:ext cx="10625919" cy="954719"/>
        </a:xfrm>
        <a:prstGeom prst="round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US" sz="2400" b="1" i="1" kern="1200" dirty="0"/>
            <a:t>An Algorithm </a:t>
          </a:r>
          <a:r>
            <a:rPr lang="en-US" sz="2400" b="0" i="0" kern="1200" dirty="0"/>
            <a:t>therefore corresponds to a solution to a problem that is </a:t>
          </a:r>
          <a:r>
            <a:rPr lang="en-US" sz="2400" b="1" i="1" kern="1200" dirty="0"/>
            <a:t>independent </a:t>
          </a:r>
          <a:r>
            <a:rPr lang="en-US" sz="2400" b="0" i="0" kern="1200" dirty="0"/>
            <a:t>of any programming language.</a:t>
          </a:r>
          <a:endParaRPr lang="en-US" sz="2400" b="1" i="1" kern="1200" dirty="0"/>
        </a:p>
      </dsp:txBody>
      <dsp:txXfrm>
        <a:off x="46606" y="3159144"/>
        <a:ext cx="10532707" cy="8615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45D5EE-1C4D-4BC0-987D-B8D84F37C615}">
      <dsp:nvSpPr>
        <dsp:cNvPr id="0" name=""/>
        <dsp:cNvSpPr/>
      </dsp:nvSpPr>
      <dsp:spPr>
        <a:xfrm>
          <a:off x="0" y="598329"/>
          <a:ext cx="10515600" cy="575639"/>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n-US" sz="2400" kern="1200" dirty="0"/>
            <a:t>A farmer wants to cross a river and take with him a wolf, a goat, and a cabbage. </a:t>
          </a:r>
          <a:endParaRPr lang="en-GB" sz="2400" kern="1200" dirty="0"/>
        </a:p>
      </dsp:txBody>
      <dsp:txXfrm>
        <a:off x="28100" y="626429"/>
        <a:ext cx="10459400" cy="519439"/>
      </dsp:txXfrm>
    </dsp:sp>
    <dsp:sp modelId="{89F3F86A-6F7A-4105-9345-82095AD88A7E}">
      <dsp:nvSpPr>
        <dsp:cNvPr id="0" name=""/>
        <dsp:cNvSpPr/>
      </dsp:nvSpPr>
      <dsp:spPr>
        <a:xfrm>
          <a:off x="0" y="1243089"/>
          <a:ext cx="10515600" cy="575639"/>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n-US" sz="2400" kern="1200" dirty="0"/>
            <a:t>There is a boat that can fit himself plus either the wolf, the goat, or the cabbage. </a:t>
          </a:r>
          <a:endParaRPr lang="en-GB" sz="2400" kern="1200" dirty="0"/>
        </a:p>
      </dsp:txBody>
      <dsp:txXfrm>
        <a:off x="28100" y="1271189"/>
        <a:ext cx="10459400" cy="519439"/>
      </dsp:txXfrm>
    </dsp:sp>
    <dsp:sp modelId="{8A792DB5-E0BB-455B-BE6A-D197062607C1}">
      <dsp:nvSpPr>
        <dsp:cNvPr id="0" name=""/>
        <dsp:cNvSpPr/>
      </dsp:nvSpPr>
      <dsp:spPr>
        <a:xfrm>
          <a:off x="0" y="1887849"/>
          <a:ext cx="10515600" cy="575639"/>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n-US" sz="2400" kern="1200" dirty="0"/>
            <a:t>If the wolf and the goat are alone on one shore, the wolf will eat the goat. </a:t>
          </a:r>
          <a:endParaRPr lang="en-GB" sz="2400" kern="1200" dirty="0"/>
        </a:p>
      </dsp:txBody>
      <dsp:txXfrm>
        <a:off x="28100" y="1915949"/>
        <a:ext cx="10459400" cy="519439"/>
      </dsp:txXfrm>
    </dsp:sp>
    <dsp:sp modelId="{2AD53D5C-C066-4D62-9DC2-D88809D639A1}">
      <dsp:nvSpPr>
        <dsp:cNvPr id="0" name=""/>
        <dsp:cNvSpPr/>
      </dsp:nvSpPr>
      <dsp:spPr>
        <a:xfrm>
          <a:off x="0" y="2532609"/>
          <a:ext cx="10515600" cy="575639"/>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n-US" sz="2400" kern="1200" dirty="0"/>
            <a:t>If the goat and the cabbage are alone on the shore, the goat will eat the cabbage.</a:t>
          </a:r>
          <a:endParaRPr lang="en-GB" sz="2400" kern="1200" dirty="0"/>
        </a:p>
      </dsp:txBody>
      <dsp:txXfrm>
        <a:off x="28100" y="2560709"/>
        <a:ext cx="10459400" cy="519439"/>
      </dsp:txXfrm>
    </dsp:sp>
    <dsp:sp modelId="{0A93A41C-4FBB-4DCD-A02E-4EC0CE397CF7}">
      <dsp:nvSpPr>
        <dsp:cNvPr id="0" name=""/>
        <dsp:cNvSpPr/>
      </dsp:nvSpPr>
      <dsp:spPr>
        <a:xfrm>
          <a:off x="0" y="3177369"/>
          <a:ext cx="10515600" cy="575639"/>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rtl="0">
            <a:lnSpc>
              <a:spcPct val="90000"/>
            </a:lnSpc>
            <a:spcBef>
              <a:spcPct val="0"/>
            </a:spcBef>
            <a:spcAft>
              <a:spcPct val="35000"/>
            </a:spcAft>
            <a:buNone/>
          </a:pPr>
          <a:r>
            <a:rPr lang="en-US" sz="2400" kern="1200" dirty="0"/>
            <a:t>How can the farmer bring the wolf, the goat, and the cabbage across the river?</a:t>
          </a:r>
          <a:endParaRPr lang="en-GB" sz="2400" kern="1200" dirty="0"/>
        </a:p>
      </dsp:txBody>
      <dsp:txXfrm>
        <a:off x="28100" y="3205469"/>
        <a:ext cx="10459400" cy="5194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45D5EE-1C4D-4BC0-987D-B8D84F37C615}">
      <dsp:nvSpPr>
        <dsp:cNvPr id="0" name=""/>
        <dsp:cNvSpPr/>
      </dsp:nvSpPr>
      <dsp:spPr>
        <a:xfrm>
          <a:off x="0" y="46156"/>
          <a:ext cx="10515600" cy="551655"/>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just" defTabSz="1022350" rtl="0">
            <a:lnSpc>
              <a:spcPct val="90000"/>
            </a:lnSpc>
            <a:spcBef>
              <a:spcPct val="0"/>
            </a:spcBef>
            <a:spcAft>
              <a:spcPct val="35000"/>
            </a:spcAft>
            <a:buNone/>
          </a:pPr>
          <a:r>
            <a:rPr lang="en-US" sz="2300" kern="1200" dirty="0"/>
            <a:t>Step 1: Farmer takes Goat across the river (leaving Wolf and Cabbage behind)</a:t>
          </a:r>
          <a:endParaRPr lang="en-GB" sz="2300" kern="1200" dirty="0"/>
        </a:p>
      </dsp:txBody>
      <dsp:txXfrm>
        <a:off x="26930" y="73086"/>
        <a:ext cx="10461740" cy="497795"/>
      </dsp:txXfrm>
    </dsp:sp>
    <dsp:sp modelId="{8A12173E-41CF-4DE1-9347-B02D5D211BA5}">
      <dsp:nvSpPr>
        <dsp:cNvPr id="0" name=""/>
        <dsp:cNvSpPr/>
      </dsp:nvSpPr>
      <dsp:spPr>
        <a:xfrm>
          <a:off x="0" y="664051"/>
          <a:ext cx="10515600" cy="551655"/>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Step 2: Farmer returns alone</a:t>
          </a:r>
          <a:endParaRPr lang="en-US" sz="2300" kern="1200" dirty="0"/>
        </a:p>
      </dsp:txBody>
      <dsp:txXfrm>
        <a:off x="26930" y="690981"/>
        <a:ext cx="10461740" cy="497795"/>
      </dsp:txXfrm>
    </dsp:sp>
    <dsp:sp modelId="{46C5BB08-CE11-48BA-9132-0BC1D3886C0D}">
      <dsp:nvSpPr>
        <dsp:cNvPr id="0" name=""/>
        <dsp:cNvSpPr/>
      </dsp:nvSpPr>
      <dsp:spPr>
        <a:xfrm>
          <a:off x="0" y="1281946"/>
          <a:ext cx="10515600" cy="551655"/>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Step 3: Farmer takes Wolf across the river</a:t>
          </a:r>
        </a:p>
      </dsp:txBody>
      <dsp:txXfrm>
        <a:off x="26930" y="1308876"/>
        <a:ext cx="10461740" cy="497795"/>
      </dsp:txXfrm>
    </dsp:sp>
    <dsp:sp modelId="{887DF795-9BAA-4D03-9684-CA348F1050B3}">
      <dsp:nvSpPr>
        <dsp:cNvPr id="0" name=""/>
        <dsp:cNvSpPr/>
      </dsp:nvSpPr>
      <dsp:spPr>
        <a:xfrm>
          <a:off x="0" y="1899841"/>
          <a:ext cx="10515600" cy="551655"/>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Step 4: Farmer returns with Goat</a:t>
          </a:r>
        </a:p>
      </dsp:txBody>
      <dsp:txXfrm>
        <a:off x="26930" y="1926771"/>
        <a:ext cx="10461740" cy="497795"/>
      </dsp:txXfrm>
    </dsp:sp>
    <dsp:sp modelId="{902214AC-92F6-4E56-94E8-79D3D6F5CDD5}">
      <dsp:nvSpPr>
        <dsp:cNvPr id="0" name=""/>
        <dsp:cNvSpPr/>
      </dsp:nvSpPr>
      <dsp:spPr>
        <a:xfrm>
          <a:off x="0" y="2517736"/>
          <a:ext cx="10515600" cy="551655"/>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Step 5: Farmer takes Cabbage across the river</a:t>
          </a:r>
        </a:p>
      </dsp:txBody>
      <dsp:txXfrm>
        <a:off x="26930" y="2544666"/>
        <a:ext cx="10461740" cy="497795"/>
      </dsp:txXfrm>
    </dsp:sp>
    <dsp:sp modelId="{53A39552-C714-4B9C-9A48-6CE18B29FBEB}">
      <dsp:nvSpPr>
        <dsp:cNvPr id="0" name=""/>
        <dsp:cNvSpPr/>
      </dsp:nvSpPr>
      <dsp:spPr>
        <a:xfrm>
          <a:off x="0" y="3135631"/>
          <a:ext cx="10515600" cy="551655"/>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Step 6: Farmer returns alone</a:t>
          </a:r>
          <a:endParaRPr lang="en-US" sz="2300" kern="1200" dirty="0"/>
        </a:p>
      </dsp:txBody>
      <dsp:txXfrm>
        <a:off x="26930" y="3162561"/>
        <a:ext cx="10461740" cy="497795"/>
      </dsp:txXfrm>
    </dsp:sp>
    <dsp:sp modelId="{F0181B91-5FB6-461D-A82D-E2E84EDA6349}">
      <dsp:nvSpPr>
        <dsp:cNvPr id="0" name=""/>
        <dsp:cNvSpPr/>
      </dsp:nvSpPr>
      <dsp:spPr>
        <a:xfrm>
          <a:off x="0" y="3753526"/>
          <a:ext cx="10515600" cy="551655"/>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Step 7: Farmer takes Goat across the river</a:t>
          </a:r>
        </a:p>
      </dsp:txBody>
      <dsp:txXfrm>
        <a:off x="26930" y="3780456"/>
        <a:ext cx="10461740" cy="4977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45D5EE-1C4D-4BC0-987D-B8D84F37C615}">
      <dsp:nvSpPr>
        <dsp:cNvPr id="0" name=""/>
        <dsp:cNvSpPr/>
      </dsp:nvSpPr>
      <dsp:spPr>
        <a:xfrm>
          <a:off x="0" y="2408"/>
          <a:ext cx="10515600" cy="860292"/>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just" defTabSz="889000" rtl="0">
            <a:lnSpc>
              <a:spcPct val="90000"/>
            </a:lnSpc>
            <a:spcBef>
              <a:spcPct val="0"/>
            </a:spcBef>
            <a:spcAft>
              <a:spcPct val="35000"/>
            </a:spcAft>
            <a:buNone/>
          </a:pPr>
          <a:r>
            <a:rPr lang="en-US" sz="2000" kern="1200" dirty="0"/>
            <a:t>There are 4 men who want to cross a bridge. They all begin on the same side. You have 17 minutes to get all of them across to the other side. It is night. There is one flashlight. A maximum of two people can cross at one time.</a:t>
          </a:r>
          <a:endParaRPr lang="en-GB" sz="2000" kern="1200" dirty="0"/>
        </a:p>
      </dsp:txBody>
      <dsp:txXfrm>
        <a:off x="41996" y="44404"/>
        <a:ext cx="10431608" cy="776300"/>
      </dsp:txXfrm>
    </dsp:sp>
    <dsp:sp modelId="{E1B9C453-4A3E-4945-B6A2-95C82307C460}">
      <dsp:nvSpPr>
        <dsp:cNvPr id="0" name=""/>
        <dsp:cNvSpPr/>
      </dsp:nvSpPr>
      <dsp:spPr>
        <a:xfrm>
          <a:off x="0" y="873965"/>
          <a:ext cx="10515600" cy="860292"/>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Any party who crosses, either 1 or 2 people, must have the flashlight with them. The flashlight must be walked back and forth, it cannot be thrown etc.</a:t>
          </a:r>
        </a:p>
      </dsp:txBody>
      <dsp:txXfrm>
        <a:off x="41996" y="915961"/>
        <a:ext cx="10431608" cy="776300"/>
      </dsp:txXfrm>
    </dsp:sp>
    <dsp:sp modelId="{85A02CA8-9B29-4444-8386-A2024145D0A1}">
      <dsp:nvSpPr>
        <dsp:cNvPr id="0" name=""/>
        <dsp:cNvSpPr/>
      </dsp:nvSpPr>
      <dsp:spPr>
        <a:xfrm>
          <a:off x="0" y="1745522"/>
          <a:ext cx="10515600" cy="860292"/>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Each man walks at a different speed. A pair must walk together at a rate of the slower man's pace.</a:t>
          </a:r>
        </a:p>
      </dsp:txBody>
      <dsp:txXfrm>
        <a:off x="41996" y="1787518"/>
        <a:ext cx="10431608" cy="776300"/>
      </dsp:txXfrm>
    </dsp:sp>
    <dsp:sp modelId="{54946B4B-3DE4-4227-A2D9-A2AD221D6F0F}">
      <dsp:nvSpPr>
        <dsp:cNvPr id="0" name=""/>
        <dsp:cNvSpPr/>
      </dsp:nvSpPr>
      <dsp:spPr>
        <a:xfrm>
          <a:off x="0" y="2617079"/>
          <a:ext cx="10515600" cy="860292"/>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Man 1: 1 minute to cross, Man 2: 2 minutes to cross., Man 3: 5 minutes to cross., Man 4: 10 minutes to cross.</a:t>
          </a:r>
        </a:p>
      </dsp:txBody>
      <dsp:txXfrm>
        <a:off x="41996" y="2659075"/>
        <a:ext cx="10431608" cy="776300"/>
      </dsp:txXfrm>
    </dsp:sp>
    <dsp:sp modelId="{183673CD-BC14-44C0-B2CF-39219CBCDFA9}">
      <dsp:nvSpPr>
        <dsp:cNvPr id="0" name=""/>
        <dsp:cNvSpPr/>
      </dsp:nvSpPr>
      <dsp:spPr>
        <a:xfrm>
          <a:off x="0" y="3488636"/>
          <a:ext cx="10515600" cy="860292"/>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For example, if Man 1 and Man 4 walk across first, 10 minutes have elapsed when they get to the other side of the bridge. If Man 4 returns with the flashlight, a total of 20 minutes have passed, and you have failed the mission.</a:t>
          </a:r>
        </a:p>
      </dsp:txBody>
      <dsp:txXfrm>
        <a:off x="41996" y="3530632"/>
        <a:ext cx="10431608" cy="7763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45D5EE-1C4D-4BC0-987D-B8D84F37C615}">
      <dsp:nvSpPr>
        <dsp:cNvPr id="0" name=""/>
        <dsp:cNvSpPr/>
      </dsp:nvSpPr>
      <dsp:spPr>
        <a:xfrm>
          <a:off x="0" y="72548"/>
          <a:ext cx="10515600" cy="76752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just" defTabSz="1422400">
            <a:lnSpc>
              <a:spcPct val="90000"/>
            </a:lnSpc>
            <a:spcBef>
              <a:spcPct val="0"/>
            </a:spcBef>
            <a:spcAft>
              <a:spcPct val="35000"/>
            </a:spcAft>
            <a:buNone/>
          </a:pPr>
          <a:r>
            <a:rPr lang="en-US" sz="3200" kern="1200" dirty="0"/>
            <a:t>Step 1: Men 1 and 2 travel over  - Time Elapsed 15</a:t>
          </a:r>
          <a:endParaRPr lang="en-GB" sz="3200" kern="1200" dirty="0"/>
        </a:p>
      </dsp:txBody>
      <dsp:txXfrm>
        <a:off x="37467" y="110015"/>
        <a:ext cx="10440666" cy="692586"/>
      </dsp:txXfrm>
    </dsp:sp>
    <dsp:sp modelId="{521296DB-6F13-4005-94CB-831AE89E2577}">
      <dsp:nvSpPr>
        <dsp:cNvPr id="0" name=""/>
        <dsp:cNvSpPr/>
      </dsp:nvSpPr>
      <dsp:spPr>
        <a:xfrm>
          <a:off x="0" y="932228"/>
          <a:ext cx="10515600" cy="76752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Step 2: Man 2 brings back the flashlight – Time Elapsed 13</a:t>
          </a:r>
        </a:p>
      </dsp:txBody>
      <dsp:txXfrm>
        <a:off x="37467" y="969695"/>
        <a:ext cx="10440666" cy="692586"/>
      </dsp:txXfrm>
    </dsp:sp>
    <dsp:sp modelId="{AA2BE0E1-D310-465E-9C50-B24911FBECA7}">
      <dsp:nvSpPr>
        <dsp:cNvPr id="0" name=""/>
        <dsp:cNvSpPr/>
      </dsp:nvSpPr>
      <dsp:spPr>
        <a:xfrm>
          <a:off x="0" y="1791908"/>
          <a:ext cx="10515600" cy="76752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Step 3: Men 3 and 4 travel over and – Time Elapsed 3</a:t>
          </a:r>
        </a:p>
      </dsp:txBody>
      <dsp:txXfrm>
        <a:off x="37467" y="1829375"/>
        <a:ext cx="10440666" cy="692586"/>
      </dsp:txXfrm>
    </dsp:sp>
    <dsp:sp modelId="{BAF3F950-B182-4141-B5D6-3FA8A7341FD2}">
      <dsp:nvSpPr>
        <dsp:cNvPr id="0" name=""/>
        <dsp:cNvSpPr/>
      </dsp:nvSpPr>
      <dsp:spPr>
        <a:xfrm>
          <a:off x="0" y="2651589"/>
          <a:ext cx="10515600" cy="76752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Step 4: Man 1 brings back the flashlight – Time Elapsed 2</a:t>
          </a:r>
        </a:p>
      </dsp:txBody>
      <dsp:txXfrm>
        <a:off x="37467" y="2689056"/>
        <a:ext cx="10440666" cy="692586"/>
      </dsp:txXfrm>
    </dsp:sp>
    <dsp:sp modelId="{05E44EE2-66F4-4FA0-A04F-3B900D77F789}">
      <dsp:nvSpPr>
        <dsp:cNvPr id="0" name=""/>
        <dsp:cNvSpPr/>
      </dsp:nvSpPr>
      <dsp:spPr>
        <a:xfrm>
          <a:off x="0" y="3511269"/>
          <a:ext cx="10515600" cy="767520"/>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Step 5: Men 1 and 2 travel over – Time Elapsed 0</a:t>
          </a:r>
        </a:p>
      </dsp:txBody>
      <dsp:txXfrm>
        <a:off x="37467" y="3548736"/>
        <a:ext cx="10440666" cy="69258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5740F8-8FDA-460C-BC9D-011C3F728AA1}">
      <dsp:nvSpPr>
        <dsp:cNvPr id="0" name=""/>
        <dsp:cNvSpPr/>
      </dsp:nvSpPr>
      <dsp:spPr>
        <a:xfrm>
          <a:off x="1344551" y="1435"/>
          <a:ext cx="1858611" cy="929305"/>
        </a:xfrm>
        <a:prstGeom prst="roundRect">
          <a:avLst>
            <a:gd name="adj" fmla="val 10000"/>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0960" tIns="40640" rIns="60960" bIns="40640" numCol="1" spcCol="1270" anchor="ctr" anchorCtr="0">
          <a:noAutofit/>
        </a:bodyPr>
        <a:lstStyle/>
        <a:p>
          <a:pPr marL="0" lvl="0" indent="0" algn="ctr" defTabSz="1422400">
            <a:lnSpc>
              <a:spcPct val="90000"/>
            </a:lnSpc>
            <a:spcBef>
              <a:spcPct val="0"/>
            </a:spcBef>
            <a:spcAft>
              <a:spcPct val="35000"/>
            </a:spcAft>
            <a:buNone/>
          </a:pPr>
          <a:r>
            <a:rPr lang="en-US" sz="3200" kern="1200" dirty="0"/>
            <a:t>Flowchart</a:t>
          </a:r>
        </a:p>
      </dsp:txBody>
      <dsp:txXfrm>
        <a:off x="1371769" y="28653"/>
        <a:ext cx="1804175" cy="874869"/>
      </dsp:txXfrm>
    </dsp:sp>
    <dsp:sp modelId="{D69E9D74-43FF-4267-92B9-845010334126}">
      <dsp:nvSpPr>
        <dsp:cNvPr id="0" name=""/>
        <dsp:cNvSpPr/>
      </dsp:nvSpPr>
      <dsp:spPr>
        <a:xfrm>
          <a:off x="1530412" y="930741"/>
          <a:ext cx="185861" cy="696979"/>
        </a:xfrm>
        <a:custGeom>
          <a:avLst/>
          <a:gdLst/>
          <a:ahLst/>
          <a:cxnLst/>
          <a:rect l="0" t="0" r="0" b="0"/>
          <a:pathLst>
            <a:path>
              <a:moveTo>
                <a:pt x="0" y="0"/>
              </a:moveTo>
              <a:lnTo>
                <a:pt x="0" y="696979"/>
              </a:lnTo>
              <a:lnTo>
                <a:pt x="185861" y="696979"/>
              </a:lnTo>
            </a:path>
          </a:pathLst>
        </a:custGeom>
        <a:noFill/>
        <a:ln w="12700" cap="flat" cmpd="sng" algn="ctr">
          <a:solidFill>
            <a:schemeClr val="accent2">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ADD46EFF-0375-4FB6-9191-AC74199DFDCE}">
      <dsp:nvSpPr>
        <dsp:cNvPr id="0" name=""/>
        <dsp:cNvSpPr/>
      </dsp:nvSpPr>
      <dsp:spPr>
        <a:xfrm>
          <a:off x="1716273" y="1163067"/>
          <a:ext cx="1486889" cy="929305"/>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shows logic of an algorithm</a:t>
          </a:r>
        </a:p>
      </dsp:txBody>
      <dsp:txXfrm>
        <a:off x="1743491" y="1190285"/>
        <a:ext cx="1432453" cy="874869"/>
      </dsp:txXfrm>
    </dsp:sp>
    <dsp:sp modelId="{2F6B6F73-F9F2-4568-BE7F-AA1C4F5492A2}">
      <dsp:nvSpPr>
        <dsp:cNvPr id="0" name=""/>
        <dsp:cNvSpPr/>
      </dsp:nvSpPr>
      <dsp:spPr>
        <a:xfrm>
          <a:off x="1530412" y="930741"/>
          <a:ext cx="185861" cy="1858611"/>
        </a:xfrm>
        <a:custGeom>
          <a:avLst/>
          <a:gdLst/>
          <a:ahLst/>
          <a:cxnLst/>
          <a:rect l="0" t="0" r="0" b="0"/>
          <a:pathLst>
            <a:path>
              <a:moveTo>
                <a:pt x="0" y="0"/>
              </a:moveTo>
              <a:lnTo>
                <a:pt x="0" y="1858611"/>
              </a:lnTo>
              <a:lnTo>
                <a:pt x="185861" y="1858611"/>
              </a:lnTo>
            </a:path>
          </a:pathLst>
        </a:custGeom>
        <a:noFill/>
        <a:ln w="12700" cap="flat" cmpd="sng" algn="ctr">
          <a:solidFill>
            <a:schemeClr val="accent2">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5E50534D-A1DF-4A79-9ADA-9BBBBC8E87A7}">
      <dsp:nvSpPr>
        <dsp:cNvPr id="0" name=""/>
        <dsp:cNvSpPr/>
      </dsp:nvSpPr>
      <dsp:spPr>
        <a:xfrm>
          <a:off x="1716273" y="2324699"/>
          <a:ext cx="1486889" cy="929305"/>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emphasizes individual steps and their interconnections</a:t>
          </a:r>
        </a:p>
      </dsp:txBody>
      <dsp:txXfrm>
        <a:off x="1743491" y="2351917"/>
        <a:ext cx="1432453" cy="874869"/>
      </dsp:txXfrm>
    </dsp:sp>
    <dsp:sp modelId="{28A6BEDD-44DF-4142-B4D8-5662FE17D22F}">
      <dsp:nvSpPr>
        <dsp:cNvPr id="0" name=""/>
        <dsp:cNvSpPr/>
      </dsp:nvSpPr>
      <dsp:spPr>
        <a:xfrm>
          <a:off x="1530412" y="930741"/>
          <a:ext cx="185861" cy="3020243"/>
        </a:xfrm>
        <a:custGeom>
          <a:avLst/>
          <a:gdLst/>
          <a:ahLst/>
          <a:cxnLst/>
          <a:rect l="0" t="0" r="0" b="0"/>
          <a:pathLst>
            <a:path>
              <a:moveTo>
                <a:pt x="0" y="0"/>
              </a:moveTo>
              <a:lnTo>
                <a:pt x="0" y="3020243"/>
              </a:lnTo>
              <a:lnTo>
                <a:pt x="185861" y="3020243"/>
              </a:lnTo>
            </a:path>
          </a:pathLst>
        </a:custGeom>
        <a:noFill/>
        <a:ln w="12700" cap="flat" cmpd="sng" algn="ctr">
          <a:solidFill>
            <a:schemeClr val="accent2">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E0EC4AC9-05FB-4A40-9999-C4F88A6A4A4A}">
      <dsp:nvSpPr>
        <dsp:cNvPr id="0" name=""/>
        <dsp:cNvSpPr/>
      </dsp:nvSpPr>
      <dsp:spPr>
        <a:xfrm>
          <a:off x="1716273" y="3486331"/>
          <a:ext cx="1486889" cy="929305"/>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US" sz="1400" kern="1200" dirty="0"/>
            <a:t>e.g. control flow from one action to the next</a:t>
          </a:r>
        </a:p>
      </dsp:txBody>
      <dsp:txXfrm>
        <a:off x="1743491" y="3513549"/>
        <a:ext cx="1432453" cy="87486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FE0E4E-6016-41ED-AF20-00AB42CF9DEC}">
      <dsp:nvSpPr>
        <dsp:cNvPr id="0" name=""/>
        <dsp:cNvSpPr/>
      </dsp:nvSpPr>
      <dsp:spPr>
        <a:xfrm>
          <a:off x="0" y="0"/>
          <a:ext cx="10265228" cy="12729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just" defTabSz="1422400">
            <a:lnSpc>
              <a:spcPct val="90000"/>
            </a:lnSpc>
            <a:spcBef>
              <a:spcPct val="0"/>
            </a:spcBef>
            <a:spcAft>
              <a:spcPct val="35000"/>
            </a:spcAft>
            <a:buNone/>
          </a:pPr>
          <a:r>
            <a:rPr lang="en-US" sz="3200" kern="1200" dirty="0"/>
            <a:t>Flowcharts is a graph used to depict or show a step by step solution using symbols which represent a task.</a:t>
          </a:r>
        </a:p>
      </dsp:txBody>
      <dsp:txXfrm>
        <a:off x="62141" y="62141"/>
        <a:ext cx="10140946" cy="1148678"/>
      </dsp:txXfrm>
    </dsp:sp>
    <dsp:sp modelId="{64B79C48-29FC-4231-82EB-673ACEE149B5}">
      <dsp:nvSpPr>
        <dsp:cNvPr id="0" name=""/>
        <dsp:cNvSpPr/>
      </dsp:nvSpPr>
      <dsp:spPr>
        <a:xfrm>
          <a:off x="0" y="1482343"/>
          <a:ext cx="10265228" cy="127296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just" defTabSz="1422400">
            <a:lnSpc>
              <a:spcPct val="90000"/>
            </a:lnSpc>
            <a:spcBef>
              <a:spcPct val="0"/>
            </a:spcBef>
            <a:spcAft>
              <a:spcPct val="35000"/>
            </a:spcAft>
            <a:buNone/>
          </a:pPr>
          <a:r>
            <a:rPr lang="en-US" sz="3200" kern="1200" dirty="0"/>
            <a:t>The symbols used consist of geometrical shapes that are connected by flow lines.</a:t>
          </a:r>
        </a:p>
      </dsp:txBody>
      <dsp:txXfrm>
        <a:off x="62141" y="1544484"/>
        <a:ext cx="10140946" cy="1148678"/>
      </dsp:txXfrm>
    </dsp:sp>
    <dsp:sp modelId="{69BCD93C-56DD-41F0-B8E0-0ABED54A542B}">
      <dsp:nvSpPr>
        <dsp:cNvPr id="0" name=""/>
        <dsp:cNvSpPr/>
      </dsp:nvSpPr>
      <dsp:spPr>
        <a:xfrm>
          <a:off x="0" y="3061471"/>
          <a:ext cx="10265228" cy="127296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just" defTabSz="1422400">
            <a:lnSpc>
              <a:spcPct val="90000"/>
            </a:lnSpc>
            <a:spcBef>
              <a:spcPct val="0"/>
            </a:spcBef>
            <a:spcAft>
              <a:spcPct val="35000"/>
            </a:spcAft>
            <a:buNone/>
          </a:pPr>
          <a:r>
            <a:rPr lang="en-US" sz="3200" kern="1200" dirty="0"/>
            <a:t>It is an alternative to pseudo coding; whereas a pseudocode description is verbal, a flowchart is graphical in nature</a:t>
          </a:r>
        </a:p>
      </dsp:txBody>
      <dsp:txXfrm>
        <a:off x="62141" y="3123612"/>
        <a:ext cx="10140946" cy="114867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5.68611" units="1/deg"/>
          <inkml:channelProperty channel="T" name="resolution" value="1" units="1/dev"/>
        </inkml:channelProperties>
      </inkml:inkSource>
      <inkml:timestamp xml:id="ts0" timeString="2021-07-11T08:14:34.634"/>
    </inkml:context>
    <inkml:brush xml:id="br0">
      <inkml:brushProperty name="width" value="0.05292" units="cm"/>
      <inkml:brushProperty name="height" value="0.05292" units="cm"/>
      <inkml:brushProperty name="color" value="#FF0000"/>
    </inkml:brush>
  </inkml:definitions>
  <inkml:trace contextRef="#ctx0" brushRef="#br0">12492 9490 327 0,'11'4'251'15,"-2"-4"-247"-15,-5-4-4 16,-4-3 1-16,-2 0-3 16,2 5 4-16,0 2-1 15,0-2 2-15,0 2-3 16,2 0 0-16,-2 0 5 15,0 0-2-15,2 0-4 0,-2 0 1 16,0 0-3-16,0 0-1 16,0 0-3-16,0 0-30 15,0 2-2-15,0-2-63 16,0 5-34-16</inkml:trace>
  <inkml:trace contextRef="#ctx0" brushRef="#br0" timeOffset="6578.19">16745 14304 417 0,'0'-3'60'16,"0"1"-31"-16,0 0-18 16,0 2 15-16,-2-4-26 15,-1 0 11-15,-1-1-3 16,2 5-5-16,-5-5 6 15,3 5-5 1,2 0-1-16,-1-4-6 16,3 4 4-16,3 0-4 0,-3 0-2 15,4 0-11-15,-2 0 16 16,-2 0-4-16,0 0 3 16,2 0-1-16,-4 0 0 0,2 0 2 15,-2 0-1-15,2 0 3 16,-2 0-2-16,2 0 3 15,0 0 1-15,0 0-3 16,0 0 1-16,0 0 0 16,0 0-2-16,2 0 2 15,-2 0-3-15,0 0 2 16,0 0 2-16,0 0-1 16,0 0 5-1,0 0 5-15,0 0 4 16,2 0-10-16,0 0-6 15,-2 0 0-15,0 0-2 16,0 0 2-16,0-5 0 16,-2 10 0-16,0-5 1 15,0 0 2-15,0 0-3 0,-1 0 0 16,3 0-1-16,0 4 0 16,0-4 1-16,0 0 0 15,3 0 0-15,-1 0 4 16,-2 0-4-16,0-4 1 0,2 4 2 15,-2 0 2-15,0 0-5 16,2 0 0-16,-2 0-2 16,0 0-7-1,0 4 6-15,0-2 3 16,4 8-2-16,-1 4-1 16,1 2 3-16,1 2 0 15,2 5 0-15,-5-6 0 16,2 1 0-16,-2-2 3 15,-2-2-2-15,-2 0 2 16,0-1-3-16,-2-1 0 0,1-2-3 16,1 2 3-16,2-5-3 15,0 4 2-15,-2-1 0 16,2-6-3-16,-3 0 2 16,1 1 2-16,0-5 0 15,2 0-1-15,0 0 0 16,0 0-6-16,2 0-19 15,0 5 0-15,-2-5 7 0,3 0-24 16,-1 0-41-16,0 2-191 16</inkml:trace>
  <inkml:trace contextRef="#ctx0" brushRef="#br0" timeOffset="7298.52">16760 14235 494 0,'-6'-2'19'0,"-3"-5"-17"15,0 2 0-15,2 1-1 16,-1-1 0-16,3 5-1 15,-2 0-5-15,2 5-2 16,-3-1 1-16,-1 4 3 0,-3 2 2 16,2-2 1-16,3 3 8 15,1-11 0-15,0 5-7 16,2-3 0-16,2-2 1 16,0 0-2-16,0 2 0 15,2-4 0-15,2 2-1 16,2 0-1-16,-2-2 1 0,0 2-3 15,4-2-4-15,-6 2 8 0,2-3-3 16,0 3 3 0,0 0 0-16,0 0 0 0,3-5 1 15,5 1 0-15,2-2-1 16,1 2 0-16,5-4-1 16,-5 3 2-1,1 2-1-15,-1-1 6 16,-2 2-6-16,3-3 3 15,-3 2-3-15,1 1-8 16,-4 0-5-16,-1 2-46 16,-5 0 1-16,-2 2 38 15,-5 3 20-15,1 0-1 16,0 3 1-16,-3 0-5 0,4 0-21 16,3-2-12-16,3-4 24 15,2 0 13-15,3-4 1 16,11 0-37-16,4-4-80 15</inkml:trace>
  <inkml:trace contextRef="#ctx0" brushRef="#br0" timeOffset="8401.04">16660 14444 145 0,'3'-3'110'0,"-1"1"-91"16,2 0 12-1,2 2-27-15,2-1-2 16,-2 1-2-16,3 0 0 16,-5-4-17-16,-2 4-19 15,-2 0 21-15,3 0 6 16,-3 0 1-16,2 0 8 0,1-2 15 15,-1-3 53-15,2 2 11 16,1 1-7-16,-3-3-54 0,-2 5-18 16,2-2-2-16,-4 4-1 15,0-2 2-15,0 0 1 16,-1 0-1-16,1 0 0 16,0 3 1-16,2-6 8 15,0 3 9-15,2 0 14 16,-2 0-8-1,5 0-9-15,-3-2-11 16,0 2 3-16,-2 0-7 16,0 0 1-16,0-4 0 15,0 4-4-15,2 0 4 16,2-1 0-16,3-3-4 16,5 0 4-16,3-5 0 15,3 0 0-15,2 1 1 0,-2-4-1 16,0 5 0-16,-3-3 5 15,-3 7-2-15,-6 0 6 16,-2 3-8-16,-4 0 4 0,-2 0 2 16,-2 3-7-16,-2-2-3 15,0 3 3-15,2-1-1 16,2 2-1-16,2-3-1 0,2 0 1 16,0 1-11-16,0-1 12 15,6-1-2-15,-2 1 3 16,5 0 0-16,-2 3-2 15,5-5 2-15,-4 3-2 16,0-3-2-16,-6 0 4 16,1 0 0-1,-5 0 2-15,0 0 5 16,2 0-7-16,-2 0-9 16,0 0-19-16,2 0-55 15,0 2-106-15</inkml:trace>
  <inkml:trace contextRef="#ctx0" brushRef="#br0" timeOffset="13811.33">21738 14339 394 0,'4'-2'55'15,"-1"2"-30"-15,-1-4-13 16,-2 3-8-16,0 1-2 15,2-3-1-15,-2 2 5 16,3-4 7-16,-1 3 20 16,0-3-29-16,1 5 13 0,-1-7 10 15,0 5 0-15,-2 0-18 16,0 1 0 0,0 1 0-16,0 0-9 15,0 0-7-15,0 0 5 16,0 0 2-16,0 0 0 0,0 0 0 15,0 1-5 1,0-1 6-16,0-1-1 0,0 1 15 16,0 0-1-16,0 0-2 15,0 1-10-15,2-1-1 16,-2 0-1-16,2 4 8 0,2 3-7 16,3 6 8-16,5 5-2 15,1 9-3 1,1 0-4-16,-4 8 0 15,-1-3 8-15,1 4-6 16,-4 0 3-16,-2-1 0 16,1-3-4-16,-1-6 2 0,-2-5-3 15,0-7 0-15,1-6 1 16,0-4 0-16,-1-2 5 16,-2 0-3-16,0-2-2 0,0-2 3 15,0 4-1-15,-2-2-3 16,2-2-8-16,0 2-24 15,0 0-40-15,0 0-70 16</inkml:trace>
  <inkml:trace contextRef="#ctx0" brushRef="#br0" timeOffset="14382.17">21821 14355 497 0,'0'-8'44'0,"0"4"-15"16,0 4 5-16,-2-1-16 16,0-2 3-16,2 3-13 15,-3-2-1-15,1 2-3 16,2 0-4-16,-5 0 2 16,3 0-2-16,0 0 1 15,-1 0 10 1,3 0-7-16,0 0 6 15,0 0-5-15,0 0-3 16,3 0 2-16,-3-4 2 0,2 4-2 16,0 0-3-16,0-1-1 15,1-2-3-15,2-1 3 16,1-2-8-16,5-4 8 16,7-2-1-16,5-4 0 0,2 0 0 15,8-2 1-15,-5 2-4 16,6-3 3-16,-8 7 2 15,-4 1-8-15,-5 2 7 16,-7 6-5-16,-8 3 3 16,-4 0-1-16,-2 0-5 15,0 2-29 1,-1 2-7-16,-4 4 25 16,2 1-26-16,3 8-96 15</inkml:trace>
  <inkml:trace contextRef="#ctx0" brushRef="#br0" timeOffset="15052.51">21859 14478 339 0,'-9'4'50'0,"-1"-1"-23"15,6 0 9-15,4-3-11 16,2 0 10 0,0-3-17-16,1 3-2 0,0-2-4 15,-3 2-10-15,2 0 1 16,0 0-2-16,2 0 3 15,-2 0 2-15,5 2-6 16,-1-2 0-16,6 0 8 16,1-2 0-16,7-1-3 15,7-1 28 1,11-10-22-16,7-4 3 16,1-1-2-16,-1 2-6 15,-7 0-2-15,-13 5-1 16,-12 7 1-16,-9 5 0 15,-6 0-4-15,-2 0-6 16,-1 3 2-16,-1-1-2 16,0 5 2-16,4-2-1 0,0 4-4 15,2-4 5-15,4 3-14 16,0-6 6-16,0 1 6 0,-4-1-17 16,2 0 13-16,-2-1-6 15,-2-1-3-15,2 0 8 16,2 2-23-16,-2 0-6 15,2 1-81 1</inkml:trace>
  <inkml:trace contextRef="#ctx0" brushRef="#br0" timeOffset="17255.62">16729 14235 454 0,'-2'-2'35'0,"2"2"-14"15,0-2 2-15,2-3 3 16,0 2-9-16,-2-1-12 16,3-3 55-16,-3 2-44 15,0-2 5-15,-3 7-6 16,1 0-9-16,0-5-4 15,2 3-2-15,0 2 0 0,0 0 0 16,0 0-1 0,0 0 1-16,0 0 0 0,0 0 11 15,0 0-11-15,-2 0 3 16,2 0 0-16,0 0-1 16,0 2-4-16,-2-2 1 15,2 0 1-15,-2 0 0 16,-1 5-4-16,3-5 2 15,-2 0 2-15,7 0 0 16,-3 0-4-16,0 0 8 16,0-5-5-16,2 5 1 0,-4 5-4 15,0-2 4-15,3 6 8 16,-3 8 0-16,4 3 6 16,1 6-4-16,-1 3-3 0,1-1-7 15,-3-1 5-15,0-3 1 16,-2 1 1-16,0-1-7 15,-2 3-1 1,0 8 0-16,0 0 1 16,4 6 4-16,2-1-1 15,5-5-1-15,2-4 2 16,0-9-3-16,-2-8 5 16,-2-8-3-16,-4-4 13 15,-3-2-6-15,-3 0-10 16,3 0 4-16,-3 0-3 0,1 0 0 15,2 2 2-15,0-2-2 16,-2 0-1-16,0 0 0 16,2 0-2-16,0-2 2 15,0 0-4-15,2 1-14 16,-2-4-28-16,0-9-95 0,-2-5-90 31</inkml:trace>
  <inkml:trace contextRef="#ctx0" brushRef="#br0" timeOffset="18232.79">16406 14409 189 0,'-7'0'281'16,"1"0"-255"-16,-1 4-25 15,-1-4 10-15,-2 0 49 16,-1 0-13-16,-1 2-6 15,6-2-11-15,2 3-3 0,4-6 14 16,2 3-15-16,0-2-21 16,0 2 1-16,2-4 2 15,0 4-1-15,-4-1-2 16,2-2-3-16,0-1 1 16,4-2 0-16,5-6-3 15,7-2 1-15,7-5-1 16,6-6 0-16,7-1 0 15,11 2 3-15,6-8-3 16,8 1-4-16,6-2 4 16,-4 1-2-16,-7 4 1 15,-14 2 1-15,-11 6 1 0,-10 4 0 16,-12 6 4-16,-4 1-4 16,-5 5 2-16,-2 3-3 15,0 2 0-15,0-1-1 16,3-1-3-16,-3 1 4 15,2 0 0-15,2-3-9 16,0-1 9-16,1 3 4 16,-1 1 0-16,-1-3-4 15,-3 3 1-15,-3 0 0 16,1 0 4-16,0 0-5 16,-1 3-1-16,3-3 0 15,3 0 1-15,-3-3 2 16,2 3-2-16,3 0 0 0,-3-1 1 15,-2 1 2-15,0 0 1 16,0 0 5-16,-2 0-7 16,-1 1 0-16,1-1-2 15,2 0 2-15,-2 0-4 16,2 0-2-16,0 0 4 16,0 0 0-16,0 0 2 15,2 0 4-15,-2 0-6 16,2 0 1-16,-2 0-2 15,0 0-3-15,0 0 2 16,0 0-7-16,0 0-14 16,0 0-12-16,-2 3-47 0,2-2-32 15,-2 10 48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DED393-CE77-4857-BCF3-BDC296062785}" type="datetimeFigureOut">
              <a:rPr lang="en-IN" smtClean="0"/>
              <a:t>08-09-2025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FC3311-071E-49E9-9C70-B0C6E6E679DB}" type="slidenum">
              <a:rPr lang="en-IN" smtClean="0"/>
              <a:t>‹#›</a:t>
            </a:fld>
            <a:endParaRPr lang="en-IN"/>
          </a:p>
        </p:txBody>
      </p:sp>
    </p:spTree>
    <p:extLst>
      <p:ext uri="{BB962C8B-B14F-4D97-AF65-F5344CB8AC3E}">
        <p14:creationId xmlns:p14="http://schemas.microsoft.com/office/powerpoint/2010/main" val="3020284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Shape 303"/>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04" name="Shape 304"/>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05" name="Shape 305"/>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None/>
            </a:pPr>
            <a:fld id="{00000000-1234-1234-1234-123412341234}" type="slidenum">
              <a:rPr lang="en-US"/>
              <a:t>9</a:t>
            </a:fld>
            <a:endParaRPr lang="en-US"/>
          </a:p>
        </p:txBody>
      </p:sp>
    </p:spTree>
    <p:extLst>
      <p:ext uri="{BB962C8B-B14F-4D97-AF65-F5344CB8AC3E}">
        <p14:creationId xmlns:p14="http://schemas.microsoft.com/office/powerpoint/2010/main" val="32884605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24</a:t>
            </a:fld>
            <a:endParaRPr lang="en-US"/>
          </a:p>
        </p:txBody>
      </p:sp>
    </p:spTree>
    <p:extLst>
      <p:ext uri="{BB962C8B-B14F-4D97-AF65-F5344CB8AC3E}">
        <p14:creationId xmlns:p14="http://schemas.microsoft.com/office/powerpoint/2010/main" val="3387132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25</a:t>
            </a:fld>
            <a:endParaRPr lang="en-US"/>
          </a:p>
        </p:txBody>
      </p:sp>
    </p:spTree>
    <p:extLst>
      <p:ext uri="{BB962C8B-B14F-4D97-AF65-F5344CB8AC3E}">
        <p14:creationId xmlns:p14="http://schemas.microsoft.com/office/powerpoint/2010/main" val="10774859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26</a:t>
            </a:fld>
            <a:endParaRPr lang="en-US"/>
          </a:p>
        </p:txBody>
      </p:sp>
    </p:spTree>
    <p:extLst>
      <p:ext uri="{BB962C8B-B14F-4D97-AF65-F5344CB8AC3E}">
        <p14:creationId xmlns:p14="http://schemas.microsoft.com/office/powerpoint/2010/main" val="2623865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27</a:t>
            </a:fld>
            <a:endParaRPr lang="en-US"/>
          </a:p>
        </p:txBody>
      </p:sp>
    </p:spTree>
    <p:extLst>
      <p:ext uri="{BB962C8B-B14F-4D97-AF65-F5344CB8AC3E}">
        <p14:creationId xmlns:p14="http://schemas.microsoft.com/office/powerpoint/2010/main" val="982361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28</a:t>
            </a:fld>
            <a:endParaRPr lang="en-US"/>
          </a:p>
        </p:txBody>
      </p:sp>
    </p:spTree>
    <p:extLst>
      <p:ext uri="{BB962C8B-B14F-4D97-AF65-F5344CB8AC3E}">
        <p14:creationId xmlns:p14="http://schemas.microsoft.com/office/powerpoint/2010/main" val="3198152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29</a:t>
            </a:fld>
            <a:endParaRPr lang="en-US"/>
          </a:p>
        </p:txBody>
      </p:sp>
    </p:spTree>
    <p:extLst>
      <p:ext uri="{BB962C8B-B14F-4D97-AF65-F5344CB8AC3E}">
        <p14:creationId xmlns:p14="http://schemas.microsoft.com/office/powerpoint/2010/main" val="3842253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Shape 387"/>
          <p:cNvSpPr>
            <a:spLocks noGrp="1" noRot="1" noChangeAspect="1"/>
          </p:cNvSpPr>
          <p:nvPr>
            <p:ph type="sldImg" idx="2"/>
          </p:nvPr>
        </p:nvSpPr>
        <p:spPr>
          <a:xfrm>
            <a:off x="411163" y="692150"/>
            <a:ext cx="6157912" cy="3463925"/>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8" name="Shape 388"/>
          <p:cNvSpPr txBox="1">
            <a:spLocks noGrp="1"/>
          </p:cNvSpPr>
          <p:nvPr>
            <p:ph type="body" idx="1"/>
          </p:nvPr>
        </p:nvSpPr>
        <p:spPr>
          <a:xfrm>
            <a:off x="930275" y="4387850"/>
            <a:ext cx="5119799" cy="4156200"/>
          </a:xfrm>
          <a:prstGeom prst="rect">
            <a:avLst/>
          </a:prstGeom>
        </p:spPr>
        <p:txBody>
          <a:bodyPr lIns="91425" tIns="91425" rIns="91425" bIns="91425" anchor="ctr" anchorCtr="0">
            <a:noAutofit/>
          </a:bodyPr>
          <a:lstStyle/>
          <a:p>
            <a:pPr lvl="0">
              <a:spcBef>
                <a:spcPts val="0"/>
              </a:spcBef>
              <a:buNone/>
            </a:pPr>
            <a:endParaRPr/>
          </a:p>
        </p:txBody>
      </p:sp>
      <p:sp>
        <p:nvSpPr>
          <p:cNvPr id="389" name="Shape 389"/>
          <p:cNvSpPr txBox="1">
            <a:spLocks noGrp="1"/>
          </p:cNvSpPr>
          <p:nvPr>
            <p:ph type="sldNum" idx="12"/>
          </p:nvPr>
        </p:nvSpPr>
        <p:spPr>
          <a:xfrm>
            <a:off x="3956050" y="8774111"/>
            <a:ext cx="3024300" cy="461999"/>
          </a:xfrm>
          <a:prstGeom prst="rect">
            <a:avLst/>
          </a:prstGeom>
        </p:spPr>
        <p:txBody>
          <a:bodyPr lIns="92650" tIns="46325" rIns="92650" bIns="46325" anchor="b" anchorCtr="0">
            <a:noAutofit/>
          </a:bodyPr>
          <a:lstStyle/>
          <a:p>
            <a:pPr lvl="0" rtl="0">
              <a:spcBef>
                <a:spcPts val="0"/>
              </a:spcBef>
              <a:buClr>
                <a:srgbClr val="000000"/>
              </a:buClr>
              <a:buSzPct val="25000"/>
              <a:buFont typeface="Times New Roman"/>
              <a:buNone/>
            </a:pPr>
            <a:fld id="{00000000-1234-1234-1234-123412341234}" type="slidenum">
              <a:rPr lang="en-US"/>
              <a:t>30</a:t>
            </a:fld>
            <a:endParaRPr lang="en-US"/>
          </a:p>
        </p:txBody>
      </p:sp>
    </p:spTree>
    <p:extLst>
      <p:ext uri="{BB962C8B-B14F-4D97-AF65-F5344CB8AC3E}">
        <p14:creationId xmlns:p14="http://schemas.microsoft.com/office/powerpoint/2010/main" val="3614593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A6AB1-80ED-4CCD-D6CC-741E6BCFA3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3E1CC1E-B2A3-1F9D-56E4-9D2E57238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F948D0-C4A0-5769-76B0-412F0F5CE8C6}"/>
              </a:ext>
            </a:extLst>
          </p:cNvPr>
          <p:cNvSpPr>
            <a:spLocks noGrp="1"/>
          </p:cNvSpPr>
          <p:nvPr>
            <p:ph type="dt" sz="half" idx="10"/>
          </p:nvPr>
        </p:nvSpPr>
        <p:spPr/>
        <p:txBody>
          <a:bodyPr/>
          <a:lstStyle/>
          <a:p>
            <a:fld id="{AA0B1303-42DE-40D7-A0A8-8486A103FD28}" type="datetimeFigureOut">
              <a:rPr lang="en-IN" smtClean="0"/>
              <a:t>08-09-2025</a:t>
            </a:fld>
            <a:endParaRPr lang="en-IN"/>
          </a:p>
        </p:txBody>
      </p:sp>
      <p:sp>
        <p:nvSpPr>
          <p:cNvPr id="5" name="Footer Placeholder 4">
            <a:extLst>
              <a:ext uri="{FF2B5EF4-FFF2-40B4-BE49-F238E27FC236}">
                <a16:creationId xmlns:a16="http://schemas.microsoft.com/office/drawing/2014/main" id="{FC874065-7CA1-15B4-6554-5787521446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C41E4A-89AA-B524-0CF1-56E9034B382E}"/>
              </a:ext>
            </a:extLst>
          </p:cNvPr>
          <p:cNvSpPr>
            <a:spLocks noGrp="1"/>
          </p:cNvSpPr>
          <p:nvPr>
            <p:ph type="sldNum" sz="quarter" idx="12"/>
          </p:nvPr>
        </p:nvSpPr>
        <p:spPr/>
        <p:txBody>
          <a:bodyPr/>
          <a:lstStyle/>
          <a:p>
            <a:fld id="{C59C76B1-BFD4-43C9-8589-B37249ED10E0}" type="slidenum">
              <a:rPr lang="en-IN" smtClean="0"/>
              <a:t>‹#›</a:t>
            </a:fld>
            <a:endParaRPr lang="en-IN"/>
          </a:p>
        </p:txBody>
      </p:sp>
    </p:spTree>
    <p:extLst>
      <p:ext uri="{BB962C8B-B14F-4D97-AF65-F5344CB8AC3E}">
        <p14:creationId xmlns:p14="http://schemas.microsoft.com/office/powerpoint/2010/main" val="2809809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744C3-AFFB-B669-FD80-ABFB0AC6057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87CB93-C1B6-4FF2-CF81-0F469B0AC2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5DBEB9-6C64-5A31-EE03-34201F78C03B}"/>
              </a:ext>
            </a:extLst>
          </p:cNvPr>
          <p:cNvSpPr>
            <a:spLocks noGrp="1"/>
          </p:cNvSpPr>
          <p:nvPr>
            <p:ph type="dt" sz="half" idx="10"/>
          </p:nvPr>
        </p:nvSpPr>
        <p:spPr/>
        <p:txBody>
          <a:bodyPr/>
          <a:lstStyle/>
          <a:p>
            <a:fld id="{AA0B1303-42DE-40D7-A0A8-8486A103FD28}" type="datetimeFigureOut">
              <a:rPr lang="en-IN" smtClean="0"/>
              <a:t>08-09-2025</a:t>
            </a:fld>
            <a:endParaRPr lang="en-IN"/>
          </a:p>
        </p:txBody>
      </p:sp>
      <p:sp>
        <p:nvSpPr>
          <p:cNvPr id="5" name="Footer Placeholder 4">
            <a:extLst>
              <a:ext uri="{FF2B5EF4-FFF2-40B4-BE49-F238E27FC236}">
                <a16:creationId xmlns:a16="http://schemas.microsoft.com/office/drawing/2014/main" id="{C0F3A97F-2B1A-344A-21F3-C24CEE33AB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E13009A-007C-2662-BB52-C8FFF2D4193B}"/>
              </a:ext>
            </a:extLst>
          </p:cNvPr>
          <p:cNvSpPr>
            <a:spLocks noGrp="1"/>
          </p:cNvSpPr>
          <p:nvPr>
            <p:ph type="sldNum" sz="quarter" idx="12"/>
          </p:nvPr>
        </p:nvSpPr>
        <p:spPr/>
        <p:txBody>
          <a:bodyPr/>
          <a:lstStyle/>
          <a:p>
            <a:fld id="{C59C76B1-BFD4-43C9-8589-B37249ED10E0}" type="slidenum">
              <a:rPr lang="en-IN" smtClean="0"/>
              <a:t>‹#›</a:t>
            </a:fld>
            <a:endParaRPr lang="en-IN"/>
          </a:p>
        </p:txBody>
      </p:sp>
    </p:spTree>
    <p:extLst>
      <p:ext uri="{BB962C8B-B14F-4D97-AF65-F5344CB8AC3E}">
        <p14:creationId xmlns:p14="http://schemas.microsoft.com/office/powerpoint/2010/main" val="4123686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C6F12-3AC1-0E3B-E2C0-A370F60AAF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D23875-5B00-4C1C-F476-5CA816E7DB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F68E7D-6064-0BAB-31DD-C371BBDB5C21}"/>
              </a:ext>
            </a:extLst>
          </p:cNvPr>
          <p:cNvSpPr>
            <a:spLocks noGrp="1"/>
          </p:cNvSpPr>
          <p:nvPr>
            <p:ph type="dt" sz="half" idx="10"/>
          </p:nvPr>
        </p:nvSpPr>
        <p:spPr/>
        <p:txBody>
          <a:bodyPr/>
          <a:lstStyle/>
          <a:p>
            <a:fld id="{AA0B1303-42DE-40D7-A0A8-8486A103FD28}" type="datetimeFigureOut">
              <a:rPr lang="en-IN" smtClean="0"/>
              <a:t>08-09-2025</a:t>
            </a:fld>
            <a:endParaRPr lang="en-IN"/>
          </a:p>
        </p:txBody>
      </p:sp>
      <p:sp>
        <p:nvSpPr>
          <p:cNvPr id="5" name="Footer Placeholder 4">
            <a:extLst>
              <a:ext uri="{FF2B5EF4-FFF2-40B4-BE49-F238E27FC236}">
                <a16:creationId xmlns:a16="http://schemas.microsoft.com/office/drawing/2014/main" id="{EE73DC71-2330-8439-BE22-C92964B9C9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8D805E-1F8D-223D-BDE9-657FD9B39A8C}"/>
              </a:ext>
            </a:extLst>
          </p:cNvPr>
          <p:cNvSpPr>
            <a:spLocks noGrp="1"/>
          </p:cNvSpPr>
          <p:nvPr>
            <p:ph type="sldNum" sz="quarter" idx="12"/>
          </p:nvPr>
        </p:nvSpPr>
        <p:spPr/>
        <p:txBody>
          <a:bodyPr/>
          <a:lstStyle/>
          <a:p>
            <a:fld id="{C59C76B1-BFD4-43C9-8589-B37249ED10E0}" type="slidenum">
              <a:rPr lang="en-IN" smtClean="0"/>
              <a:t>‹#›</a:t>
            </a:fld>
            <a:endParaRPr lang="en-IN"/>
          </a:p>
        </p:txBody>
      </p:sp>
    </p:spTree>
    <p:extLst>
      <p:ext uri="{BB962C8B-B14F-4D97-AF65-F5344CB8AC3E}">
        <p14:creationId xmlns:p14="http://schemas.microsoft.com/office/powerpoint/2010/main" val="954594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03EBD-BCBA-D1F6-97CA-770946871BF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9A6BE3-F63F-930C-43FF-244C72252E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8D83C3B-D41B-C765-0A31-FE9A88D30F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F8C19F6-41AA-470E-C947-14B241609F56}"/>
              </a:ext>
            </a:extLst>
          </p:cNvPr>
          <p:cNvSpPr>
            <a:spLocks noGrp="1"/>
          </p:cNvSpPr>
          <p:nvPr>
            <p:ph type="dt" sz="half" idx="10"/>
          </p:nvPr>
        </p:nvSpPr>
        <p:spPr/>
        <p:txBody>
          <a:bodyPr/>
          <a:lstStyle/>
          <a:p>
            <a:fld id="{AA0B1303-42DE-40D7-A0A8-8486A103FD28}" type="datetimeFigureOut">
              <a:rPr lang="en-IN" smtClean="0"/>
              <a:t>08-09-2025</a:t>
            </a:fld>
            <a:endParaRPr lang="en-IN"/>
          </a:p>
        </p:txBody>
      </p:sp>
      <p:sp>
        <p:nvSpPr>
          <p:cNvPr id="6" name="Footer Placeholder 5">
            <a:extLst>
              <a:ext uri="{FF2B5EF4-FFF2-40B4-BE49-F238E27FC236}">
                <a16:creationId xmlns:a16="http://schemas.microsoft.com/office/drawing/2014/main" id="{D4498CDE-CB3B-F0C1-28F1-DFF8F77F2C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74A285-BB82-A4AE-79CE-2ABCAE41259B}"/>
              </a:ext>
            </a:extLst>
          </p:cNvPr>
          <p:cNvSpPr>
            <a:spLocks noGrp="1"/>
          </p:cNvSpPr>
          <p:nvPr>
            <p:ph type="sldNum" sz="quarter" idx="12"/>
          </p:nvPr>
        </p:nvSpPr>
        <p:spPr/>
        <p:txBody>
          <a:bodyPr/>
          <a:lstStyle/>
          <a:p>
            <a:fld id="{C59C76B1-BFD4-43C9-8589-B37249ED10E0}" type="slidenum">
              <a:rPr lang="en-IN" smtClean="0"/>
              <a:t>‹#›</a:t>
            </a:fld>
            <a:endParaRPr lang="en-IN"/>
          </a:p>
        </p:txBody>
      </p:sp>
    </p:spTree>
    <p:extLst>
      <p:ext uri="{BB962C8B-B14F-4D97-AF65-F5344CB8AC3E}">
        <p14:creationId xmlns:p14="http://schemas.microsoft.com/office/powerpoint/2010/main" val="2733170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29CD1-C7D5-D4DD-394A-91C793CA8E9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055099-CA45-40A6-BCAC-B02724E402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E57FC4-9C8F-E164-123A-ECC2437646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EC1158-712F-7798-0BCF-5ED438C7BEF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E6E34F-67CB-FA2F-EA16-98225FC451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A15F744-CB7C-38D5-740B-F657347D7814}"/>
              </a:ext>
            </a:extLst>
          </p:cNvPr>
          <p:cNvSpPr>
            <a:spLocks noGrp="1"/>
          </p:cNvSpPr>
          <p:nvPr>
            <p:ph type="dt" sz="half" idx="10"/>
          </p:nvPr>
        </p:nvSpPr>
        <p:spPr/>
        <p:txBody>
          <a:bodyPr/>
          <a:lstStyle/>
          <a:p>
            <a:fld id="{AA0B1303-42DE-40D7-A0A8-8486A103FD28}" type="datetimeFigureOut">
              <a:rPr lang="en-IN" smtClean="0"/>
              <a:t>08-09-2025</a:t>
            </a:fld>
            <a:endParaRPr lang="en-IN"/>
          </a:p>
        </p:txBody>
      </p:sp>
      <p:sp>
        <p:nvSpPr>
          <p:cNvPr id="8" name="Footer Placeholder 7">
            <a:extLst>
              <a:ext uri="{FF2B5EF4-FFF2-40B4-BE49-F238E27FC236}">
                <a16:creationId xmlns:a16="http://schemas.microsoft.com/office/drawing/2014/main" id="{CE21C215-5F38-0617-5ACC-88CEF94B691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17C62D2-E4A6-F3B4-93D0-4B7D55FD7E90}"/>
              </a:ext>
            </a:extLst>
          </p:cNvPr>
          <p:cNvSpPr>
            <a:spLocks noGrp="1"/>
          </p:cNvSpPr>
          <p:nvPr>
            <p:ph type="sldNum" sz="quarter" idx="12"/>
          </p:nvPr>
        </p:nvSpPr>
        <p:spPr/>
        <p:txBody>
          <a:bodyPr/>
          <a:lstStyle/>
          <a:p>
            <a:fld id="{C59C76B1-BFD4-43C9-8589-B37249ED10E0}" type="slidenum">
              <a:rPr lang="en-IN" smtClean="0"/>
              <a:t>‹#›</a:t>
            </a:fld>
            <a:endParaRPr lang="en-IN"/>
          </a:p>
        </p:txBody>
      </p:sp>
    </p:spTree>
    <p:extLst>
      <p:ext uri="{BB962C8B-B14F-4D97-AF65-F5344CB8AC3E}">
        <p14:creationId xmlns:p14="http://schemas.microsoft.com/office/powerpoint/2010/main" val="3203427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F01BE-4B37-7134-A887-ACA8BA1FF8D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C157F6F-7107-6787-48EE-6885252F60E9}"/>
              </a:ext>
            </a:extLst>
          </p:cNvPr>
          <p:cNvSpPr>
            <a:spLocks noGrp="1"/>
          </p:cNvSpPr>
          <p:nvPr>
            <p:ph type="dt" sz="half" idx="10"/>
          </p:nvPr>
        </p:nvSpPr>
        <p:spPr/>
        <p:txBody>
          <a:bodyPr/>
          <a:lstStyle/>
          <a:p>
            <a:fld id="{AA0B1303-42DE-40D7-A0A8-8486A103FD28}" type="datetimeFigureOut">
              <a:rPr lang="en-IN" smtClean="0"/>
              <a:t>08-09-2025</a:t>
            </a:fld>
            <a:endParaRPr lang="en-IN"/>
          </a:p>
        </p:txBody>
      </p:sp>
      <p:sp>
        <p:nvSpPr>
          <p:cNvPr id="4" name="Footer Placeholder 3">
            <a:extLst>
              <a:ext uri="{FF2B5EF4-FFF2-40B4-BE49-F238E27FC236}">
                <a16:creationId xmlns:a16="http://schemas.microsoft.com/office/drawing/2014/main" id="{A9FCEA3D-F28F-DC10-C125-C770C1BC6EE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1D4E387-C3A5-71F2-CA7A-2D88EDF651C3}"/>
              </a:ext>
            </a:extLst>
          </p:cNvPr>
          <p:cNvSpPr>
            <a:spLocks noGrp="1"/>
          </p:cNvSpPr>
          <p:nvPr>
            <p:ph type="sldNum" sz="quarter" idx="12"/>
          </p:nvPr>
        </p:nvSpPr>
        <p:spPr/>
        <p:txBody>
          <a:bodyPr/>
          <a:lstStyle/>
          <a:p>
            <a:fld id="{C59C76B1-BFD4-43C9-8589-B37249ED10E0}" type="slidenum">
              <a:rPr lang="en-IN" smtClean="0"/>
              <a:t>‹#›</a:t>
            </a:fld>
            <a:endParaRPr lang="en-IN"/>
          </a:p>
        </p:txBody>
      </p:sp>
    </p:spTree>
    <p:extLst>
      <p:ext uri="{BB962C8B-B14F-4D97-AF65-F5344CB8AC3E}">
        <p14:creationId xmlns:p14="http://schemas.microsoft.com/office/powerpoint/2010/main" val="3132309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5EECC7-47E0-22BB-4829-FA9B97C10076}"/>
              </a:ext>
            </a:extLst>
          </p:cNvPr>
          <p:cNvSpPr>
            <a:spLocks noGrp="1"/>
          </p:cNvSpPr>
          <p:nvPr>
            <p:ph type="dt" sz="half" idx="10"/>
          </p:nvPr>
        </p:nvSpPr>
        <p:spPr/>
        <p:txBody>
          <a:bodyPr/>
          <a:lstStyle/>
          <a:p>
            <a:fld id="{AA0B1303-42DE-40D7-A0A8-8486A103FD28}" type="datetimeFigureOut">
              <a:rPr lang="en-IN" smtClean="0"/>
              <a:t>08-09-2025</a:t>
            </a:fld>
            <a:endParaRPr lang="en-IN"/>
          </a:p>
        </p:txBody>
      </p:sp>
      <p:sp>
        <p:nvSpPr>
          <p:cNvPr id="3" name="Footer Placeholder 2">
            <a:extLst>
              <a:ext uri="{FF2B5EF4-FFF2-40B4-BE49-F238E27FC236}">
                <a16:creationId xmlns:a16="http://schemas.microsoft.com/office/drawing/2014/main" id="{3CC9342B-E3E6-9EE2-4643-3EABF9C6683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57433FE-CB26-381E-AA8B-CAF3ECD128AD}"/>
              </a:ext>
            </a:extLst>
          </p:cNvPr>
          <p:cNvSpPr>
            <a:spLocks noGrp="1"/>
          </p:cNvSpPr>
          <p:nvPr>
            <p:ph type="sldNum" sz="quarter" idx="12"/>
          </p:nvPr>
        </p:nvSpPr>
        <p:spPr/>
        <p:txBody>
          <a:bodyPr/>
          <a:lstStyle/>
          <a:p>
            <a:fld id="{C59C76B1-BFD4-43C9-8589-B37249ED10E0}" type="slidenum">
              <a:rPr lang="en-IN" smtClean="0"/>
              <a:t>‹#›</a:t>
            </a:fld>
            <a:endParaRPr lang="en-IN"/>
          </a:p>
        </p:txBody>
      </p:sp>
    </p:spTree>
    <p:extLst>
      <p:ext uri="{BB962C8B-B14F-4D97-AF65-F5344CB8AC3E}">
        <p14:creationId xmlns:p14="http://schemas.microsoft.com/office/powerpoint/2010/main" val="2930109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0D05D-3F35-DDD4-16DD-EAD245A09A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70BAB28-81BC-D9D6-D934-17AF7252AE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34D438B-EAE4-B7E1-5CCE-129C30E0DC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784EE5-C6C9-6221-8835-B5E09BA7B224}"/>
              </a:ext>
            </a:extLst>
          </p:cNvPr>
          <p:cNvSpPr>
            <a:spLocks noGrp="1"/>
          </p:cNvSpPr>
          <p:nvPr>
            <p:ph type="dt" sz="half" idx="10"/>
          </p:nvPr>
        </p:nvSpPr>
        <p:spPr/>
        <p:txBody>
          <a:bodyPr/>
          <a:lstStyle/>
          <a:p>
            <a:fld id="{AA0B1303-42DE-40D7-A0A8-8486A103FD28}" type="datetimeFigureOut">
              <a:rPr lang="en-IN" smtClean="0"/>
              <a:t>08-09-2025</a:t>
            </a:fld>
            <a:endParaRPr lang="en-IN"/>
          </a:p>
        </p:txBody>
      </p:sp>
      <p:sp>
        <p:nvSpPr>
          <p:cNvPr id="6" name="Footer Placeholder 5">
            <a:extLst>
              <a:ext uri="{FF2B5EF4-FFF2-40B4-BE49-F238E27FC236}">
                <a16:creationId xmlns:a16="http://schemas.microsoft.com/office/drawing/2014/main" id="{21426303-6FA4-E4CE-4C95-9D88C8DC32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6585FD-4CBA-69B1-E420-550004A18D3E}"/>
              </a:ext>
            </a:extLst>
          </p:cNvPr>
          <p:cNvSpPr>
            <a:spLocks noGrp="1"/>
          </p:cNvSpPr>
          <p:nvPr>
            <p:ph type="sldNum" sz="quarter" idx="12"/>
          </p:nvPr>
        </p:nvSpPr>
        <p:spPr/>
        <p:txBody>
          <a:bodyPr/>
          <a:lstStyle/>
          <a:p>
            <a:fld id="{C59C76B1-BFD4-43C9-8589-B37249ED10E0}" type="slidenum">
              <a:rPr lang="en-IN" smtClean="0"/>
              <a:t>‹#›</a:t>
            </a:fld>
            <a:endParaRPr lang="en-IN"/>
          </a:p>
        </p:txBody>
      </p:sp>
    </p:spTree>
    <p:extLst>
      <p:ext uri="{BB962C8B-B14F-4D97-AF65-F5344CB8AC3E}">
        <p14:creationId xmlns:p14="http://schemas.microsoft.com/office/powerpoint/2010/main" val="3676405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6E20-2609-AE1F-008C-0FC5B047AF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989DB96-D442-4B9F-D4C5-D3804911E9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F15B666-D9E9-F048-20BA-E659C1227B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1734AB-57B9-6C64-ED4D-7976308086C9}"/>
              </a:ext>
            </a:extLst>
          </p:cNvPr>
          <p:cNvSpPr>
            <a:spLocks noGrp="1"/>
          </p:cNvSpPr>
          <p:nvPr>
            <p:ph type="dt" sz="half" idx="10"/>
          </p:nvPr>
        </p:nvSpPr>
        <p:spPr/>
        <p:txBody>
          <a:bodyPr/>
          <a:lstStyle/>
          <a:p>
            <a:fld id="{AA0B1303-42DE-40D7-A0A8-8486A103FD28}" type="datetimeFigureOut">
              <a:rPr lang="en-IN" smtClean="0"/>
              <a:t>08-09-2025</a:t>
            </a:fld>
            <a:endParaRPr lang="en-IN"/>
          </a:p>
        </p:txBody>
      </p:sp>
      <p:sp>
        <p:nvSpPr>
          <p:cNvPr id="6" name="Footer Placeholder 5">
            <a:extLst>
              <a:ext uri="{FF2B5EF4-FFF2-40B4-BE49-F238E27FC236}">
                <a16:creationId xmlns:a16="http://schemas.microsoft.com/office/drawing/2014/main" id="{8F745EEA-971D-B721-EC79-6E7BD225E7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1D26E6D-5189-67DE-3E30-09D71CFE748D}"/>
              </a:ext>
            </a:extLst>
          </p:cNvPr>
          <p:cNvSpPr>
            <a:spLocks noGrp="1"/>
          </p:cNvSpPr>
          <p:nvPr>
            <p:ph type="sldNum" sz="quarter" idx="12"/>
          </p:nvPr>
        </p:nvSpPr>
        <p:spPr/>
        <p:txBody>
          <a:bodyPr/>
          <a:lstStyle/>
          <a:p>
            <a:fld id="{C59C76B1-BFD4-43C9-8589-B37249ED10E0}" type="slidenum">
              <a:rPr lang="en-IN" smtClean="0"/>
              <a:t>‹#›</a:t>
            </a:fld>
            <a:endParaRPr lang="en-IN"/>
          </a:p>
        </p:txBody>
      </p:sp>
    </p:spTree>
    <p:extLst>
      <p:ext uri="{BB962C8B-B14F-4D97-AF65-F5344CB8AC3E}">
        <p14:creationId xmlns:p14="http://schemas.microsoft.com/office/powerpoint/2010/main" val="501774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B5689-983A-BF01-B821-A2DF26398C2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2765B3-80DA-3FC9-39D9-AD837CEC28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CE12D2-6A62-DA9C-2929-FAFB499E99C3}"/>
              </a:ext>
            </a:extLst>
          </p:cNvPr>
          <p:cNvSpPr>
            <a:spLocks noGrp="1"/>
          </p:cNvSpPr>
          <p:nvPr>
            <p:ph type="dt" sz="half" idx="10"/>
          </p:nvPr>
        </p:nvSpPr>
        <p:spPr/>
        <p:txBody>
          <a:bodyPr/>
          <a:lstStyle/>
          <a:p>
            <a:fld id="{AA0B1303-42DE-40D7-A0A8-8486A103FD28}" type="datetimeFigureOut">
              <a:rPr lang="en-IN" smtClean="0"/>
              <a:t>08-09-2025</a:t>
            </a:fld>
            <a:endParaRPr lang="en-IN"/>
          </a:p>
        </p:txBody>
      </p:sp>
      <p:sp>
        <p:nvSpPr>
          <p:cNvPr id="5" name="Footer Placeholder 4">
            <a:extLst>
              <a:ext uri="{FF2B5EF4-FFF2-40B4-BE49-F238E27FC236}">
                <a16:creationId xmlns:a16="http://schemas.microsoft.com/office/drawing/2014/main" id="{D63AC54C-331A-10FD-BB0A-6777921F92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E5ADFE-9526-9646-C675-B9051C31D80C}"/>
              </a:ext>
            </a:extLst>
          </p:cNvPr>
          <p:cNvSpPr>
            <a:spLocks noGrp="1"/>
          </p:cNvSpPr>
          <p:nvPr>
            <p:ph type="sldNum" sz="quarter" idx="12"/>
          </p:nvPr>
        </p:nvSpPr>
        <p:spPr/>
        <p:txBody>
          <a:bodyPr/>
          <a:lstStyle/>
          <a:p>
            <a:fld id="{C59C76B1-BFD4-43C9-8589-B37249ED10E0}" type="slidenum">
              <a:rPr lang="en-IN" smtClean="0"/>
              <a:t>‹#›</a:t>
            </a:fld>
            <a:endParaRPr lang="en-IN"/>
          </a:p>
        </p:txBody>
      </p:sp>
    </p:spTree>
    <p:extLst>
      <p:ext uri="{BB962C8B-B14F-4D97-AF65-F5344CB8AC3E}">
        <p14:creationId xmlns:p14="http://schemas.microsoft.com/office/powerpoint/2010/main" val="1639571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9DC629-2E38-78DD-F2CD-1D5295DFB3D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6B3214-5BC3-ADD7-FE92-BFD9F33BB25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D3A2F8-D8A6-AFD2-76F8-4A3207600BB1}"/>
              </a:ext>
            </a:extLst>
          </p:cNvPr>
          <p:cNvSpPr>
            <a:spLocks noGrp="1"/>
          </p:cNvSpPr>
          <p:nvPr>
            <p:ph type="dt" sz="half" idx="10"/>
          </p:nvPr>
        </p:nvSpPr>
        <p:spPr/>
        <p:txBody>
          <a:bodyPr/>
          <a:lstStyle/>
          <a:p>
            <a:fld id="{AA0B1303-42DE-40D7-A0A8-8486A103FD28}" type="datetimeFigureOut">
              <a:rPr lang="en-IN" smtClean="0"/>
              <a:t>08-09-2025</a:t>
            </a:fld>
            <a:endParaRPr lang="en-IN"/>
          </a:p>
        </p:txBody>
      </p:sp>
      <p:sp>
        <p:nvSpPr>
          <p:cNvPr id="5" name="Footer Placeholder 4">
            <a:extLst>
              <a:ext uri="{FF2B5EF4-FFF2-40B4-BE49-F238E27FC236}">
                <a16:creationId xmlns:a16="http://schemas.microsoft.com/office/drawing/2014/main" id="{275CB310-64B9-69CB-2C26-B8053D590A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A14DB4-7733-91A3-2862-5BC662CE0391}"/>
              </a:ext>
            </a:extLst>
          </p:cNvPr>
          <p:cNvSpPr>
            <a:spLocks noGrp="1"/>
          </p:cNvSpPr>
          <p:nvPr>
            <p:ph type="sldNum" sz="quarter" idx="12"/>
          </p:nvPr>
        </p:nvSpPr>
        <p:spPr/>
        <p:txBody>
          <a:bodyPr/>
          <a:lstStyle/>
          <a:p>
            <a:fld id="{C59C76B1-BFD4-43C9-8589-B37249ED10E0}" type="slidenum">
              <a:rPr lang="en-IN" smtClean="0"/>
              <a:t>‹#›</a:t>
            </a:fld>
            <a:endParaRPr lang="en-IN"/>
          </a:p>
        </p:txBody>
      </p:sp>
    </p:spTree>
    <p:extLst>
      <p:ext uri="{BB962C8B-B14F-4D97-AF65-F5344CB8AC3E}">
        <p14:creationId xmlns:p14="http://schemas.microsoft.com/office/powerpoint/2010/main" val="776165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91A720-FE75-F703-8644-1841CE4DFC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1722410-6604-0D5B-AB51-0365ADAADE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31A904-AE7F-2A12-988D-F840303765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0B1303-42DE-40D7-A0A8-8486A103FD28}" type="datetimeFigureOut">
              <a:rPr lang="en-IN" smtClean="0"/>
              <a:t>08-09-2025</a:t>
            </a:fld>
            <a:endParaRPr lang="en-IN"/>
          </a:p>
        </p:txBody>
      </p:sp>
      <p:sp>
        <p:nvSpPr>
          <p:cNvPr id="5" name="Footer Placeholder 4">
            <a:extLst>
              <a:ext uri="{FF2B5EF4-FFF2-40B4-BE49-F238E27FC236}">
                <a16:creationId xmlns:a16="http://schemas.microsoft.com/office/drawing/2014/main" id="{96B32899-C74F-4473-25A2-DC7970499E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0A40114-F7EF-7DE1-B8DE-009A1B4392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9C76B1-BFD4-43C9-8589-B37249ED10E0}" type="slidenum">
              <a:rPr lang="en-IN" smtClean="0"/>
              <a:t>‹#›</a:t>
            </a:fld>
            <a:endParaRPr lang="en-IN"/>
          </a:p>
        </p:txBody>
      </p:sp>
    </p:spTree>
    <p:extLst>
      <p:ext uri="{BB962C8B-B14F-4D97-AF65-F5344CB8AC3E}">
        <p14:creationId xmlns:p14="http://schemas.microsoft.com/office/powerpoint/2010/main" val="2521339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hyperlink" Target="https://www.youtube.com/watch?v=WAWAQQuyWCc" TargetMode="Externa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7yDmGnA8Hw0&amp;list=PLJicmE8fK0EiFRt1Hm5a_7SJFaikIFW30&amp;index=2"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hyperlink" Target="https://www.youtube.com/watch?v=PQ4PxIO-aq0" TargetMode="Externa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60.emf"/></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C0C68D5-FC4E-A035-60C0-A3651230D0E8}"/>
              </a:ext>
            </a:extLst>
          </p:cNvPr>
          <p:cNvSpPr>
            <a:spLocks noGrp="1"/>
          </p:cNvSpPr>
          <p:nvPr>
            <p:ph type="title"/>
          </p:nvPr>
        </p:nvSpPr>
        <p:spPr>
          <a:xfrm>
            <a:off x="2764277" y="2446844"/>
            <a:ext cx="6807741" cy="1325563"/>
          </a:xfrm>
        </p:spPr>
        <p:txBody>
          <a:bodyPr/>
          <a:lstStyle/>
          <a:p>
            <a:r>
              <a:rPr lang="en-IN" dirty="0"/>
              <a:t>3. Programs and Algorithms </a:t>
            </a:r>
          </a:p>
        </p:txBody>
      </p:sp>
      <p:sp>
        <p:nvSpPr>
          <p:cNvPr id="5" name="Slide Number Placeholder 4">
            <a:extLst>
              <a:ext uri="{FF2B5EF4-FFF2-40B4-BE49-F238E27FC236}">
                <a16:creationId xmlns:a16="http://schemas.microsoft.com/office/drawing/2014/main" id="{FEDFB4B2-7F12-55F1-1D5E-8100BF4293BF}"/>
              </a:ext>
            </a:extLst>
          </p:cNvPr>
          <p:cNvSpPr>
            <a:spLocks noGrp="1"/>
          </p:cNvSpPr>
          <p:nvPr>
            <p:ph type="sldNum" sz="quarter" idx="12"/>
          </p:nvPr>
        </p:nvSpPr>
        <p:spPr/>
        <p:txBody>
          <a:bodyPr/>
          <a:lstStyle/>
          <a:p>
            <a:fld id="{0FE7F50B-1018-4C2F-B10B-1000C662F82E}" type="slidenum">
              <a:rPr lang="en-GB" smtClean="0"/>
              <a:t>1</a:t>
            </a:fld>
            <a:endParaRPr lang="en-GB"/>
          </a:p>
        </p:txBody>
      </p:sp>
    </p:spTree>
    <p:extLst>
      <p:ext uri="{BB962C8B-B14F-4D97-AF65-F5344CB8AC3E}">
        <p14:creationId xmlns:p14="http://schemas.microsoft.com/office/powerpoint/2010/main" val="1491928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99469" cy="1325563"/>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Programs and Algorithms</a:t>
            </a:r>
            <a:endParaRPr lang="en-GB" dirty="0"/>
          </a:p>
        </p:txBody>
      </p:sp>
      <p:graphicFrame>
        <p:nvGraphicFramePr>
          <p:cNvPr id="8" name="Diagram 7"/>
          <p:cNvGraphicFramePr/>
          <p:nvPr/>
        </p:nvGraphicFramePr>
        <p:xfrm>
          <a:off x="838200" y="2016408"/>
          <a:ext cx="10625919" cy="4108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76B24197-8322-083B-1F46-1938716E46BB}"/>
              </a:ext>
            </a:extLst>
          </p:cNvPr>
          <p:cNvSpPr>
            <a:spLocks noGrp="1"/>
          </p:cNvSpPr>
          <p:nvPr>
            <p:ph type="sldNum" sz="quarter" idx="12"/>
          </p:nvPr>
        </p:nvSpPr>
        <p:spPr/>
        <p:txBody>
          <a:bodyPr/>
          <a:lstStyle/>
          <a:p>
            <a:fld id="{0FE7F50B-1018-4C2F-B10B-1000C662F82E}" type="slidenum">
              <a:rPr lang="en-GB" smtClean="0"/>
              <a:t>2</a:t>
            </a:fld>
            <a:endParaRPr lang="en-GB"/>
          </a:p>
        </p:txBody>
      </p:sp>
    </p:spTree>
    <p:extLst>
      <p:ext uri="{BB962C8B-B14F-4D97-AF65-F5344CB8AC3E}">
        <p14:creationId xmlns:p14="http://schemas.microsoft.com/office/powerpoint/2010/main" val="2403823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457" y="424542"/>
            <a:ext cx="10646229" cy="5988505"/>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78F4DC9F-F3DE-78F1-01CF-D802FB1EF7CF}"/>
              </a:ext>
            </a:extLst>
          </p:cNvPr>
          <p:cNvSpPr>
            <a:spLocks noGrp="1"/>
          </p:cNvSpPr>
          <p:nvPr>
            <p:ph type="sldNum" sz="quarter" idx="12"/>
          </p:nvPr>
        </p:nvSpPr>
        <p:spPr/>
        <p:txBody>
          <a:bodyPr/>
          <a:lstStyle/>
          <a:p>
            <a:fld id="{0FE7F50B-1018-4C2F-B10B-1000C662F82E}" type="slidenum">
              <a:rPr lang="en-GB" smtClean="0"/>
              <a:t>3</a:t>
            </a:fld>
            <a:endParaRPr lang="en-GB"/>
          </a:p>
        </p:txBody>
      </p:sp>
    </p:spTree>
    <p:extLst>
      <p:ext uri="{BB962C8B-B14F-4D97-AF65-F5344CB8AC3E}">
        <p14:creationId xmlns:p14="http://schemas.microsoft.com/office/powerpoint/2010/main" val="3435132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9912531" cy="685462"/>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normAutofit fontScale="90000"/>
          </a:bodyPr>
          <a:lstStyle/>
          <a:p>
            <a:r>
              <a:rPr lang="en-US" dirty="0"/>
              <a:t>Problem 1</a:t>
            </a:r>
            <a:endParaRPr lang="en-GB" dirty="0"/>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ounded Rectangle 5"/>
          <p:cNvSpPr/>
          <p:nvPr/>
        </p:nvSpPr>
        <p:spPr>
          <a:xfrm>
            <a:off x="5827594" y="5868537"/>
            <a:ext cx="5526206" cy="532263"/>
          </a:xfrm>
          <a:prstGeom prst="round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r>
              <a:rPr lang="en-GB" dirty="0">
                <a:hlinkClick r:id="rId7"/>
              </a:rPr>
              <a:t>https://www.youtube.com/watch?v=WAWAQQuyWCc</a:t>
            </a:r>
            <a:endParaRPr lang="en-GB" dirty="0"/>
          </a:p>
        </p:txBody>
      </p:sp>
      <p:sp>
        <p:nvSpPr>
          <p:cNvPr id="3" name="Slide Number Placeholder 2">
            <a:extLst>
              <a:ext uri="{FF2B5EF4-FFF2-40B4-BE49-F238E27FC236}">
                <a16:creationId xmlns:a16="http://schemas.microsoft.com/office/drawing/2014/main" id="{F7AD3C67-E3DA-C91F-3527-7D0CFE7ADC50}"/>
              </a:ext>
            </a:extLst>
          </p:cNvPr>
          <p:cNvSpPr>
            <a:spLocks noGrp="1"/>
          </p:cNvSpPr>
          <p:nvPr>
            <p:ph type="sldNum" sz="quarter" idx="12"/>
          </p:nvPr>
        </p:nvSpPr>
        <p:spPr/>
        <p:txBody>
          <a:bodyPr/>
          <a:lstStyle/>
          <a:p>
            <a:fld id="{0FE7F50B-1018-4C2F-B10B-1000C662F82E}" type="slidenum">
              <a:rPr lang="en-GB" smtClean="0"/>
              <a:t>4</a:t>
            </a:fld>
            <a:endParaRPr lang="en-GB"/>
          </a:p>
        </p:txBody>
      </p:sp>
    </p:spTree>
    <p:extLst>
      <p:ext uri="{BB962C8B-B14F-4D97-AF65-F5344CB8AC3E}">
        <p14:creationId xmlns:p14="http://schemas.microsoft.com/office/powerpoint/2010/main" val="2419438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99469" cy="1325563"/>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Solution – 1 </a:t>
            </a:r>
            <a:endParaRPr lang="en-GB" dirty="0"/>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B4678232-5F4C-FDD3-2CBA-F6B7D734CC67}"/>
              </a:ext>
            </a:extLst>
          </p:cNvPr>
          <p:cNvSpPr>
            <a:spLocks noGrp="1"/>
          </p:cNvSpPr>
          <p:nvPr>
            <p:ph type="sldNum" sz="quarter" idx="12"/>
          </p:nvPr>
        </p:nvSpPr>
        <p:spPr/>
        <p:txBody>
          <a:bodyPr/>
          <a:lstStyle/>
          <a:p>
            <a:fld id="{0FE7F50B-1018-4C2F-B10B-1000C662F82E}" type="slidenum">
              <a:rPr lang="en-GB" smtClean="0"/>
              <a:t>5</a:t>
            </a:fld>
            <a:endParaRPr lang="en-GB"/>
          </a:p>
        </p:txBody>
      </p:sp>
    </p:spTree>
    <p:extLst>
      <p:ext uri="{BB962C8B-B14F-4D97-AF65-F5344CB8AC3E}">
        <p14:creationId xmlns:p14="http://schemas.microsoft.com/office/powerpoint/2010/main" val="42721667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maxresdefault.jpg (1280×7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7179" y="620546"/>
            <a:ext cx="10057641" cy="565742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74856" y="6412907"/>
            <a:ext cx="10996509" cy="369332"/>
          </a:xfrm>
          <a:prstGeom prst="rect">
            <a:avLst/>
          </a:prstGeom>
        </p:spPr>
        <p:txBody>
          <a:bodyPr wrap="square">
            <a:spAutoFit/>
          </a:bodyPr>
          <a:lstStyle/>
          <a:p>
            <a:r>
              <a:rPr lang="en-GB" dirty="0">
                <a:hlinkClick r:id="rId3"/>
              </a:rPr>
              <a:t>https://www.youtube.com/watch?v=7yDmGnA8Hw0&amp;list=PLJicmE8fK0EiFRt1Hm5a_7SJFaikIFW30&amp;index=2</a:t>
            </a:r>
            <a:endParaRPr lang="en-GB" dirty="0"/>
          </a:p>
        </p:txBody>
      </p:sp>
      <p:sp>
        <p:nvSpPr>
          <p:cNvPr id="4" name="Slide Number Placeholder 3">
            <a:extLst>
              <a:ext uri="{FF2B5EF4-FFF2-40B4-BE49-F238E27FC236}">
                <a16:creationId xmlns:a16="http://schemas.microsoft.com/office/drawing/2014/main" id="{BB4CCBFF-7602-FE80-F352-F8D9FCA58098}"/>
              </a:ext>
            </a:extLst>
          </p:cNvPr>
          <p:cNvSpPr>
            <a:spLocks noGrp="1"/>
          </p:cNvSpPr>
          <p:nvPr>
            <p:ph type="sldNum" sz="quarter" idx="12"/>
          </p:nvPr>
        </p:nvSpPr>
        <p:spPr/>
        <p:txBody>
          <a:bodyPr/>
          <a:lstStyle/>
          <a:p>
            <a:fld id="{0FE7F50B-1018-4C2F-B10B-1000C662F82E}" type="slidenum">
              <a:rPr lang="en-GB" smtClean="0"/>
              <a:t>6</a:t>
            </a:fld>
            <a:endParaRPr lang="en-GB"/>
          </a:p>
        </p:txBody>
      </p:sp>
    </p:spTree>
    <p:extLst>
      <p:ext uri="{BB962C8B-B14F-4D97-AF65-F5344CB8AC3E}">
        <p14:creationId xmlns:p14="http://schemas.microsoft.com/office/powerpoint/2010/main" val="2249763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99469" cy="1325563"/>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Problem - 2</a:t>
            </a:r>
            <a:endParaRPr lang="en-GB" dirty="0"/>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p:cNvSpPr/>
          <p:nvPr/>
        </p:nvSpPr>
        <p:spPr>
          <a:xfrm>
            <a:off x="6453291" y="6311900"/>
            <a:ext cx="4900509" cy="369332"/>
          </a:xfrm>
          <a:prstGeom prst="rect">
            <a:avLst/>
          </a:prstGeom>
        </p:spPr>
        <p:style>
          <a:lnRef idx="2">
            <a:schemeClr val="accent2"/>
          </a:lnRef>
          <a:fillRef idx="1">
            <a:schemeClr val="lt1"/>
          </a:fillRef>
          <a:effectRef idx="0">
            <a:schemeClr val="accent2"/>
          </a:effectRef>
          <a:fontRef idx="minor">
            <a:schemeClr val="dk1"/>
          </a:fontRef>
        </p:style>
        <p:txBody>
          <a:bodyPr wrap="none">
            <a:spAutoFit/>
          </a:bodyPr>
          <a:lstStyle/>
          <a:p>
            <a:r>
              <a:rPr lang="en-GB" dirty="0">
                <a:hlinkClick r:id="rId7"/>
              </a:rPr>
              <a:t>https://www.youtube.com/watch?v=PQ4PxIO-aq0</a:t>
            </a:r>
            <a:endParaRPr lang="en-GB" dirty="0"/>
          </a:p>
        </p:txBody>
      </p:sp>
      <p:sp>
        <p:nvSpPr>
          <p:cNvPr id="7" name="Slide Number Placeholder 6">
            <a:extLst>
              <a:ext uri="{FF2B5EF4-FFF2-40B4-BE49-F238E27FC236}">
                <a16:creationId xmlns:a16="http://schemas.microsoft.com/office/drawing/2014/main" id="{727FE187-5EDE-37DA-DFEB-04EBA04B283F}"/>
              </a:ext>
            </a:extLst>
          </p:cNvPr>
          <p:cNvSpPr>
            <a:spLocks noGrp="1"/>
          </p:cNvSpPr>
          <p:nvPr>
            <p:ph type="sldNum" sz="quarter" idx="12"/>
          </p:nvPr>
        </p:nvSpPr>
        <p:spPr/>
        <p:txBody>
          <a:bodyPr/>
          <a:lstStyle/>
          <a:p>
            <a:fld id="{0FE7F50B-1018-4C2F-B10B-1000C662F82E}" type="slidenum">
              <a:rPr lang="en-GB" smtClean="0"/>
              <a:t>7</a:t>
            </a:fld>
            <a:endParaRPr lang="en-GB"/>
          </a:p>
        </p:txBody>
      </p:sp>
    </p:spTree>
    <p:extLst>
      <p:ext uri="{BB962C8B-B14F-4D97-AF65-F5344CB8AC3E}">
        <p14:creationId xmlns:p14="http://schemas.microsoft.com/office/powerpoint/2010/main" val="1838458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899469" cy="1325563"/>
          </a:xfr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a:lstStyle/>
          <a:p>
            <a:r>
              <a:rPr lang="en-US" dirty="0"/>
              <a:t>Solution - 2</a:t>
            </a:r>
            <a:endParaRPr lang="en-GB" dirty="0"/>
          </a:p>
        </p:txBody>
      </p:sp>
      <p:graphicFrame>
        <p:nvGraphicFramePr>
          <p:cNvPr id="4" name="Content Placeholder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1E0B1B4F-315E-2D7E-529A-48CBFAD1F455}"/>
              </a:ext>
            </a:extLst>
          </p:cNvPr>
          <p:cNvSpPr>
            <a:spLocks noGrp="1"/>
          </p:cNvSpPr>
          <p:nvPr>
            <p:ph type="sldNum" sz="quarter" idx="12"/>
          </p:nvPr>
        </p:nvSpPr>
        <p:spPr/>
        <p:txBody>
          <a:bodyPr/>
          <a:lstStyle/>
          <a:p>
            <a:fld id="{0FE7F50B-1018-4C2F-B10B-1000C662F82E}" type="slidenum">
              <a:rPr lang="en-GB" smtClean="0"/>
              <a:t>8</a:t>
            </a:fld>
            <a:endParaRPr lang="en-GB"/>
          </a:p>
        </p:txBody>
      </p:sp>
    </p:spTree>
    <p:extLst>
      <p:ext uri="{BB962C8B-B14F-4D97-AF65-F5344CB8AC3E}">
        <p14:creationId xmlns:p14="http://schemas.microsoft.com/office/powerpoint/2010/main" val="2370188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3"/>
          <a:stretch>
            <a:fillRect/>
          </a:stretch>
        </p:blipFill>
        <p:spPr>
          <a:xfrm>
            <a:off x="4558937" y="2939143"/>
            <a:ext cx="6173061" cy="2905530"/>
          </a:xfrm>
          <a:prstGeom prst="rect">
            <a:avLst/>
          </a:prstGeom>
        </p:spPr>
      </p:pic>
      <p:sp>
        <p:nvSpPr>
          <p:cNvPr id="3" name="Text Placeholder 2"/>
          <p:cNvSpPr>
            <a:spLocks noGrp="1"/>
          </p:cNvSpPr>
          <p:nvPr>
            <p:ph type="body" idx="1"/>
          </p:nvPr>
        </p:nvSpPr>
        <p:spPr/>
        <p:txBody>
          <a:bodyPr/>
          <a:lstStyle/>
          <a:p>
            <a:endParaRPr lang="en-US" dirty="0"/>
          </a:p>
        </p:txBody>
      </p:sp>
      <p:sp>
        <p:nvSpPr>
          <p:cNvPr id="308" name="Shape 308"/>
          <p:cNvSpPr txBox="1">
            <a:spLocks noGrp="1"/>
          </p:cNvSpPr>
          <p:nvPr>
            <p:ph type="sldNum" idx="12"/>
          </p:nvPr>
        </p:nvSpPr>
        <p:spPr>
          <a:prstGeom prst="rect">
            <a:avLst/>
          </a:prstGeom>
        </p:spPr>
        <p:txBody>
          <a:bodyPr vert="horz" lIns="91425" tIns="91425" rIns="91425" bIns="91425" rtlCol="0" anchor="ctr" anchorCtr="0">
            <a:noAutofit/>
          </a:bodyPr>
          <a:lstStyle/>
          <a:p>
            <a:fld id="{00000000-1234-1234-1234-123412341234}" type="slidenum">
              <a:rPr lang="en-US"/>
              <a:pPr/>
              <a:t>9</a:t>
            </a:fld>
            <a:endParaRPr lang="en-US"/>
          </a:p>
        </p:txBody>
      </p:sp>
      <p:pic>
        <p:nvPicPr>
          <p:cNvPr id="309" name="Shape 309" descr="Image result for algorithm logo"/>
          <p:cNvPicPr preferRelativeResize="0"/>
          <p:nvPr/>
        </p:nvPicPr>
        <p:blipFill>
          <a:blip r:embed="rId4">
            <a:alphaModFix/>
          </a:blip>
          <a:stretch>
            <a:fillRect/>
          </a:stretch>
        </p:blipFill>
        <p:spPr>
          <a:xfrm>
            <a:off x="7533" y="0"/>
            <a:ext cx="4823575" cy="4759249"/>
          </a:xfrm>
          <a:prstGeom prst="rect">
            <a:avLst/>
          </a:prstGeom>
          <a:noFill/>
          <a:ln>
            <a:noFill/>
          </a:ln>
        </p:spPr>
      </p:pic>
    </p:spTree>
    <p:extLst>
      <p:ext uri="{BB962C8B-B14F-4D97-AF65-F5344CB8AC3E}">
        <p14:creationId xmlns:p14="http://schemas.microsoft.com/office/powerpoint/2010/main" val="3766175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718BC-944E-156B-C5E1-3B328EF6A8A6}"/>
              </a:ext>
            </a:extLst>
          </p:cNvPr>
          <p:cNvSpPr>
            <a:spLocks noGrp="1"/>
          </p:cNvSpPr>
          <p:nvPr>
            <p:ph type="title"/>
          </p:nvPr>
        </p:nvSpPr>
        <p:spPr>
          <a:xfrm>
            <a:off x="2764277" y="2446844"/>
            <a:ext cx="6807741" cy="1325563"/>
          </a:xfrm>
        </p:spPr>
        <p:txBody>
          <a:bodyPr/>
          <a:lstStyle/>
          <a:p>
            <a:pPr algn="ctr"/>
            <a:r>
              <a:rPr lang="en-IN" dirty="0"/>
              <a:t>5. Algorithms </a:t>
            </a:r>
          </a:p>
        </p:txBody>
      </p:sp>
      <p:sp>
        <p:nvSpPr>
          <p:cNvPr id="3" name="Slide Number Placeholder 2">
            <a:extLst>
              <a:ext uri="{FF2B5EF4-FFF2-40B4-BE49-F238E27FC236}">
                <a16:creationId xmlns:a16="http://schemas.microsoft.com/office/drawing/2014/main" id="{CB157706-16CC-C58B-48BE-FD65037E351F}"/>
              </a:ext>
            </a:extLst>
          </p:cNvPr>
          <p:cNvSpPr>
            <a:spLocks noGrp="1"/>
          </p:cNvSpPr>
          <p:nvPr>
            <p:ph type="sldNum" sz="quarter" idx="12"/>
          </p:nvPr>
        </p:nvSpPr>
        <p:spPr/>
        <p:txBody>
          <a:bodyPr/>
          <a:lstStyle/>
          <a:p>
            <a:fld id="{0FE7F50B-1018-4C2F-B10B-1000C662F82E}" type="slidenum">
              <a:rPr lang="en-GB" smtClean="0"/>
              <a:t>10</a:t>
            </a:fld>
            <a:endParaRPr lang="en-GB"/>
          </a:p>
        </p:txBody>
      </p:sp>
    </p:spTree>
    <p:extLst>
      <p:ext uri="{BB962C8B-B14F-4D97-AF65-F5344CB8AC3E}">
        <p14:creationId xmlns:p14="http://schemas.microsoft.com/office/powerpoint/2010/main" val="2388567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Algorithm – Introduction </a:t>
            </a:r>
            <a:endParaRPr lang="en-IN" b="1" dirty="0"/>
          </a:p>
        </p:txBody>
      </p:sp>
      <p:sp>
        <p:nvSpPr>
          <p:cNvPr id="3" name="Content Placeholder 2"/>
          <p:cNvSpPr>
            <a:spLocks noGrp="1"/>
          </p:cNvSpPr>
          <p:nvPr>
            <p:ph idx="1"/>
          </p:nvPr>
        </p:nvSpPr>
        <p:spPr>
          <a:xfrm>
            <a:off x="838200" y="1532964"/>
            <a:ext cx="10515600" cy="4410635"/>
          </a:xfrm>
        </p:spPr>
        <p:txBody>
          <a:bodyPr>
            <a:normAutofit fontScale="92500" lnSpcReduction="10000"/>
          </a:bodyPr>
          <a:lstStyle/>
          <a:p>
            <a:r>
              <a:rPr lang="en-US" dirty="0"/>
              <a:t>An algorithm describes the step by step action to solve a problem. </a:t>
            </a:r>
          </a:p>
          <a:p>
            <a:r>
              <a:rPr lang="en-US" dirty="0"/>
              <a:t>An algorithm has a well defined sequence of steps, it gives you an output, and it will eventually terminate.</a:t>
            </a:r>
          </a:p>
          <a:p>
            <a:r>
              <a:rPr lang="en-US" dirty="0"/>
              <a:t>An algorithm is a self-contained step-by-step set of operations to be performed to solve a specific problem or a class of problems. </a:t>
            </a:r>
          </a:p>
          <a:p>
            <a:r>
              <a:rPr lang="en-US" dirty="0"/>
              <a:t>It finds a relationship between Input and Output.</a:t>
            </a:r>
          </a:p>
          <a:p>
            <a:r>
              <a:rPr lang="en-US" dirty="0"/>
              <a:t>Algorithm is for Computational Problem.</a:t>
            </a:r>
          </a:p>
          <a:p>
            <a:r>
              <a:rPr lang="en-US" dirty="0"/>
              <a:t>Algorithm is independent of programming language </a:t>
            </a:r>
          </a:p>
          <a:p>
            <a:r>
              <a:rPr lang="en-IN" dirty="0"/>
              <a:t>Father of Algorithm : 9th-century mathematician </a:t>
            </a:r>
            <a:r>
              <a:rPr lang="en-IN" b="1" dirty="0"/>
              <a:t>Muḥammad ibn Mūsā al-</a:t>
            </a:r>
            <a:r>
              <a:rPr lang="en-IN" b="1" dirty="0" err="1"/>
              <a:t>Khwārizmī</a:t>
            </a:r>
            <a:r>
              <a:rPr lang="en-IN" b="1" dirty="0"/>
              <a:t> </a:t>
            </a:r>
            <a:endParaRPr lang="en-IN" dirty="0"/>
          </a:p>
        </p:txBody>
      </p:sp>
      <p:sp>
        <p:nvSpPr>
          <p:cNvPr id="4" name="Slide Number Placeholder 3">
            <a:extLst>
              <a:ext uri="{FF2B5EF4-FFF2-40B4-BE49-F238E27FC236}">
                <a16:creationId xmlns:a16="http://schemas.microsoft.com/office/drawing/2014/main" id="{92356C38-77C1-CE09-F424-99E42DA7D8B4}"/>
              </a:ext>
            </a:extLst>
          </p:cNvPr>
          <p:cNvSpPr>
            <a:spLocks noGrp="1"/>
          </p:cNvSpPr>
          <p:nvPr>
            <p:ph type="sldNum" sz="quarter" idx="12"/>
          </p:nvPr>
        </p:nvSpPr>
        <p:spPr/>
        <p:txBody>
          <a:bodyPr/>
          <a:lstStyle/>
          <a:p>
            <a:fld id="{0FE7F50B-1018-4C2F-B10B-1000C662F82E}" type="slidenum">
              <a:rPr lang="en-GB" smtClean="0"/>
              <a:t>11</a:t>
            </a:fld>
            <a:endParaRPr lang="en-GB"/>
          </a:p>
        </p:txBody>
      </p:sp>
    </p:spTree>
    <p:extLst>
      <p:ext uri="{BB962C8B-B14F-4D97-AF65-F5344CB8AC3E}">
        <p14:creationId xmlns:p14="http://schemas.microsoft.com/office/powerpoint/2010/main" val="3625425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Properties of an Algorithm </a:t>
            </a:r>
            <a:endParaRPr lang="en-IN" b="1" dirty="0"/>
          </a:p>
        </p:txBody>
      </p:sp>
      <p:sp>
        <p:nvSpPr>
          <p:cNvPr id="3" name="Content Placeholder 2"/>
          <p:cNvSpPr>
            <a:spLocks noGrp="1"/>
          </p:cNvSpPr>
          <p:nvPr>
            <p:ph idx="1"/>
          </p:nvPr>
        </p:nvSpPr>
        <p:spPr/>
        <p:txBody>
          <a:bodyPr>
            <a:normAutofit fontScale="92500" lnSpcReduction="20000"/>
          </a:bodyPr>
          <a:lstStyle/>
          <a:p>
            <a:r>
              <a:rPr lang="en-US" dirty="0"/>
              <a:t>Finiteness. An algorithm must always terminate after a finite number of steps.</a:t>
            </a:r>
          </a:p>
          <a:p>
            <a:r>
              <a:rPr lang="en-US" dirty="0"/>
              <a:t>Definiteness. Each step of an algorithm must be precisely defined; the actions to be carried out must be rigorously and unambiguously specified for each case.</a:t>
            </a:r>
          </a:p>
          <a:p>
            <a:r>
              <a:rPr lang="en-US" dirty="0"/>
              <a:t>Input. An algorithm has zero or more inputs, </a:t>
            </a:r>
            <a:r>
              <a:rPr lang="en-US" dirty="0" err="1"/>
              <a:t>i.e</a:t>
            </a:r>
            <a:r>
              <a:rPr lang="en-US" dirty="0"/>
              <a:t>, quantities which are given to it initially before the algorithm begins.</a:t>
            </a:r>
          </a:p>
          <a:p>
            <a:r>
              <a:rPr lang="en-US" dirty="0"/>
              <a:t>Output. An algorithm has one or more outputs </a:t>
            </a:r>
            <a:r>
              <a:rPr lang="en-US" dirty="0" err="1"/>
              <a:t>i.e</a:t>
            </a:r>
            <a:r>
              <a:rPr lang="en-US" dirty="0"/>
              <a:t>, quantities which have a specified relation to the inputs.</a:t>
            </a:r>
          </a:p>
          <a:p>
            <a:r>
              <a:rPr lang="en-US" dirty="0"/>
              <a:t>Effectiveness. An algorithm is also generally expected to be effective. This means that all of the operations to be performed in the algorithm must be sufficiently basic that they can in principle be done exactly and in a finite length of time.</a:t>
            </a:r>
          </a:p>
          <a:p>
            <a:endParaRPr lang="en-IN" dirty="0"/>
          </a:p>
        </p:txBody>
      </p:sp>
      <p:sp>
        <p:nvSpPr>
          <p:cNvPr id="4" name="Slide Number Placeholder 3">
            <a:extLst>
              <a:ext uri="{FF2B5EF4-FFF2-40B4-BE49-F238E27FC236}">
                <a16:creationId xmlns:a16="http://schemas.microsoft.com/office/drawing/2014/main" id="{6BE083D2-8AFA-E899-E55E-7B657209BB4A}"/>
              </a:ext>
            </a:extLst>
          </p:cNvPr>
          <p:cNvSpPr>
            <a:spLocks noGrp="1"/>
          </p:cNvSpPr>
          <p:nvPr>
            <p:ph type="sldNum" sz="quarter" idx="12"/>
          </p:nvPr>
        </p:nvSpPr>
        <p:spPr/>
        <p:txBody>
          <a:bodyPr/>
          <a:lstStyle/>
          <a:p>
            <a:fld id="{0FE7F50B-1018-4C2F-B10B-1000C662F82E}" type="slidenum">
              <a:rPr lang="en-GB" smtClean="0"/>
              <a:t>12</a:t>
            </a:fld>
            <a:endParaRPr lang="en-GB"/>
          </a:p>
        </p:txBody>
      </p:sp>
    </p:spTree>
    <p:extLst>
      <p:ext uri="{BB962C8B-B14F-4D97-AF65-F5344CB8AC3E}">
        <p14:creationId xmlns:p14="http://schemas.microsoft.com/office/powerpoint/2010/main" val="2499910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Complexity of Algorithm </a:t>
            </a:r>
            <a:endParaRPr lang="en-IN" b="1" dirty="0"/>
          </a:p>
        </p:txBody>
      </p:sp>
      <p:sp>
        <p:nvSpPr>
          <p:cNvPr id="3" name="Content Placeholder 2"/>
          <p:cNvSpPr>
            <a:spLocks noGrp="1"/>
          </p:cNvSpPr>
          <p:nvPr>
            <p:ph idx="1"/>
          </p:nvPr>
        </p:nvSpPr>
        <p:spPr/>
        <p:txBody>
          <a:bodyPr/>
          <a:lstStyle/>
          <a:p>
            <a:r>
              <a:rPr lang="en-US" dirty="0"/>
              <a:t>1. Time Complexity: Running time of the program as a function of the size of input</a:t>
            </a:r>
          </a:p>
          <a:p>
            <a:r>
              <a:rPr lang="en-US" dirty="0"/>
              <a:t>2.  Space Complexity: Amount of computer memory required during the program execution, as a function of the input size.</a:t>
            </a:r>
          </a:p>
          <a:p>
            <a:endParaRPr lang="en-IN" dirty="0"/>
          </a:p>
        </p:txBody>
      </p:sp>
      <p:sp>
        <p:nvSpPr>
          <p:cNvPr id="4" name="Slide Number Placeholder 3">
            <a:extLst>
              <a:ext uri="{FF2B5EF4-FFF2-40B4-BE49-F238E27FC236}">
                <a16:creationId xmlns:a16="http://schemas.microsoft.com/office/drawing/2014/main" id="{E1ADD81E-DA88-F4EF-320B-19A0E1CFD088}"/>
              </a:ext>
            </a:extLst>
          </p:cNvPr>
          <p:cNvSpPr>
            <a:spLocks noGrp="1"/>
          </p:cNvSpPr>
          <p:nvPr>
            <p:ph type="sldNum" sz="quarter" idx="12"/>
          </p:nvPr>
        </p:nvSpPr>
        <p:spPr/>
        <p:txBody>
          <a:bodyPr/>
          <a:lstStyle/>
          <a:p>
            <a:fld id="{0FE7F50B-1018-4C2F-B10B-1000C662F82E}" type="slidenum">
              <a:rPr lang="en-GB" smtClean="0"/>
              <a:t>13</a:t>
            </a:fld>
            <a:endParaRPr lang="en-GB"/>
          </a:p>
        </p:txBody>
      </p:sp>
    </p:spTree>
    <p:extLst>
      <p:ext uri="{BB962C8B-B14F-4D97-AF65-F5344CB8AC3E}">
        <p14:creationId xmlns:p14="http://schemas.microsoft.com/office/powerpoint/2010/main" val="2750373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Components and Flow of an Algorithm </a:t>
            </a:r>
            <a:endParaRPr lang="en-IN" b="1" dirty="0"/>
          </a:p>
        </p:txBody>
      </p:sp>
      <p:sp>
        <p:nvSpPr>
          <p:cNvPr id="3" name="Content Placeholder 2"/>
          <p:cNvSpPr>
            <a:spLocks noGrp="1"/>
          </p:cNvSpPr>
          <p:nvPr>
            <p:ph idx="1"/>
          </p:nvPr>
        </p:nvSpPr>
        <p:spPr>
          <a:xfrm>
            <a:off x="838200" y="1825626"/>
            <a:ext cx="10515600" cy="984810"/>
          </a:xfrm>
        </p:spPr>
        <p:txBody>
          <a:bodyPr>
            <a:normAutofit lnSpcReduction="10000"/>
          </a:bodyPr>
          <a:lstStyle/>
          <a:p>
            <a:r>
              <a:rPr lang="en-US" dirty="0"/>
              <a:t>Components : Input, Output, Set of Operations(Process).</a:t>
            </a:r>
          </a:p>
          <a:p>
            <a:r>
              <a:rPr lang="en-US" dirty="0"/>
              <a:t>Flows: Sequence, Branching, Looping and Recursion.</a:t>
            </a:r>
            <a:endParaRPr lang="en-IN" dirty="0"/>
          </a:p>
        </p:txBody>
      </p:sp>
      <p:pic>
        <p:nvPicPr>
          <p:cNvPr id="5" name="Picture 4"/>
          <p:cNvPicPr>
            <a:picLocks noChangeAspect="1"/>
          </p:cNvPicPr>
          <p:nvPr/>
        </p:nvPicPr>
        <p:blipFill>
          <a:blip r:embed="rId2"/>
          <a:stretch>
            <a:fillRect/>
          </a:stretch>
        </p:blipFill>
        <p:spPr>
          <a:xfrm>
            <a:off x="1730748" y="3683934"/>
            <a:ext cx="3220136" cy="1802466"/>
          </a:xfrm>
          <a:prstGeom prst="rect">
            <a:avLst/>
          </a:prstGeom>
        </p:spPr>
      </p:pic>
      <p:pic>
        <p:nvPicPr>
          <p:cNvPr id="6" name="Picture 5"/>
          <p:cNvPicPr>
            <a:picLocks noChangeAspect="1"/>
          </p:cNvPicPr>
          <p:nvPr/>
        </p:nvPicPr>
        <p:blipFill>
          <a:blip r:embed="rId3"/>
          <a:stretch>
            <a:fillRect/>
          </a:stretch>
        </p:blipFill>
        <p:spPr>
          <a:xfrm>
            <a:off x="5965171" y="3537417"/>
            <a:ext cx="2924175" cy="2095500"/>
          </a:xfrm>
          <a:prstGeom prst="rect">
            <a:avLst/>
          </a:prstGeom>
        </p:spPr>
      </p:pic>
      <p:sp>
        <p:nvSpPr>
          <p:cNvPr id="4" name="Slide Number Placeholder 3">
            <a:extLst>
              <a:ext uri="{FF2B5EF4-FFF2-40B4-BE49-F238E27FC236}">
                <a16:creationId xmlns:a16="http://schemas.microsoft.com/office/drawing/2014/main" id="{1394EB53-89E6-D163-FE4C-3BC84CF80DA9}"/>
              </a:ext>
            </a:extLst>
          </p:cNvPr>
          <p:cNvSpPr>
            <a:spLocks noGrp="1"/>
          </p:cNvSpPr>
          <p:nvPr>
            <p:ph type="sldNum" sz="quarter" idx="12"/>
          </p:nvPr>
        </p:nvSpPr>
        <p:spPr/>
        <p:txBody>
          <a:bodyPr/>
          <a:lstStyle/>
          <a:p>
            <a:fld id="{0FE7F50B-1018-4C2F-B10B-1000C662F82E}" type="slidenum">
              <a:rPr lang="en-GB" smtClean="0"/>
              <a:t>14</a:t>
            </a:fld>
            <a:endParaRPr lang="en-GB"/>
          </a:p>
        </p:txBody>
      </p:sp>
    </p:spTree>
    <p:extLst>
      <p:ext uri="{BB962C8B-B14F-4D97-AF65-F5344CB8AC3E}">
        <p14:creationId xmlns:p14="http://schemas.microsoft.com/office/powerpoint/2010/main" val="42144375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4769"/>
          </a:xfrm>
        </p:spPr>
        <p:txBody>
          <a:bodyPr/>
          <a:lstStyle/>
          <a:p>
            <a:pPr algn="ctr"/>
            <a:r>
              <a:rPr lang="en-US" b="1" dirty="0">
                <a:solidFill>
                  <a:srgbClr val="FF0000"/>
                </a:solidFill>
              </a:rPr>
              <a:t>Activity: Search, Find &amp; Present</a:t>
            </a:r>
            <a:endParaRPr lang="en-IN" b="1" dirty="0">
              <a:solidFill>
                <a:srgbClr val="FF0000"/>
              </a:solidFill>
            </a:endParaRPr>
          </a:p>
        </p:txBody>
      </p:sp>
      <p:sp>
        <p:nvSpPr>
          <p:cNvPr id="3" name="Content Placeholder 2"/>
          <p:cNvSpPr>
            <a:spLocks noGrp="1"/>
          </p:cNvSpPr>
          <p:nvPr>
            <p:ph idx="1"/>
          </p:nvPr>
        </p:nvSpPr>
        <p:spPr>
          <a:xfrm>
            <a:off x="838200" y="1411941"/>
            <a:ext cx="10515600" cy="4765022"/>
          </a:xfrm>
        </p:spPr>
        <p:txBody>
          <a:bodyPr/>
          <a:lstStyle/>
          <a:p>
            <a:r>
              <a:rPr lang="en-US" dirty="0"/>
              <a:t>Search online to find any one algorithm to showcase the following.</a:t>
            </a:r>
          </a:p>
          <a:p>
            <a:pPr lvl="1"/>
            <a:r>
              <a:rPr lang="en-US" dirty="0"/>
              <a:t>Sequencing </a:t>
            </a:r>
          </a:p>
          <a:p>
            <a:pPr lvl="1"/>
            <a:r>
              <a:rPr lang="en-US" dirty="0"/>
              <a:t>Branching</a:t>
            </a:r>
          </a:p>
          <a:p>
            <a:pPr lvl="1"/>
            <a:r>
              <a:rPr lang="en-US" dirty="0"/>
              <a:t>Looping</a:t>
            </a:r>
          </a:p>
          <a:p>
            <a:pPr lvl="1"/>
            <a:r>
              <a:rPr lang="en-US" dirty="0"/>
              <a:t>Recursion</a:t>
            </a:r>
          </a:p>
        </p:txBody>
      </p:sp>
      <p:sp>
        <p:nvSpPr>
          <p:cNvPr id="4" name="Slide Number Placeholder 3">
            <a:extLst>
              <a:ext uri="{FF2B5EF4-FFF2-40B4-BE49-F238E27FC236}">
                <a16:creationId xmlns:a16="http://schemas.microsoft.com/office/drawing/2014/main" id="{D0A9278C-FC78-7B33-E103-CA6C8FAD400B}"/>
              </a:ext>
            </a:extLst>
          </p:cNvPr>
          <p:cNvSpPr>
            <a:spLocks noGrp="1"/>
          </p:cNvSpPr>
          <p:nvPr>
            <p:ph type="sldNum" sz="quarter" idx="12"/>
          </p:nvPr>
        </p:nvSpPr>
        <p:spPr/>
        <p:txBody>
          <a:bodyPr/>
          <a:lstStyle/>
          <a:p>
            <a:fld id="{0FE7F50B-1018-4C2F-B10B-1000C662F82E}" type="slidenum">
              <a:rPr lang="en-GB" smtClean="0"/>
              <a:t>15</a:t>
            </a:fld>
            <a:endParaRPr lang="en-GB"/>
          </a:p>
        </p:txBody>
      </p:sp>
    </p:spTree>
    <p:extLst>
      <p:ext uri="{BB962C8B-B14F-4D97-AF65-F5344CB8AC3E}">
        <p14:creationId xmlns:p14="http://schemas.microsoft.com/office/powerpoint/2010/main" val="2818558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Algorithm Vs. Pseudo Code Vs. Flowchart Vs. Program </a:t>
            </a:r>
            <a:endParaRPr lang="en-IN" b="1" dirty="0"/>
          </a:p>
        </p:txBody>
      </p:sp>
      <p:sp>
        <p:nvSpPr>
          <p:cNvPr id="4" name="Rectangle 1"/>
          <p:cNvSpPr>
            <a:spLocks noGrp="1" noChangeArrowheads="1"/>
          </p:cNvSpPr>
          <p:nvPr>
            <p:ph idx="1"/>
          </p:nvPr>
        </p:nvSpPr>
        <p:spPr bwMode="auto">
          <a:xfrm>
            <a:off x="497541" y="1658746"/>
            <a:ext cx="10999694" cy="409342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108000" marR="0" lvl="0" eaLnBrk="1" fontAlgn="base" hangingPunct="1">
              <a:lnSpc>
                <a:spcPct val="100000"/>
              </a:lnSpc>
              <a:spcBef>
                <a:spcPts val="0"/>
              </a:spcBef>
              <a:spcAft>
                <a:spcPct val="0"/>
              </a:spcAft>
              <a:buClrTx/>
              <a:buSzTx/>
              <a:tabLst/>
            </a:pPr>
            <a:r>
              <a:rPr lang="en-US" altLang="en-US" dirty="0">
                <a:latin typeface="+mn-lt"/>
              </a:rPr>
              <a:t>Algorithm</a:t>
            </a:r>
          </a:p>
          <a:p>
            <a:pPr marL="565200" lvl="1" eaLnBrk="1" hangingPunct="1">
              <a:lnSpc>
                <a:spcPct val="100000"/>
              </a:lnSpc>
              <a:spcBef>
                <a:spcPts val="0"/>
              </a:spcBef>
            </a:pPr>
            <a:r>
              <a:rPr lang="en-US" altLang="en-US" dirty="0">
                <a:latin typeface="+mn-lt"/>
              </a:rPr>
              <a:t>Set of step-by-step instructions that perform a specific task or operation</a:t>
            </a:r>
          </a:p>
          <a:p>
            <a:pPr marL="565200" lvl="1" eaLnBrk="1" hangingPunct="1">
              <a:lnSpc>
                <a:spcPct val="100000"/>
              </a:lnSpc>
              <a:spcBef>
                <a:spcPts val="0"/>
              </a:spcBef>
            </a:pPr>
            <a:r>
              <a:rPr lang="en-US" altLang="en-US" dirty="0">
                <a:latin typeface="+mn-lt"/>
              </a:rPr>
              <a:t>Natural language, NOT programming language</a:t>
            </a:r>
          </a:p>
          <a:p>
            <a:pPr marL="174625" indent="-174625" eaLnBrk="1" hangingPunct="1">
              <a:lnSpc>
                <a:spcPct val="100000"/>
              </a:lnSpc>
              <a:spcBef>
                <a:spcPts val="0"/>
              </a:spcBef>
            </a:pPr>
            <a:r>
              <a:rPr lang="en-US" altLang="en-US" dirty="0">
                <a:latin typeface="+mn-lt"/>
              </a:rPr>
              <a:t> Pseudocode</a:t>
            </a:r>
          </a:p>
          <a:p>
            <a:pPr marL="538163" lvl="1" indent="-174625" eaLnBrk="1" hangingPunct="1">
              <a:lnSpc>
                <a:spcPct val="100000"/>
              </a:lnSpc>
              <a:spcBef>
                <a:spcPts val="0"/>
              </a:spcBef>
            </a:pPr>
            <a:r>
              <a:rPr lang="en-US" altLang="en-US" dirty="0">
                <a:latin typeface="+mn-lt"/>
              </a:rPr>
              <a:t>Set of instructions that mimic programming language instructions</a:t>
            </a:r>
          </a:p>
          <a:p>
            <a:pPr marL="268288" indent="-268288" eaLnBrk="1" hangingPunct="1">
              <a:lnSpc>
                <a:spcPct val="100000"/>
              </a:lnSpc>
              <a:spcBef>
                <a:spcPts val="0"/>
              </a:spcBef>
            </a:pPr>
            <a:r>
              <a:rPr lang="en-US" altLang="en-US" dirty="0">
                <a:latin typeface="+mn-lt"/>
              </a:rPr>
              <a:t>Flowchart</a:t>
            </a:r>
          </a:p>
          <a:p>
            <a:pPr marL="725488" lvl="1" indent="-268288" eaLnBrk="1" hangingPunct="1">
              <a:lnSpc>
                <a:spcPct val="100000"/>
              </a:lnSpc>
              <a:spcBef>
                <a:spcPts val="0"/>
              </a:spcBef>
            </a:pPr>
            <a:r>
              <a:rPr lang="en-US" altLang="en-US" dirty="0">
                <a:latin typeface="+mn-lt"/>
              </a:rPr>
              <a:t>Visual program design tool</a:t>
            </a:r>
          </a:p>
          <a:p>
            <a:pPr marL="725488" lvl="1" indent="-268288" eaLnBrk="1" hangingPunct="1">
              <a:lnSpc>
                <a:spcPct val="100000"/>
              </a:lnSpc>
              <a:spcBef>
                <a:spcPts val="0"/>
              </a:spcBef>
            </a:pPr>
            <a:r>
              <a:rPr lang="en-US" altLang="en-US" dirty="0">
                <a:latin typeface="+mn-lt"/>
              </a:rPr>
              <a:t>Semantic symbols describe operations to be performed</a:t>
            </a:r>
          </a:p>
          <a:p>
            <a:pPr marL="108000" eaLnBrk="1" hangingPunct="1">
              <a:lnSpc>
                <a:spcPct val="100000"/>
              </a:lnSpc>
              <a:spcBef>
                <a:spcPts val="0"/>
              </a:spcBef>
            </a:pPr>
            <a:r>
              <a:rPr lang="en-US" altLang="en-US" dirty="0">
                <a:latin typeface="+mn-lt"/>
              </a:rPr>
              <a:t>Program </a:t>
            </a:r>
          </a:p>
          <a:p>
            <a:pPr marL="565200" lvl="1" eaLnBrk="1" hangingPunct="1">
              <a:lnSpc>
                <a:spcPct val="100000"/>
              </a:lnSpc>
              <a:spcBef>
                <a:spcPts val="0"/>
              </a:spcBef>
            </a:pPr>
            <a:r>
              <a:rPr lang="en-US" altLang="en-US" dirty="0">
                <a:latin typeface="+mn-lt"/>
              </a:rPr>
              <a:t> Implementation of Algorithm in Programming Language</a:t>
            </a:r>
          </a:p>
        </p:txBody>
      </p:sp>
      <p:sp>
        <p:nvSpPr>
          <p:cNvPr id="3" name="Slide Number Placeholder 2">
            <a:extLst>
              <a:ext uri="{FF2B5EF4-FFF2-40B4-BE49-F238E27FC236}">
                <a16:creationId xmlns:a16="http://schemas.microsoft.com/office/drawing/2014/main" id="{2144E0E9-3C49-48CC-5C97-4A1E5A81B087}"/>
              </a:ext>
            </a:extLst>
          </p:cNvPr>
          <p:cNvSpPr>
            <a:spLocks noGrp="1"/>
          </p:cNvSpPr>
          <p:nvPr>
            <p:ph type="sldNum" sz="quarter" idx="12"/>
          </p:nvPr>
        </p:nvSpPr>
        <p:spPr/>
        <p:txBody>
          <a:bodyPr/>
          <a:lstStyle/>
          <a:p>
            <a:fld id="{0FE7F50B-1018-4C2F-B10B-1000C662F82E}" type="slidenum">
              <a:rPr lang="en-GB" smtClean="0"/>
              <a:t>16</a:t>
            </a:fld>
            <a:endParaRPr lang="en-GB"/>
          </a:p>
        </p:txBody>
      </p:sp>
    </p:spTree>
    <p:extLst>
      <p:ext uri="{BB962C8B-B14F-4D97-AF65-F5344CB8AC3E}">
        <p14:creationId xmlns:p14="http://schemas.microsoft.com/office/powerpoint/2010/main" val="614091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Example : Algorithm – Linear Search </a:t>
            </a:r>
            <a:endParaRPr lang="en-IN" b="1" dirty="0"/>
          </a:p>
        </p:txBody>
      </p:sp>
      <p:sp>
        <p:nvSpPr>
          <p:cNvPr id="4" name="Rectangle 1"/>
          <p:cNvSpPr>
            <a:spLocks noGrp="1" noChangeArrowheads="1"/>
          </p:cNvSpPr>
          <p:nvPr>
            <p:ph idx="1"/>
          </p:nvPr>
        </p:nvSpPr>
        <p:spPr bwMode="auto">
          <a:xfrm>
            <a:off x="1160930" y="2666432"/>
            <a:ext cx="9887130" cy="1567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Tx/>
              <a:buAutoNum type="arabicPeriod"/>
              <a:tabLst/>
            </a:pP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Start from the leftmost element of </a:t>
            </a:r>
            <a:r>
              <a:rPr kumimoji="0" lang="en-US" altLang="en-US" sz="2400" b="0" i="0" u="none" strike="noStrike" cap="none" normalizeH="0" baseline="0" dirty="0" err="1">
                <a:ln>
                  <a:noFill/>
                </a:ln>
                <a:solidFill>
                  <a:srgbClr val="273239"/>
                </a:solidFill>
                <a:effectLst/>
                <a:latin typeface="Calibri" panose="020F0502020204030204" pitchFamily="34" charset="0"/>
                <a:cs typeface="Calibri" panose="020F0502020204030204" pitchFamily="34" charset="0"/>
              </a:rPr>
              <a:t>arr</a:t>
            </a: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 and one by one compare x with each </a:t>
            </a:r>
          </a:p>
          <a:p>
            <a:pPr marL="0" marR="0" lvl="0" indent="0" algn="l" defTabSz="914400" rtl="0" eaLnBrk="0" fontAlgn="base" latinLnBrk="0" hangingPunct="0">
              <a:lnSpc>
                <a:spcPct val="100000"/>
              </a:lnSpc>
              <a:spcBef>
                <a:spcPct val="0"/>
              </a:spcBef>
              <a:spcAft>
                <a:spcPct val="0"/>
              </a:spcAft>
              <a:buClrTx/>
              <a:buSzTx/>
              <a:buNone/>
              <a:tabLst/>
            </a:pPr>
            <a:r>
              <a:rPr lang="en-US" altLang="en-US" sz="2400" dirty="0">
                <a:solidFill>
                  <a:srgbClr val="273239"/>
                </a:solidFill>
                <a:latin typeface="Calibri" panose="020F0502020204030204" pitchFamily="34" charset="0"/>
                <a:cs typeface="Calibri" panose="020F0502020204030204" pitchFamily="34" charset="0"/>
              </a:rPr>
              <a:t>   </a:t>
            </a: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element of </a:t>
            </a:r>
            <a:r>
              <a:rPr kumimoji="0" lang="en-US" altLang="en-US" sz="2400" b="0" i="0" u="none" strike="noStrike" cap="none" normalizeH="0" baseline="0" dirty="0" err="1">
                <a:ln>
                  <a:noFill/>
                </a:ln>
                <a:solidFill>
                  <a:srgbClr val="273239"/>
                </a:solidFill>
                <a:effectLst/>
                <a:latin typeface="Calibri" panose="020F0502020204030204" pitchFamily="34" charset="0"/>
                <a:cs typeface="Calibri" panose="020F0502020204030204" pitchFamily="34" charset="0"/>
              </a:rPr>
              <a:t>arr</a:t>
            </a: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 </a:t>
            </a:r>
          </a:p>
          <a:p>
            <a:pPr marR="0" lvl="0" algn="l" defTabSz="914400" rtl="0" eaLnBrk="0" fontAlgn="base" latinLnBrk="0" hangingPunct="0">
              <a:lnSpc>
                <a:spcPct val="100000"/>
              </a:lnSpc>
              <a:spcBef>
                <a:spcPct val="0"/>
              </a:spcBef>
              <a:spcAft>
                <a:spcPct val="0"/>
              </a:spcAft>
              <a:buClrTx/>
              <a:buSzTx/>
              <a:buFontTx/>
              <a:buAutoNum type="arabicPeriod"/>
              <a:tabLst/>
            </a:pP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2. If x matches with an element, return the index. </a:t>
            </a:r>
          </a:p>
          <a:p>
            <a:pPr marR="0" lvl="0" algn="l" defTabSz="914400" rtl="0" eaLnBrk="0" fontAlgn="base" latinLnBrk="0" hangingPunct="0">
              <a:lnSpc>
                <a:spcPct val="100000"/>
              </a:lnSpc>
              <a:spcBef>
                <a:spcPct val="0"/>
              </a:spcBef>
              <a:spcAft>
                <a:spcPct val="0"/>
              </a:spcAft>
              <a:buClrTx/>
              <a:buSzTx/>
              <a:buFontTx/>
              <a:buAutoNum type="arabicPeriod"/>
              <a:tabLst/>
            </a:pP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3. If x doesn’t match with any of elements, return -1. </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8AD1F794-DEAB-A20B-71B4-61A320DF8449}"/>
              </a:ext>
            </a:extLst>
          </p:cNvPr>
          <p:cNvSpPr>
            <a:spLocks noGrp="1"/>
          </p:cNvSpPr>
          <p:nvPr>
            <p:ph type="sldNum" sz="quarter" idx="12"/>
          </p:nvPr>
        </p:nvSpPr>
        <p:spPr/>
        <p:txBody>
          <a:bodyPr/>
          <a:lstStyle/>
          <a:p>
            <a:fld id="{0FE7F50B-1018-4C2F-B10B-1000C662F82E}" type="slidenum">
              <a:rPr lang="en-GB" smtClean="0"/>
              <a:t>17</a:t>
            </a:fld>
            <a:endParaRPr lang="en-GB"/>
          </a:p>
        </p:txBody>
      </p:sp>
    </p:spTree>
    <p:extLst>
      <p:ext uri="{BB962C8B-B14F-4D97-AF65-F5344CB8AC3E}">
        <p14:creationId xmlns:p14="http://schemas.microsoft.com/office/powerpoint/2010/main" val="1636296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Example : Pseudo Code – Linear Search </a:t>
            </a:r>
            <a:endParaRPr lang="en-IN" dirty="0"/>
          </a:p>
        </p:txBody>
      </p:sp>
      <p:sp>
        <p:nvSpPr>
          <p:cNvPr id="4" name="Rectangle 1"/>
          <p:cNvSpPr>
            <a:spLocks noGrp="1" noChangeArrowheads="1"/>
          </p:cNvSpPr>
          <p:nvPr>
            <p:ph idx="1"/>
          </p:nvPr>
        </p:nvSpPr>
        <p:spPr bwMode="auto">
          <a:xfrm>
            <a:off x="2505635" y="2452203"/>
            <a:ext cx="6081858" cy="3044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FUNCTION </a:t>
            </a:r>
            <a:r>
              <a:rPr kumimoji="0" lang="en-US" altLang="en-US" sz="2400" b="0" i="0" u="none" strike="noStrike" cap="none" normalizeH="0" baseline="0" dirty="0" err="1">
                <a:ln>
                  <a:noFill/>
                </a:ln>
                <a:solidFill>
                  <a:srgbClr val="273239"/>
                </a:solidFill>
                <a:effectLst/>
                <a:latin typeface="Calibri" panose="020F0502020204030204" pitchFamily="34" charset="0"/>
                <a:cs typeface="Calibri" panose="020F0502020204030204" pitchFamily="34" charset="0"/>
              </a:rPr>
              <a:t>linearSearch</a:t>
            </a: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(list, </a:t>
            </a:r>
            <a:r>
              <a:rPr kumimoji="0" lang="en-US" altLang="en-US" sz="2400" b="0" i="0" u="none" strike="noStrike" cap="none" normalizeH="0" baseline="0" dirty="0" err="1">
                <a:ln>
                  <a:noFill/>
                </a:ln>
                <a:solidFill>
                  <a:srgbClr val="273239"/>
                </a:solidFill>
                <a:effectLst/>
                <a:latin typeface="Calibri" panose="020F0502020204030204" pitchFamily="34" charset="0"/>
                <a:cs typeface="Calibri" panose="020F0502020204030204" pitchFamily="34" charset="0"/>
              </a:rPr>
              <a:t>searchTerm</a:t>
            </a: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	FOR index FROM 0 -&gt; length(list):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		IF list[index] == </a:t>
            </a:r>
            <a:r>
              <a:rPr kumimoji="0" lang="en-US" altLang="en-US" sz="2400" b="0" i="0" u="none" strike="noStrike" cap="none" normalizeH="0" baseline="0" dirty="0" err="1">
                <a:ln>
                  <a:noFill/>
                </a:ln>
                <a:solidFill>
                  <a:srgbClr val="273239"/>
                </a:solidFill>
                <a:effectLst/>
                <a:latin typeface="Calibri" panose="020F0502020204030204" pitchFamily="34" charset="0"/>
                <a:cs typeface="Calibri" panose="020F0502020204030204" pitchFamily="34" charset="0"/>
              </a:rPr>
              <a:t>searchTerm</a:t>
            </a: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 THEN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rgbClr val="273239"/>
                </a:solidFill>
                <a:latin typeface="Calibri" panose="020F0502020204030204" pitchFamily="34" charset="0"/>
                <a:cs typeface="Calibri" panose="020F0502020204030204" pitchFamily="34" charset="0"/>
              </a:rPr>
              <a:t>			</a:t>
            </a: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RETURN index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rgbClr val="273239"/>
                </a:solidFill>
                <a:latin typeface="Calibri" panose="020F0502020204030204" pitchFamily="34" charset="0"/>
                <a:cs typeface="Calibri" panose="020F0502020204030204" pitchFamily="34" charset="0"/>
              </a:rPr>
              <a:t>		</a:t>
            </a: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ENDIF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rgbClr val="273239"/>
                </a:solidFill>
                <a:latin typeface="Calibri" panose="020F0502020204030204" pitchFamily="34" charset="0"/>
                <a:cs typeface="Calibri" panose="020F0502020204030204" pitchFamily="34" charset="0"/>
              </a:rPr>
              <a:t>	</a:t>
            </a: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ENDLOOP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solidFill>
                  <a:srgbClr val="273239"/>
                </a:solidFill>
                <a:latin typeface="Calibri" panose="020F0502020204030204" pitchFamily="34" charset="0"/>
                <a:cs typeface="Calibri" panose="020F0502020204030204" pitchFamily="34" charset="0"/>
              </a:rPr>
              <a:t>	</a:t>
            </a: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RETURN -1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73239"/>
                </a:solidFill>
                <a:effectLst/>
                <a:latin typeface="Calibri" panose="020F0502020204030204" pitchFamily="34" charset="0"/>
                <a:cs typeface="Calibri" panose="020F0502020204030204" pitchFamily="34" charset="0"/>
              </a:rPr>
              <a:t>END FUNCTION </a:t>
            </a:r>
            <a:endParaRPr kumimoji="0" lang="en-US" altLang="en-U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699C6085-1ED1-123F-C896-F4B2927549A2}"/>
              </a:ext>
            </a:extLst>
          </p:cNvPr>
          <p:cNvSpPr>
            <a:spLocks noGrp="1"/>
          </p:cNvSpPr>
          <p:nvPr>
            <p:ph type="sldNum" sz="quarter" idx="12"/>
          </p:nvPr>
        </p:nvSpPr>
        <p:spPr/>
        <p:txBody>
          <a:bodyPr/>
          <a:lstStyle/>
          <a:p>
            <a:fld id="{0FE7F50B-1018-4C2F-B10B-1000C662F82E}" type="slidenum">
              <a:rPr lang="en-GB" smtClean="0"/>
              <a:t>18</a:t>
            </a:fld>
            <a:endParaRPr lang="en-GB"/>
          </a:p>
        </p:txBody>
      </p:sp>
    </p:spTree>
    <p:extLst>
      <p:ext uri="{BB962C8B-B14F-4D97-AF65-F5344CB8AC3E}">
        <p14:creationId xmlns:p14="http://schemas.microsoft.com/office/powerpoint/2010/main" val="55898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Example : Flowchart– Linear Search </a:t>
            </a:r>
            <a:endParaRPr lang="en-IN" b="1" dirty="0"/>
          </a:p>
        </p:txBody>
      </p:sp>
      <p:pic>
        <p:nvPicPr>
          <p:cNvPr id="5122" name="Picture 2" descr="linear search in java, linear search in data structure, linear search in c, linear search python, linear search vs binary search, linear search time complexity, linear search pseudocode, linear search definition, binary search in c, linear search vs binary search, linear search in c using recursion, interval search algorithms, sequential search java, linear search in python, binary search in data structure, linear search algorithm python, linear search flowchart, interval search algorithm, interpolation search ppt, programiz binary search, linear search program in python, interval sear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8562" y="1834496"/>
            <a:ext cx="4714875" cy="466725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4497120" y="3409920"/>
              <a:ext cx="3493440" cy="1890360"/>
            </p14:xfrm>
          </p:contentPart>
        </mc:Choice>
        <mc:Fallback xmlns="">
          <p:pic>
            <p:nvPicPr>
              <p:cNvPr id="4" name="Ink 3"/>
              <p:cNvPicPr/>
              <p:nvPr/>
            </p:nvPicPr>
            <p:blipFill>
              <a:blip r:embed="rId4"/>
              <a:stretch>
                <a:fillRect/>
              </a:stretch>
            </p:blipFill>
            <p:spPr>
              <a:xfrm>
                <a:off x="4492440" y="3403440"/>
                <a:ext cx="3505320" cy="1905120"/>
              </a:xfrm>
              <a:prstGeom prst="rect">
                <a:avLst/>
              </a:prstGeom>
            </p:spPr>
          </p:pic>
        </mc:Fallback>
      </mc:AlternateContent>
      <p:sp>
        <p:nvSpPr>
          <p:cNvPr id="3" name="Slide Number Placeholder 2">
            <a:extLst>
              <a:ext uri="{FF2B5EF4-FFF2-40B4-BE49-F238E27FC236}">
                <a16:creationId xmlns:a16="http://schemas.microsoft.com/office/drawing/2014/main" id="{867ACAD1-5AED-128D-2ECE-868CE946A3A8}"/>
              </a:ext>
            </a:extLst>
          </p:cNvPr>
          <p:cNvSpPr>
            <a:spLocks noGrp="1"/>
          </p:cNvSpPr>
          <p:nvPr>
            <p:ph type="sldNum" sz="quarter" idx="12"/>
          </p:nvPr>
        </p:nvSpPr>
        <p:spPr/>
        <p:txBody>
          <a:bodyPr/>
          <a:lstStyle/>
          <a:p>
            <a:fld id="{0FE7F50B-1018-4C2F-B10B-1000C662F82E}" type="slidenum">
              <a:rPr lang="en-GB" smtClean="0"/>
              <a:t>19</a:t>
            </a:fld>
            <a:endParaRPr lang="en-GB"/>
          </a:p>
        </p:txBody>
      </p:sp>
    </p:spTree>
    <p:extLst>
      <p:ext uri="{BB962C8B-B14F-4D97-AF65-F5344CB8AC3E}">
        <p14:creationId xmlns:p14="http://schemas.microsoft.com/office/powerpoint/2010/main" val="341963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Flowchart Symbols </a:t>
            </a:r>
            <a:endParaRPr lang="en-IN" b="1" dirty="0"/>
          </a:p>
        </p:txBody>
      </p:sp>
      <p:pic>
        <p:nvPicPr>
          <p:cNvPr id="4" name="Picture 3"/>
          <p:cNvPicPr>
            <a:picLocks noChangeAspect="1"/>
          </p:cNvPicPr>
          <p:nvPr/>
        </p:nvPicPr>
        <p:blipFill>
          <a:blip r:embed="rId2"/>
          <a:stretch>
            <a:fillRect/>
          </a:stretch>
        </p:blipFill>
        <p:spPr>
          <a:xfrm>
            <a:off x="2003612" y="1690687"/>
            <a:ext cx="7540438" cy="4603417"/>
          </a:xfrm>
          <a:prstGeom prst="rect">
            <a:avLst/>
          </a:prstGeom>
        </p:spPr>
      </p:pic>
      <p:sp>
        <p:nvSpPr>
          <p:cNvPr id="3" name="Slide Number Placeholder 2">
            <a:extLst>
              <a:ext uri="{FF2B5EF4-FFF2-40B4-BE49-F238E27FC236}">
                <a16:creationId xmlns:a16="http://schemas.microsoft.com/office/drawing/2014/main" id="{55E96CC9-619F-F07F-1F56-04492ABBD223}"/>
              </a:ext>
            </a:extLst>
          </p:cNvPr>
          <p:cNvSpPr>
            <a:spLocks noGrp="1"/>
          </p:cNvSpPr>
          <p:nvPr>
            <p:ph type="sldNum" sz="quarter" idx="12"/>
          </p:nvPr>
        </p:nvSpPr>
        <p:spPr/>
        <p:txBody>
          <a:bodyPr/>
          <a:lstStyle/>
          <a:p>
            <a:fld id="{0FE7F50B-1018-4C2F-B10B-1000C662F82E}" type="slidenum">
              <a:rPr lang="en-GB" smtClean="0"/>
              <a:t>20</a:t>
            </a:fld>
            <a:endParaRPr lang="en-GB"/>
          </a:p>
        </p:txBody>
      </p:sp>
    </p:spTree>
    <p:extLst>
      <p:ext uri="{BB962C8B-B14F-4D97-AF65-F5344CB8AC3E}">
        <p14:creationId xmlns:p14="http://schemas.microsoft.com/office/powerpoint/2010/main" val="2914470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80116" y="771244"/>
            <a:ext cx="6905625" cy="4562475"/>
          </a:xfrm>
          <a:prstGeom prst="rect">
            <a:avLst/>
          </a:prstGeom>
        </p:spPr>
      </p:pic>
      <p:sp>
        <p:nvSpPr>
          <p:cNvPr id="2" name="Slide Number Placeholder 1">
            <a:extLst>
              <a:ext uri="{FF2B5EF4-FFF2-40B4-BE49-F238E27FC236}">
                <a16:creationId xmlns:a16="http://schemas.microsoft.com/office/drawing/2014/main" id="{1893DC1B-8244-1B04-9E90-B2373CB1C4AF}"/>
              </a:ext>
            </a:extLst>
          </p:cNvPr>
          <p:cNvSpPr>
            <a:spLocks noGrp="1"/>
          </p:cNvSpPr>
          <p:nvPr>
            <p:ph type="sldNum" sz="quarter" idx="12"/>
          </p:nvPr>
        </p:nvSpPr>
        <p:spPr/>
        <p:txBody>
          <a:bodyPr/>
          <a:lstStyle/>
          <a:p>
            <a:fld id="{0FE7F50B-1018-4C2F-B10B-1000C662F82E}" type="slidenum">
              <a:rPr lang="en-GB" smtClean="0"/>
              <a:t>21</a:t>
            </a:fld>
            <a:endParaRPr lang="en-GB"/>
          </a:p>
        </p:txBody>
      </p:sp>
    </p:spTree>
    <p:extLst>
      <p:ext uri="{BB962C8B-B14F-4D97-AF65-F5344CB8AC3E}">
        <p14:creationId xmlns:p14="http://schemas.microsoft.com/office/powerpoint/2010/main" val="33110999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Complexity Analysis of Linear Search </a:t>
            </a:r>
            <a:endParaRPr lang="en-IN" b="1" dirty="0"/>
          </a:p>
        </p:txBody>
      </p:sp>
      <p:sp>
        <p:nvSpPr>
          <p:cNvPr id="3" name="Content Placeholder 2"/>
          <p:cNvSpPr>
            <a:spLocks noGrp="1"/>
          </p:cNvSpPr>
          <p:nvPr>
            <p:ph idx="1"/>
          </p:nvPr>
        </p:nvSpPr>
        <p:spPr>
          <a:xfrm>
            <a:off x="838200" y="1825625"/>
            <a:ext cx="10515600" cy="4050740"/>
          </a:xfrm>
        </p:spPr>
        <p:txBody>
          <a:bodyPr/>
          <a:lstStyle/>
          <a:p>
            <a:r>
              <a:rPr lang="en-US" dirty="0"/>
              <a:t>Array Size : n</a:t>
            </a:r>
          </a:p>
          <a:p>
            <a:r>
              <a:rPr lang="en-US" dirty="0"/>
              <a:t>Parameter for evaluation: Number of Comparison</a:t>
            </a:r>
          </a:p>
          <a:p>
            <a:r>
              <a:rPr lang="en-US" dirty="0"/>
              <a:t>Best Case: If element to be searched is always  first element of an array. O(1)</a:t>
            </a:r>
          </a:p>
          <a:p>
            <a:r>
              <a:rPr lang="en-US" dirty="0"/>
              <a:t>Worst Case: If element to be searched is always last element of an array or not present. </a:t>
            </a:r>
            <a:r>
              <a:rPr lang="en-US"/>
              <a:t>O(n)</a:t>
            </a:r>
            <a:endParaRPr lang="en-US" dirty="0"/>
          </a:p>
          <a:p>
            <a:endParaRPr lang="en-IN" dirty="0"/>
          </a:p>
        </p:txBody>
      </p:sp>
      <p:sp>
        <p:nvSpPr>
          <p:cNvPr id="4" name="Slide Number Placeholder 3">
            <a:extLst>
              <a:ext uri="{FF2B5EF4-FFF2-40B4-BE49-F238E27FC236}">
                <a16:creationId xmlns:a16="http://schemas.microsoft.com/office/drawing/2014/main" id="{64431FD0-14FB-D2EF-7450-F0CCE0F14052}"/>
              </a:ext>
            </a:extLst>
          </p:cNvPr>
          <p:cNvSpPr>
            <a:spLocks noGrp="1"/>
          </p:cNvSpPr>
          <p:nvPr>
            <p:ph type="sldNum" sz="quarter" idx="12"/>
          </p:nvPr>
        </p:nvSpPr>
        <p:spPr/>
        <p:txBody>
          <a:bodyPr/>
          <a:lstStyle/>
          <a:p>
            <a:fld id="{0FE7F50B-1018-4C2F-B10B-1000C662F82E}" type="slidenum">
              <a:rPr lang="en-GB" smtClean="0"/>
              <a:t>22</a:t>
            </a:fld>
            <a:endParaRPr lang="en-GB"/>
          </a:p>
        </p:txBody>
      </p:sp>
    </p:spTree>
    <p:extLst>
      <p:ext uri="{BB962C8B-B14F-4D97-AF65-F5344CB8AC3E}">
        <p14:creationId xmlns:p14="http://schemas.microsoft.com/office/powerpoint/2010/main" val="671082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D317462-B5F6-AF09-8789-9CC3AE64356F}"/>
              </a:ext>
            </a:extLst>
          </p:cNvPr>
          <p:cNvSpPr>
            <a:spLocks noGrp="1"/>
          </p:cNvSpPr>
          <p:nvPr>
            <p:ph type="title"/>
          </p:nvPr>
        </p:nvSpPr>
        <p:spPr>
          <a:xfrm>
            <a:off x="2764277" y="2446844"/>
            <a:ext cx="6807741" cy="1325563"/>
          </a:xfrm>
        </p:spPr>
        <p:txBody>
          <a:bodyPr/>
          <a:lstStyle/>
          <a:p>
            <a:pPr algn="ctr"/>
            <a:r>
              <a:rPr lang="en-IN" dirty="0"/>
              <a:t>6. Flowcharts</a:t>
            </a:r>
          </a:p>
        </p:txBody>
      </p:sp>
      <p:sp>
        <p:nvSpPr>
          <p:cNvPr id="5" name="Slide Number Placeholder 4">
            <a:extLst>
              <a:ext uri="{FF2B5EF4-FFF2-40B4-BE49-F238E27FC236}">
                <a16:creationId xmlns:a16="http://schemas.microsoft.com/office/drawing/2014/main" id="{EBBFC5E3-A749-66B1-00C0-2C58815B01B2}"/>
              </a:ext>
            </a:extLst>
          </p:cNvPr>
          <p:cNvSpPr>
            <a:spLocks noGrp="1"/>
          </p:cNvSpPr>
          <p:nvPr>
            <p:ph type="sldNum" sz="quarter" idx="12"/>
          </p:nvPr>
        </p:nvSpPr>
        <p:spPr/>
        <p:txBody>
          <a:bodyPr/>
          <a:lstStyle/>
          <a:p>
            <a:fld id="{0FE7F50B-1018-4C2F-B10B-1000C662F82E}" type="slidenum">
              <a:rPr lang="en-GB" smtClean="0"/>
              <a:t>23</a:t>
            </a:fld>
            <a:endParaRPr lang="en-GB"/>
          </a:p>
        </p:txBody>
      </p:sp>
    </p:spTree>
    <p:extLst>
      <p:ext uri="{BB962C8B-B14F-4D97-AF65-F5344CB8AC3E}">
        <p14:creationId xmlns:p14="http://schemas.microsoft.com/office/powerpoint/2010/main" val="33182803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6"/>
            <a:ext cx="9575042" cy="85083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lvl="0"/>
            <a:r>
              <a:rPr lang="en-US" sz="4000" dirty="0"/>
              <a:t>The Flowchart</a:t>
            </a:r>
          </a:p>
        </p:txBody>
      </p:sp>
      <p:sp>
        <p:nvSpPr>
          <p:cNvPr id="393" name="Shape 393"/>
          <p:cNvSpPr txBox="1">
            <a:spLocks noGrp="1"/>
          </p:cNvSpPr>
          <p:nvPr>
            <p:ph type="sldNum" idx="12"/>
          </p:nvPr>
        </p:nvSpPr>
        <p:spPr>
          <a:prstGeom prst="rect">
            <a:avLst/>
          </a:prstGeom>
        </p:spPr>
        <p:txBody>
          <a:bodyPr vert="horz" lIns="91425" tIns="91425" rIns="91425" bIns="91425" rtlCol="0" anchor="ctr" anchorCtr="0">
            <a:noAutofit/>
          </a:bodyPr>
          <a:lstStyle/>
          <a:p>
            <a:fld id="{00000000-1234-1234-1234-123412341234}" type="slidenum">
              <a:rPr lang="en-US"/>
              <a:pPr/>
              <a:t>24</a:t>
            </a:fld>
            <a:endParaRPr lang="en-US"/>
          </a:p>
        </p:txBody>
      </p:sp>
      <p:sp>
        <p:nvSpPr>
          <p:cNvPr id="2" name="Content Placeholder 1"/>
          <p:cNvSpPr>
            <a:spLocks noGrp="1"/>
          </p:cNvSpPr>
          <p:nvPr>
            <p:ph idx="1"/>
          </p:nvPr>
        </p:nvSpPr>
        <p:spPr>
          <a:xfrm>
            <a:off x="838199" y="1957588"/>
            <a:ext cx="6232301" cy="4649273"/>
          </a:xfrm>
        </p:spPr>
        <p:txBody>
          <a:bodyPr>
            <a:normAutofit fontScale="92500" lnSpcReduction="10000"/>
          </a:bodyPr>
          <a:lstStyle/>
          <a:p>
            <a:r>
              <a:rPr lang="en-US" dirty="0"/>
              <a:t>(Dictionary) A schematic representation of a sequence of operations, as in a manufacturing process or computer program.</a:t>
            </a:r>
          </a:p>
          <a:p>
            <a:r>
              <a:rPr lang="en-US" dirty="0"/>
              <a:t>(Technical) A graphical representation of the sequence of operations in an information system or program. </a:t>
            </a:r>
          </a:p>
          <a:p>
            <a:pPr lvl="1"/>
            <a:r>
              <a:rPr lang="en-US" dirty="0"/>
              <a:t>Information system flowcharts show how data flows from source documents through the computer to final distribution to users. </a:t>
            </a:r>
          </a:p>
          <a:p>
            <a:pPr lvl="1"/>
            <a:r>
              <a:rPr lang="en-US" dirty="0"/>
              <a:t>Program flowcharts show the sequence of instructions in a single program or subroutine. Different symbols are used to draw each type of flowchart.</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49305" y="1552285"/>
            <a:ext cx="2046669" cy="4702263"/>
          </a:xfrm>
          <a:prstGeom prst="rect">
            <a:avLst/>
          </a:prstGeom>
        </p:spPr>
      </p:pic>
    </p:spTree>
    <p:extLst>
      <p:ext uri="{BB962C8B-B14F-4D97-AF65-F5344CB8AC3E}">
        <p14:creationId xmlns:p14="http://schemas.microsoft.com/office/powerpoint/2010/main" val="616311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188259"/>
            <a:ext cx="9575042" cy="58879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lvl="0"/>
            <a:r>
              <a:rPr lang="en-US" sz="4000" dirty="0"/>
              <a:t>The Flowchart</a:t>
            </a:r>
          </a:p>
        </p:txBody>
      </p:sp>
      <p:sp>
        <p:nvSpPr>
          <p:cNvPr id="393" name="Shape 393"/>
          <p:cNvSpPr txBox="1">
            <a:spLocks noGrp="1"/>
          </p:cNvSpPr>
          <p:nvPr>
            <p:ph type="sldNum" idx="12"/>
          </p:nvPr>
        </p:nvSpPr>
        <p:spPr>
          <a:prstGeom prst="rect">
            <a:avLst/>
          </a:prstGeom>
        </p:spPr>
        <p:txBody>
          <a:bodyPr vert="horz" lIns="91425" tIns="91425" rIns="91425" bIns="91425" rtlCol="0" anchor="ctr" anchorCtr="0">
            <a:noAutofit/>
          </a:bodyPr>
          <a:lstStyle/>
          <a:p>
            <a:fld id="{00000000-1234-1234-1234-123412341234}" type="slidenum">
              <a:rPr lang="en-US"/>
              <a:pPr/>
              <a:t>25</a:t>
            </a:fld>
            <a:endParaRPr lang="en-US"/>
          </a:p>
        </p:txBody>
      </p:sp>
      <p:sp>
        <p:nvSpPr>
          <p:cNvPr id="3" name="Content Placeholder 2"/>
          <p:cNvSpPr>
            <a:spLocks noGrp="1"/>
          </p:cNvSpPr>
          <p:nvPr>
            <p:ph idx="1"/>
          </p:nvPr>
        </p:nvSpPr>
        <p:spPr>
          <a:xfrm>
            <a:off x="838200" y="996901"/>
            <a:ext cx="4905777" cy="428178"/>
          </a:xfrm>
        </p:spPr>
        <p:txBody>
          <a:bodyPr>
            <a:normAutofit fontScale="92500" lnSpcReduction="10000"/>
          </a:bodyPr>
          <a:lstStyle/>
          <a:p>
            <a:r>
              <a:rPr lang="en-US" dirty="0"/>
              <a:t>Flowchart Symbols </a:t>
            </a:r>
          </a:p>
        </p:txBody>
      </p:sp>
      <p:graphicFrame>
        <p:nvGraphicFramePr>
          <p:cNvPr id="7" name="Content Placeholder 6"/>
          <p:cNvGraphicFramePr>
            <a:graphicFrameLocks/>
          </p:cNvGraphicFramePr>
          <p:nvPr/>
        </p:nvGraphicFramePr>
        <p:xfrm>
          <a:off x="7340034" y="1358165"/>
          <a:ext cx="4547714" cy="44170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a:blip r:embed="rId8"/>
          <a:stretch>
            <a:fillRect/>
          </a:stretch>
        </p:blipFill>
        <p:spPr>
          <a:xfrm>
            <a:off x="986118" y="1644927"/>
            <a:ext cx="6723028" cy="4332735"/>
          </a:xfrm>
          <a:prstGeom prst="rect">
            <a:avLst/>
          </a:prstGeom>
        </p:spPr>
      </p:pic>
    </p:spTree>
    <p:extLst>
      <p:ext uri="{BB962C8B-B14F-4D97-AF65-F5344CB8AC3E}">
        <p14:creationId xmlns:p14="http://schemas.microsoft.com/office/powerpoint/2010/main" val="5751369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6"/>
            <a:ext cx="9575042" cy="728614"/>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lvl="0"/>
            <a:r>
              <a:rPr lang="en-US" sz="4000" dirty="0"/>
              <a:t>The Flowchart: Example</a:t>
            </a:r>
          </a:p>
        </p:txBody>
      </p:sp>
      <p:sp>
        <p:nvSpPr>
          <p:cNvPr id="393" name="Shape 393"/>
          <p:cNvSpPr txBox="1">
            <a:spLocks noGrp="1"/>
          </p:cNvSpPr>
          <p:nvPr>
            <p:ph type="sldNum" idx="12"/>
          </p:nvPr>
        </p:nvSpPr>
        <p:spPr>
          <a:prstGeom prst="rect">
            <a:avLst/>
          </a:prstGeom>
        </p:spPr>
        <p:txBody>
          <a:bodyPr vert="horz" lIns="91425" tIns="91425" rIns="91425" bIns="91425" rtlCol="0" anchor="ctr" anchorCtr="0">
            <a:noAutofit/>
          </a:bodyPr>
          <a:lstStyle/>
          <a:p>
            <a:fld id="{00000000-1234-1234-1234-123412341234}" type="slidenum">
              <a:rPr lang="en-US"/>
              <a:pPr/>
              <a:t>26</a:t>
            </a:fld>
            <a:endParaRPr lang="en-US"/>
          </a:p>
        </p:txBody>
      </p:sp>
      <p:grpSp>
        <p:nvGrpSpPr>
          <p:cNvPr id="8" name="Group 7"/>
          <p:cNvGrpSpPr>
            <a:grpSpLocks/>
          </p:cNvGrpSpPr>
          <p:nvPr/>
        </p:nvGrpSpPr>
        <p:grpSpPr bwMode="auto">
          <a:xfrm>
            <a:off x="7208503" y="1870075"/>
            <a:ext cx="3441701" cy="4413254"/>
            <a:chOff x="712" y="1152"/>
            <a:chExt cx="2168" cy="2780"/>
          </a:xfrm>
        </p:grpSpPr>
        <p:sp>
          <p:nvSpPr>
            <p:cNvPr id="9" name="AutoShape 9"/>
            <p:cNvSpPr>
              <a:spLocks noChangeArrowheads="1"/>
            </p:cNvSpPr>
            <p:nvPr/>
          </p:nvSpPr>
          <p:spPr bwMode="auto">
            <a:xfrm>
              <a:off x="1352" y="1152"/>
              <a:ext cx="592" cy="213"/>
            </a:xfrm>
            <a:prstGeom prst="flowChartTerminator">
              <a:avLst/>
            </a:prstGeom>
            <a:solidFill>
              <a:srgbClr val="CCFFFF"/>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200" b="1"/>
                <a:t>START</a:t>
              </a:r>
              <a:endParaRPr lang="en-US"/>
            </a:p>
          </p:txBody>
        </p:sp>
        <p:sp>
          <p:nvSpPr>
            <p:cNvPr id="10" name="Line 10"/>
            <p:cNvSpPr>
              <a:spLocks noChangeShapeType="1"/>
            </p:cNvSpPr>
            <p:nvPr/>
          </p:nvSpPr>
          <p:spPr bwMode="auto">
            <a:xfrm>
              <a:off x="1648" y="1365"/>
              <a:ext cx="0" cy="1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1" name="AutoShape 11"/>
            <p:cNvSpPr>
              <a:spLocks noChangeArrowheads="1"/>
            </p:cNvSpPr>
            <p:nvPr/>
          </p:nvSpPr>
          <p:spPr bwMode="auto">
            <a:xfrm>
              <a:off x="987" y="1532"/>
              <a:ext cx="1301" cy="320"/>
            </a:xfrm>
            <a:prstGeom prst="flowChartInputOutput">
              <a:avLst/>
            </a:prstGeom>
            <a:solidFill>
              <a:srgbClr val="CCFFFF"/>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200" b="1"/>
                <a:t>Input</a:t>
              </a:r>
            </a:p>
            <a:p>
              <a:pPr algn="ctr"/>
              <a:r>
                <a:rPr lang="en-US" sz="1200" b="1"/>
                <a:t>M1,M2,M3,M4</a:t>
              </a:r>
              <a:endParaRPr lang="en-US"/>
            </a:p>
          </p:txBody>
        </p:sp>
        <p:sp>
          <p:nvSpPr>
            <p:cNvPr id="12" name="AutoShape 12"/>
            <p:cNvSpPr>
              <a:spLocks noChangeArrowheads="1"/>
            </p:cNvSpPr>
            <p:nvPr/>
          </p:nvSpPr>
          <p:spPr bwMode="auto">
            <a:xfrm>
              <a:off x="817" y="2068"/>
              <a:ext cx="1489" cy="213"/>
            </a:xfrm>
            <a:prstGeom prst="flowChartProcess">
              <a:avLst/>
            </a:prstGeom>
            <a:solidFill>
              <a:srgbClr val="CCFFFF"/>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US" sz="1200" b="1"/>
                <a:t>GRADE</a:t>
              </a:r>
              <a:r>
                <a:rPr lang="en-US" sz="1200" b="1">
                  <a:sym typeface="Symbol" panose="05050102010706020507" pitchFamily="18" charset="2"/>
                </a:rPr>
                <a:t></a:t>
              </a:r>
              <a:r>
                <a:rPr lang="en-US" sz="1200" b="1"/>
                <a:t>(M1+M2+M3+M4)/4</a:t>
              </a:r>
              <a:endParaRPr lang="en-US"/>
            </a:p>
          </p:txBody>
        </p:sp>
        <p:sp>
          <p:nvSpPr>
            <p:cNvPr id="13" name="Line 13"/>
            <p:cNvSpPr>
              <a:spLocks noChangeShapeType="1"/>
            </p:cNvSpPr>
            <p:nvPr/>
          </p:nvSpPr>
          <p:spPr bwMode="auto">
            <a:xfrm>
              <a:off x="1578" y="1852"/>
              <a:ext cx="0" cy="21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4" name="AutoShape 14"/>
            <p:cNvSpPr>
              <a:spLocks noChangeArrowheads="1"/>
            </p:cNvSpPr>
            <p:nvPr/>
          </p:nvSpPr>
          <p:spPr bwMode="auto">
            <a:xfrm>
              <a:off x="987" y="2439"/>
              <a:ext cx="1183" cy="533"/>
            </a:xfrm>
            <a:prstGeom prst="flowChartDecision">
              <a:avLst/>
            </a:prstGeom>
            <a:solidFill>
              <a:srgbClr val="CCFFFF"/>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200" b="1" dirty="0"/>
                <a:t>IS</a:t>
              </a:r>
            </a:p>
            <a:p>
              <a:pPr algn="ctr"/>
              <a:r>
                <a:rPr lang="en-US" sz="1100" b="1" dirty="0"/>
                <a:t>GRADE&lt;50</a:t>
              </a:r>
              <a:endParaRPr lang="en-US" sz="1600" dirty="0"/>
            </a:p>
          </p:txBody>
        </p:sp>
        <p:sp>
          <p:nvSpPr>
            <p:cNvPr id="15" name="AutoShape 16"/>
            <p:cNvSpPr>
              <a:spLocks noChangeArrowheads="1"/>
            </p:cNvSpPr>
            <p:nvPr/>
          </p:nvSpPr>
          <p:spPr bwMode="auto">
            <a:xfrm>
              <a:off x="1874" y="3079"/>
              <a:ext cx="1006" cy="373"/>
            </a:xfrm>
            <a:prstGeom prst="flowChartDisplay">
              <a:avLst/>
            </a:prstGeom>
            <a:solidFill>
              <a:srgbClr val="CCFFFF"/>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200" b="1"/>
                <a:t>PRINT</a:t>
              </a:r>
            </a:p>
            <a:p>
              <a:pPr algn="ctr"/>
              <a:r>
                <a:rPr lang="en-US" sz="1200" b="1"/>
                <a:t>“FAIL”</a:t>
              </a:r>
              <a:endParaRPr lang="en-US"/>
            </a:p>
          </p:txBody>
        </p:sp>
        <p:sp>
          <p:nvSpPr>
            <p:cNvPr id="16" name="Line 17"/>
            <p:cNvSpPr>
              <a:spLocks noChangeShapeType="1"/>
            </p:cNvSpPr>
            <p:nvPr/>
          </p:nvSpPr>
          <p:spPr bwMode="auto">
            <a:xfrm>
              <a:off x="1578" y="3612"/>
              <a:ext cx="0" cy="10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7" name="AutoShape 18"/>
            <p:cNvSpPr>
              <a:spLocks noChangeArrowheads="1"/>
            </p:cNvSpPr>
            <p:nvPr/>
          </p:nvSpPr>
          <p:spPr bwMode="auto">
            <a:xfrm>
              <a:off x="1283" y="3719"/>
              <a:ext cx="591" cy="213"/>
            </a:xfrm>
            <a:prstGeom prst="flowChartTerminator">
              <a:avLst/>
            </a:prstGeom>
            <a:solidFill>
              <a:srgbClr val="CCFFFF"/>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200" b="1"/>
                <a:t>STOP</a:t>
              </a:r>
              <a:endParaRPr lang="en-US"/>
            </a:p>
          </p:txBody>
        </p:sp>
        <p:sp>
          <p:nvSpPr>
            <p:cNvPr id="18" name="Line 19"/>
            <p:cNvSpPr>
              <a:spLocks noChangeShapeType="1"/>
            </p:cNvSpPr>
            <p:nvPr/>
          </p:nvSpPr>
          <p:spPr bwMode="auto">
            <a:xfrm>
              <a:off x="768" y="3612"/>
              <a:ext cx="169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9" name="Line 20"/>
            <p:cNvSpPr>
              <a:spLocks noChangeShapeType="1"/>
            </p:cNvSpPr>
            <p:nvPr/>
          </p:nvSpPr>
          <p:spPr bwMode="auto">
            <a:xfrm flipV="1">
              <a:off x="768" y="3452"/>
              <a:ext cx="0" cy="1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0" name="Line 21"/>
            <p:cNvSpPr>
              <a:spLocks noChangeShapeType="1"/>
            </p:cNvSpPr>
            <p:nvPr/>
          </p:nvSpPr>
          <p:spPr bwMode="auto">
            <a:xfrm flipV="1">
              <a:off x="2466" y="3452"/>
              <a:ext cx="0" cy="1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1" name="Line 22"/>
            <p:cNvSpPr>
              <a:spLocks noChangeShapeType="1"/>
            </p:cNvSpPr>
            <p:nvPr/>
          </p:nvSpPr>
          <p:spPr bwMode="auto">
            <a:xfrm>
              <a:off x="2170" y="2705"/>
              <a:ext cx="29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2" name="Line 23"/>
            <p:cNvSpPr>
              <a:spLocks noChangeShapeType="1"/>
            </p:cNvSpPr>
            <p:nvPr/>
          </p:nvSpPr>
          <p:spPr bwMode="auto">
            <a:xfrm>
              <a:off x="2466" y="2705"/>
              <a:ext cx="0" cy="37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3" name="Line 24"/>
            <p:cNvSpPr>
              <a:spLocks noChangeShapeType="1"/>
            </p:cNvSpPr>
            <p:nvPr/>
          </p:nvSpPr>
          <p:spPr bwMode="auto">
            <a:xfrm>
              <a:off x="720" y="2688"/>
              <a:ext cx="0" cy="37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4" name="Line 26"/>
            <p:cNvSpPr>
              <a:spLocks noChangeShapeType="1"/>
            </p:cNvSpPr>
            <p:nvPr/>
          </p:nvSpPr>
          <p:spPr bwMode="auto">
            <a:xfrm>
              <a:off x="1578" y="2279"/>
              <a:ext cx="0" cy="1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5" name="Text Box 27"/>
            <p:cNvSpPr txBox="1">
              <a:spLocks noChangeArrowheads="1"/>
            </p:cNvSpPr>
            <p:nvPr/>
          </p:nvSpPr>
          <p:spPr bwMode="auto">
            <a:xfrm>
              <a:off x="2160" y="2544"/>
              <a:ext cx="296" cy="159"/>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200" b="1"/>
                <a:t>Y</a:t>
              </a:r>
              <a:endParaRPr lang="en-US"/>
            </a:p>
          </p:txBody>
        </p:sp>
        <p:sp>
          <p:nvSpPr>
            <p:cNvPr id="26" name="Text Box 28"/>
            <p:cNvSpPr txBox="1">
              <a:spLocks noChangeArrowheads="1"/>
            </p:cNvSpPr>
            <p:nvPr/>
          </p:nvSpPr>
          <p:spPr bwMode="auto">
            <a:xfrm>
              <a:off x="720" y="2528"/>
              <a:ext cx="296" cy="16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200" b="1"/>
                <a:t>N</a:t>
              </a:r>
              <a:endParaRPr lang="en-US"/>
            </a:p>
          </p:txBody>
        </p:sp>
        <p:sp>
          <p:nvSpPr>
            <p:cNvPr id="27" name="Line 33"/>
            <p:cNvSpPr>
              <a:spLocks noChangeShapeType="1"/>
            </p:cNvSpPr>
            <p:nvPr/>
          </p:nvSpPr>
          <p:spPr bwMode="auto">
            <a:xfrm>
              <a:off x="712" y="2688"/>
              <a:ext cx="29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grpSp>
      <p:sp>
        <p:nvSpPr>
          <p:cNvPr id="28" name="Text Box 30"/>
          <p:cNvSpPr txBox="1">
            <a:spLocks noGrp="1" noChangeArrowheads="1"/>
          </p:cNvSpPr>
          <p:nvPr>
            <p:ph idx="1"/>
          </p:nvPr>
        </p:nvSpPr>
        <p:spPr bwMode="auto">
          <a:xfrm>
            <a:off x="1031876" y="2852694"/>
            <a:ext cx="5519403" cy="2911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US" sz="2000" dirty="0"/>
              <a:t>Step 1:  	Input M1,M2,M3,M4</a:t>
            </a:r>
          </a:p>
          <a:p>
            <a:r>
              <a:rPr lang="en-US" sz="2000" dirty="0"/>
              <a:t>Step 2: 	GRADE </a:t>
            </a:r>
            <a:r>
              <a:rPr lang="en-US" sz="2000" dirty="0">
                <a:sym typeface="Symbol" panose="05050102010706020507" pitchFamily="18" charset="2"/>
              </a:rPr>
              <a:t></a:t>
            </a:r>
            <a:r>
              <a:rPr lang="en-US" sz="2000" dirty="0"/>
              <a:t> (M1+M2+M3+M4)/4 </a:t>
            </a:r>
          </a:p>
          <a:p>
            <a:r>
              <a:rPr lang="en-US" sz="2000" dirty="0"/>
              <a:t>Step 3: 	if (GRADE &lt;50) then</a:t>
            </a:r>
          </a:p>
          <a:p>
            <a:r>
              <a:rPr lang="en-US" sz="2000" dirty="0"/>
              <a:t>	       	Print “FAIL”</a:t>
            </a:r>
          </a:p>
          <a:p>
            <a:r>
              <a:rPr lang="en-US" sz="2000" dirty="0"/>
              <a:t>  	else</a:t>
            </a:r>
          </a:p>
          <a:p>
            <a:r>
              <a:rPr lang="en-US" sz="2000" dirty="0"/>
              <a:t>		Print “PASS”</a:t>
            </a:r>
          </a:p>
          <a:p>
            <a:r>
              <a:rPr lang="en-US" sz="2000" dirty="0"/>
              <a:t> 	</a:t>
            </a:r>
            <a:r>
              <a:rPr lang="en-US" sz="2000" dirty="0" err="1"/>
              <a:t>endif</a:t>
            </a:r>
            <a:endParaRPr lang="en-US" sz="2000" dirty="0"/>
          </a:p>
          <a:p>
            <a:pPr>
              <a:spcBef>
                <a:spcPct val="50000"/>
              </a:spcBef>
            </a:pPr>
            <a:endParaRPr lang="en-US" dirty="0"/>
          </a:p>
        </p:txBody>
      </p:sp>
      <p:sp>
        <p:nvSpPr>
          <p:cNvPr id="29" name="AutoShape 16"/>
          <p:cNvSpPr>
            <a:spLocks noChangeArrowheads="1"/>
          </p:cNvSpPr>
          <p:nvPr/>
        </p:nvSpPr>
        <p:spPr bwMode="auto">
          <a:xfrm>
            <a:off x="6422690" y="4908882"/>
            <a:ext cx="1597025" cy="592138"/>
          </a:xfrm>
          <a:prstGeom prst="flowChartDisplay">
            <a:avLst/>
          </a:prstGeom>
          <a:solidFill>
            <a:srgbClr val="CCFFFF"/>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200" b="1" dirty="0"/>
              <a:t>PRINT</a:t>
            </a:r>
          </a:p>
          <a:p>
            <a:pPr algn="ctr"/>
            <a:r>
              <a:rPr lang="en-US" sz="1200" b="1" dirty="0"/>
              <a:t>“PASS”</a:t>
            </a:r>
            <a:endParaRPr lang="en-US" dirty="0"/>
          </a:p>
        </p:txBody>
      </p:sp>
    </p:spTree>
    <p:extLst>
      <p:ext uri="{BB962C8B-B14F-4D97-AF65-F5344CB8AC3E}">
        <p14:creationId xmlns:p14="http://schemas.microsoft.com/office/powerpoint/2010/main" val="8725291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5"/>
            <a:ext cx="9575042" cy="63788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lvl="0"/>
            <a:r>
              <a:rPr lang="en-US" sz="4000" dirty="0"/>
              <a:t>The Flowchart: Example</a:t>
            </a:r>
          </a:p>
        </p:txBody>
      </p:sp>
      <p:sp>
        <p:nvSpPr>
          <p:cNvPr id="393" name="Shape 393"/>
          <p:cNvSpPr txBox="1">
            <a:spLocks noGrp="1"/>
          </p:cNvSpPr>
          <p:nvPr>
            <p:ph type="sldNum" idx="12"/>
          </p:nvPr>
        </p:nvSpPr>
        <p:spPr>
          <a:prstGeom prst="rect">
            <a:avLst/>
          </a:prstGeom>
        </p:spPr>
        <p:txBody>
          <a:bodyPr vert="horz" lIns="91425" tIns="91425" rIns="91425" bIns="91425" rtlCol="0" anchor="ctr" anchorCtr="0">
            <a:noAutofit/>
          </a:bodyPr>
          <a:lstStyle/>
          <a:p>
            <a:fld id="{00000000-1234-1234-1234-123412341234}" type="slidenum">
              <a:rPr lang="en-US"/>
              <a:pPr/>
              <a:t>27</a:t>
            </a:fld>
            <a:endParaRPr lang="en-US"/>
          </a:p>
        </p:txBody>
      </p:sp>
      <p:sp>
        <p:nvSpPr>
          <p:cNvPr id="2" name="Content Placeholder 1"/>
          <p:cNvSpPr>
            <a:spLocks noGrp="1"/>
          </p:cNvSpPr>
          <p:nvPr>
            <p:ph idx="1"/>
          </p:nvPr>
        </p:nvSpPr>
        <p:spPr>
          <a:xfrm>
            <a:off x="696532" y="2151353"/>
            <a:ext cx="5227303" cy="3703637"/>
          </a:xfrm>
        </p:spPr>
        <p:txBody>
          <a:bodyPr>
            <a:normAutofit fontScale="85000" lnSpcReduction="10000"/>
          </a:bodyPr>
          <a:lstStyle/>
          <a:p>
            <a:r>
              <a:rPr lang="en-US" b="1" dirty="0"/>
              <a:t>Write an algorithm and draw a flowchart that will read the two sides of a rectangle and calculate its area.</a:t>
            </a:r>
            <a:r>
              <a:rPr lang="en-US" dirty="0"/>
              <a:t> </a:t>
            </a:r>
          </a:p>
          <a:p>
            <a:pPr marL="0" indent="0">
              <a:buNone/>
            </a:pPr>
            <a:endParaRPr lang="en-US" b="1" dirty="0"/>
          </a:p>
          <a:p>
            <a:pPr>
              <a:buNone/>
            </a:pPr>
            <a:r>
              <a:rPr lang="en-US" b="1" dirty="0"/>
              <a:t>Pseudo code</a:t>
            </a:r>
            <a:r>
              <a:rPr lang="en-US" dirty="0"/>
              <a:t> </a:t>
            </a:r>
          </a:p>
          <a:p>
            <a:r>
              <a:rPr lang="en-US" i="1" dirty="0"/>
              <a:t>Input the width (W) and Length (L) of a rectangle</a:t>
            </a:r>
          </a:p>
          <a:p>
            <a:r>
              <a:rPr lang="en-US" i="1" dirty="0"/>
              <a:t>Calculate the area (A) by multiplying L with W</a:t>
            </a:r>
          </a:p>
          <a:p>
            <a:r>
              <a:rPr lang="en-US" i="1" dirty="0"/>
              <a:t>Print A</a:t>
            </a:r>
          </a:p>
          <a:p>
            <a:endParaRPr lang="en-US" dirty="0"/>
          </a:p>
        </p:txBody>
      </p:sp>
      <p:grpSp>
        <p:nvGrpSpPr>
          <p:cNvPr id="29" name="Group 28"/>
          <p:cNvGrpSpPr>
            <a:grpSpLocks/>
          </p:cNvGrpSpPr>
          <p:nvPr/>
        </p:nvGrpSpPr>
        <p:grpSpPr bwMode="auto">
          <a:xfrm>
            <a:off x="7418767" y="1928018"/>
            <a:ext cx="3124200" cy="4191001"/>
            <a:chOff x="2448" y="5328"/>
            <a:chExt cx="3168" cy="5779"/>
          </a:xfrm>
        </p:grpSpPr>
        <p:sp>
          <p:nvSpPr>
            <p:cNvPr id="30" name="AutoShape 6"/>
            <p:cNvSpPr>
              <a:spLocks noChangeArrowheads="1"/>
            </p:cNvSpPr>
            <p:nvPr/>
          </p:nvSpPr>
          <p:spPr bwMode="auto">
            <a:xfrm>
              <a:off x="3337" y="5328"/>
              <a:ext cx="1440" cy="576"/>
            </a:xfrm>
            <a:prstGeom prst="flowChartTerminator">
              <a:avLst/>
            </a:prstGeom>
            <a:solidFill>
              <a:srgbClr val="CCFFFF">
                <a:alpha val="79999"/>
              </a:srgbClr>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400" b="1"/>
                <a:t>START</a:t>
              </a:r>
              <a:endParaRPr lang="en-US" sz="1400"/>
            </a:p>
          </p:txBody>
        </p:sp>
        <p:sp>
          <p:nvSpPr>
            <p:cNvPr id="31" name="Line 7"/>
            <p:cNvSpPr>
              <a:spLocks noChangeShapeType="1"/>
            </p:cNvSpPr>
            <p:nvPr/>
          </p:nvSpPr>
          <p:spPr bwMode="auto">
            <a:xfrm>
              <a:off x="4057" y="5904"/>
              <a:ext cx="0" cy="43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32" name="AutoShape 8"/>
            <p:cNvSpPr>
              <a:spLocks noChangeArrowheads="1"/>
            </p:cNvSpPr>
            <p:nvPr/>
          </p:nvSpPr>
          <p:spPr bwMode="auto">
            <a:xfrm>
              <a:off x="2448" y="6355"/>
              <a:ext cx="3168" cy="864"/>
            </a:xfrm>
            <a:prstGeom prst="flowChartInputOutput">
              <a:avLst/>
            </a:prstGeom>
            <a:solidFill>
              <a:srgbClr val="CCFFFF">
                <a:alpha val="79999"/>
              </a:srgbClr>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400" b="1"/>
                <a:t>Input</a:t>
              </a:r>
            </a:p>
            <a:p>
              <a:pPr algn="ctr"/>
              <a:r>
                <a:rPr lang="en-US" sz="1400" b="1"/>
                <a:t>W, L</a:t>
              </a:r>
              <a:endParaRPr lang="en-US" sz="1400"/>
            </a:p>
          </p:txBody>
        </p:sp>
        <p:sp>
          <p:nvSpPr>
            <p:cNvPr id="33" name="AutoShape 9"/>
            <p:cNvSpPr>
              <a:spLocks noChangeArrowheads="1"/>
            </p:cNvSpPr>
            <p:nvPr/>
          </p:nvSpPr>
          <p:spPr bwMode="auto">
            <a:xfrm>
              <a:off x="2967" y="7801"/>
              <a:ext cx="2141" cy="576"/>
            </a:xfrm>
            <a:prstGeom prst="flowChartProcess">
              <a:avLst/>
            </a:prstGeom>
            <a:solidFill>
              <a:srgbClr val="CCFFFF">
                <a:alpha val="79999"/>
              </a:srgbClr>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400" b="1"/>
                <a:t>A </a:t>
              </a:r>
              <a:r>
                <a:rPr lang="en-US">
                  <a:sym typeface="Symbol" panose="05050102010706020507" pitchFamily="18" charset="2"/>
                </a:rPr>
                <a:t></a:t>
              </a:r>
              <a:r>
                <a:rPr lang="en-US" sz="1400" b="1"/>
                <a:t> L x W</a:t>
              </a:r>
            </a:p>
          </p:txBody>
        </p:sp>
        <p:sp>
          <p:nvSpPr>
            <p:cNvPr id="34" name="Line 10"/>
            <p:cNvSpPr>
              <a:spLocks noChangeShapeType="1"/>
            </p:cNvSpPr>
            <p:nvPr/>
          </p:nvSpPr>
          <p:spPr bwMode="auto">
            <a:xfrm>
              <a:off x="4032" y="7219"/>
              <a:ext cx="0"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35" name="AutoShape 11"/>
            <p:cNvSpPr>
              <a:spLocks noChangeArrowheads="1"/>
            </p:cNvSpPr>
            <p:nvPr/>
          </p:nvSpPr>
          <p:spPr bwMode="auto">
            <a:xfrm>
              <a:off x="2812" y="8947"/>
              <a:ext cx="2448" cy="1008"/>
            </a:xfrm>
            <a:prstGeom prst="flowChartDisplay">
              <a:avLst/>
            </a:prstGeom>
            <a:solidFill>
              <a:srgbClr val="CCFFFF">
                <a:alpha val="79999"/>
              </a:srgbClr>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400" b="1"/>
                <a:t>Print</a:t>
              </a:r>
            </a:p>
            <a:p>
              <a:pPr algn="ctr"/>
              <a:r>
                <a:rPr lang="en-US" sz="1400" b="1"/>
                <a:t>A</a:t>
              </a:r>
              <a:endParaRPr lang="en-US" sz="1400"/>
            </a:p>
          </p:txBody>
        </p:sp>
        <p:sp>
          <p:nvSpPr>
            <p:cNvPr id="36" name="AutoShape 12"/>
            <p:cNvSpPr>
              <a:spLocks noChangeArrowheads="1"/>
            </p:cNvSpPr>
            <p:nvPr/>
          </p:nvSpPr>
          <p:spPr bwMode="auto">
            <a:xfrm>
              <a:off x="3293" y="10512"/>
              <a:ext cx="1440" cy="595"/>
            </a:xfrm>
            <a:prstGeom prst="flowChartTerminator">
              <a:avLst/>
            </a:prstGeom>
            <a:solidFill>
              <a:srgbClr val="CCFFFF">
                <a:alpha val="79999"/>
              </a:srgbClr>
            </a:solidFill>
            <a:ln w="9525">
              <a:solidFill>
                <a:srgbClr val="000000"/>
              </a:solidFill>
              <a:miter lim="800000"/>
              <a:headEnd/>
              <a:tailEnd/>
            </a:ln>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400" b="1"/>
                <a:t>STOP</a:t>
              </a:r>
              <a:endParaRPr lang="en-US" sz="1400"/>
            </a:p>
          </p:txBody>
        </p:sp>
        <p:sp>
          <p:nvSpPr>
            <p:cNvPr id="37" name="Line 13"/>
            <p:cNvSpPr>
              <a:spLocks noChangeShapeType="1"/>
            </p:cNvSpPr>
            <p:nvPr/>
          </p:nvSpPr>
          <p:spPr bwMode="auto">
            <a:xfrm>
              <a:off x="4032" y="8371"/>
              <a:ext cx="0"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38" name="Line 14"/>
            <p:cNvSpPr>
              <a:spLocks noChangeShapeType="1"/>
            </p:cNvSpPr>
            <p:nvPr/>
          </p:nvSpPr>
          <p:spPr bwMode="auto">
            <a:xfrm>
              <a:off x="4032" y="9955"/>
              <a:ext cx="0" cy="57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grpSp>
    </p:spTree>
    <p:extLst>
      <p:ext uri="{BB962C8B-B14F-4D97-AF65-F5344CB8AC3E}">
        <p14:creationId xmlns:p14="http://schemas.microsoft.com/office/powerpoint/2010/main" val="20445826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5"/>
            <a:ext cx="9575042" cy="617369"/>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a:spcBef>
                <a:spcPts val="0"/>
              </a:spcBef>
            </a:pPr>
            <a:r>
              <a:rPr lang="en-US" sz="4000" dirty="0"/>
              <a:t>The Flowchart</a:t>
            </a:r>
          </a:p>
        </p:txBody>
      </p:sp>
      <p:sp>
        <p:nvSpPr>
          <p:cNvPr id="393" name="Shape 393"/>
          <p:cNvSpPr txBox="1">
            <a:spLocks noGrp="1"/>
          </p:cNvSpPr>
          <p:nvPr>
            <p:ph type="sldNum" idx="12"/>
          </p:nvPr>
        </p:nvSpPr>
        <p:spPr>
          <a:prstGeom prst="rect">
            <a:avLst/>
          </a:prstGeom>
        </p:spPr>
        <p:txBody>
          <a:bodyPr vert="horz" lIns="91425" tIns="91425" rIns="91425" bIns="91425" rtlCol="0" anchor="ctr" anchorCtr="0">
            <a:noAutofit/>
          </a:bodyPr>
          <a:lstStyle/>
          <a:p>
            <a:fld id="{00000000-1234-1234-1234-123412341234}" type="slidenum">
              <a:rPr lang="en-US"/>
              <a:pPr/>
              <a:t>28</a:t>
            </a:fld>
            <a:endParaRPr lang="en-US"/>
          </a:p>
        </p:txBody>
      </p:sp>
      <p:graphicFrame>
        <p:nvGraphicFramePr>
          <p:cNvPr id="2" name="Diagram 1"/>
          <p:cNvGraphicFramePr/>
          <p:nvPr/>
        </p:nvGraphicFramePr>
        <p:xfrm>
          <a:off x="838199" y="1690689"/>
          <a:ext cx="10265229" cy="46656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21191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199" y="400539"/>
            <a:ext cx="9575042" cy="85528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a:spcBef>
                <a:spcPts val="0"/>
              </a:spcBef>
            </a:pPr>
            <a:r>
              <a:rPr lang="en-US" sz="4000" dirty="0"/>
              <a:t>The Flowchart Rules</a:t>
            </a:r>
          </a:p>
        </p:txBody>
      </p:sp>
      <p:sp>
        <p:nvSpPr>
          <p:cNvPr id="393" name="Shape 393"/>
          <p:cNvSpPr txBox="1">
            <a:spLocks noGrp="1"/>
          </p:cNvSpPr>
          <p:nvPr>
            <p:ph type="sldNum" idx="12"/>
          </p:nvPr>
        </p:nvSpPr>
        <p:spPr>
          <a:prstGeom prst="rect">
            <a:avLst/>
          </a:prstGeom>
        </p:spPr>
        <p:txBody>
          <a:bodyPr vert="horz" lIns="91425" tIns="91425" rIns="91425" bIns="91425" rtlCol="0" anchor="ctr" anchorCtr="0">
            <a:noAutofit/>
          </a:bodyPr>
          <a:lstStyle/>
          <a:p>
            <a:fld id="{00000000-1234-1234-1234-123412341234}" type="slidenum">
              <a:rPr lang="en-US"/>
              <a:pPr/>
              <a:t>29</a:t>
            </a:fld>
            <a:endParaRPr lang="en-US"/>
          </a:p>
        </p:txBody>
      </p:sp>
      <p:sp>
        <p:nvSpPr>
          <p:cNvPr id="7" name="Content Placeholder 1"/>
          <p:cNvSpPr>
            <a:spLocks noGrp="1"/>
          </p:cNvSpPr>
          <p:nvPr>
            <p:ph idx="1"/>
          </p:nvPr>
        </p:nvSpPr>
        <p:spPr>
          <a:xfrm>
            <a:off x="838199" y="1957588"/>
            <a:ext cx="6232301" cy="4649273"/>
          </a:xfrm>
        </p:spPr>
        <p:txBody>
          <a:bodyPr>
            <a:normAutofit/>
          </a:bodyPr>
          <a:lstStyle/>
          <a:p>
            <a:r>
              <a:rPr lang="en-US" dirty="0"/>
              <a:t>sequence control structure</a:t>
            </a:r>
          </a:p>
        </p:txBody>
      </p:sp>
      <p:sp>
        <p:nvSpPr>
          <p:cNvPr id="8" name="Content Placeholder 1"/>
          <p:cNvSpPr txBox="1">
            <a:spLocks/>
          </p:cNvSpPr>
          <p:nvPr/>
        </p:nvSpPr>
        <p:spPr>
          <a:xfrm>
            <a:off x="5625721" y="1957587"/>
            <a:ext cx="6232301" cy="46492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selection control structure</a:t>
            </a:r>
          </a:p>
        </p:txBody>
      </p:sp>
      <p:grpSp>
        <p:nvGrpSpPr>
          <p:cNvPr id="9" name="Group 8"/>
          <p:cNvGrpSpPr>
            <a:grpSpLocks/>
          </p:cNvGrpSpPr>
          <p:nvPr/>
        </p:nvGrpSpPr>
        <p:grpSpPr bwMode="auto">
          <a:xfrm>
            <a:off x="6096000" y="2529691"/>
            <a:ext cx="5205411" cy="3508844"/>
            <a:chOff x="960" y="1008"/>
            <a:chExt cx="3792" cy="2640"/>
          </a:xfrm>
        </p:grpSpPr>
        <p:sp>
          <p:nvSpPr>
            <p:cNvPr id="10" name="Rectangle 9"/>
            <p:cNvSpPr>
              <a:spLocks noChangeArrowheads="1"/>
            </p:cNvSpPr>
            <p:nvPr/>
          </p:nvSpPr>
          <p:spPr bwMode="auto">
            <a:xfrm>
              <a:off x="960" y="1008"/>
              <a:ext cx="3792" cy="264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1" name="Text Box 6"/>
            <p:cNvSpPr txBox="1">
              <a:spLocks noChangeArrowheads="1"/>
            </p:cNvSpPr>
            <p:nvPr/>
          </p:nvSpPr>
          <p:spPr bwMode="auto">
            <a:xfrm>
              <a:off x="2486" y="1511"/>
              <a:ext cx="7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US"/>
                <a:t>Condition</a:t>
              </a:r>
            </a:p>
          </p:txBody>
        </p:sp>
        <p:sp>
          <p:nvSpPr>
            <p:cNvPr id="12" name="AutoShape 7"/>
            <p:cNvSpPr>
              <a:spLocks noChangeArrowheads="1"/>
            </p:cNvSpPr>
            <p:nvPr/>
          </p:nvSpPr>
          <p:spPr bwMode="auto">
            <a:xfrm>
              <a:off x="2352" y="1344"/>
              <a:ext cx="1152" cy="576"/>
            </a:xfrm>
            <a:prstGeom prst="flowChartDecis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3" name="Text Box 8"/>
            <p:cNvSpPr txBox="1">
              <a:spLocks noChangeArrowheads="1"/>
            </p:cNvSpPr>
            <p:nvPr/>
          </p:nvSpPr>
          <p:spPr bwMode="auto">
            <a:xfrm>
              <a:off x="1365" y="2397"/>
              <a:ext cx="922" cy="4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a:t>else-</a:t>
              </a:r>
            </a:p>
            <a:p>
              <a:pPr algn="ctr"/>
              <a:r>
                <a:rPr lang="en-US"/>
                <a:t>statement(s)</a:t>
              </a:r>
            </a:p>
          </p:txBody>
        </p:sp>
        <p:sp>
          <p:nvSpPr>
            <p:cNvPr id="14" name="Text Box 9"/>
            <p:cNvSpPr txBox="1">
              <a:spLocks noChangeArrowheads="1"/>
            </p:cNvSpPr>
            <p:nvPr/>
          </p:nvSpPr>
          <p:spPr bwMode="auto">
            <a:xfrm>
              <a:off x="3477" y="2397"/>
              <a:ext cx="922" cy="41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a:t>then-</a:t>
              </a:r>
            </a:p>
            <a:p>
              <a:pPr algn="ctr"/>
              <a:r>
                <a:rPr lang="en-US"/>
                <a:t>statement(s)</a:t>
              </a:r>
            </a:p>
          </p:txBody>
        </p:sp>
        <p:sp>
          <p:nvSpPr>
            <p:cNvPr id="15" name="Line 10"/>
            <p:cNvSpPr>
              <a:spLocks noChangeShapeType="1"/>
            </p:cNvSpPr>
            <p:nvPr/>
          </p:nvSpPr>
          <p:spPr bwMode="auto">
            <a:xfrm>
              <a:off x="3504" y="1632"/>
              <a:ext cx="4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6" name="Line 11"/>
            <p:cNvSpPr>
              <a:spLocks noChangeShapeType="1"/>
            </p:cNvSpPr>
            <p:nvPr/>
          </p:nvSpPr>
          <p:spPr bwMode="auto">
            <a:xfrm>
              <a:off x="1872" y="1632"/>
              <a:ext cx="48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7" name="Line 12"/>
            <p:cNvSpPr>
              <a:spLocks noChangeShapeType="1"/>
            </p:cNvSpPr>
            <p:nvPr/>
          </p:nvSpPr>
          <p:spPr bwMode="auto">
            <a:xfrm>
              <a:off x="1872" y="1632"/>
              <a:ext cx="0" cy="76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8" name="Line 13"/>
            <p:cNvSpPr>
              <a:spLocks noChangeShapeType="1"/>
            </p:cNvSpPr>
            <p:nvPr/>
          </p:nvSpPr>
          <p:spPr bwMode="auto">
            <a:xfrm>
              <a:off x="3984" y="1632"/>
              <a:ext cx="0" cy="76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19" name="Line 14"/>
            <p:cNvSpPr>
              <a:spLocks noChangeShapeType="1"/>
            </p:cNvSpPr>
            <p:nvPr/>
          </p:nvSpPr>
          <p:spPr bwMode="auto">
            <a:xfrm>
              <a:off x="2928" y="1056"/>
              <a:ext cx="0"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0" name="Line 15"/>
            <p:cNvSpPr>
              <a:spLocks noChangeShapeType="1"/>
            </p:cNvSpPr>
            <p:nvPr/>
          </p:nvSpPr>
          <p:spPr bwMode="auto">
            <a:xfrm>
              <a:off x="1872" y="2832"/>
              <a:ext cx="0" cy="28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1" name="Line 16"/>
            <p:cNvSpPr>
              <a:spLocks noChangeShapeType="1"/>
            </p:cNvSpPr>
            <p:nvPr/>
          </p:nvSpPr>
          <p:spPr bwMode="auto">
            <a:xfrm>
              <a:off x="3984" y="2832"/>
              <a:ext cx="0" cy="288"/>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2" name="Line 17"/>
            <p:cNvSpPr>
              <a:spLocks noChangeShapeType="1"/>
            </p:cNvSpPr>
            <p:nvPr/>
          </p:nvSpPr>
          <p:spPr bwMode="auto">
            <a:xfrm>
              <a:off x="1872" y="3120"/>
              <a:ext cx="1008"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3" name="Line 18"/>
            <p:cNvSpPr>
              <a:spLocks noChangeShapeType="1"/>
            </p:cNvSpPr>
            <p:nvPr/>
          </p:nvSpPr>
          <p:spPr bwMode="auto">
            <a:xfrm>
              <a:off x="3024" y="3120"/>
              <a:ext cx="96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4" name="AutoShape 19"/>
            <p:cNvSpPr>
              <a:spLocks noChangeArrowheads="1"/>
            </p:cNvSpPr>
            <p:nvPr/>
          </p:nvSpPr>
          <p:spPr bwMode="auto">
            <a:xfrm>
              <a:off x="2880" y="3024"/>
              <a:ext cx="144" cy="144"/>
            </a:xfrm>
            <a:prstGeom prst="flowChartConnector">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5" name="Line 20"/>
            <p:cNvSpPr>
              <a:spLocks noChangeShapeType="1"/>
            </p:cNvSpPr>
            <p:nvPr/>
          </p:nvSpPr>
          <p:spPr bwMode="auto">
            <a:xfrm>
              <a:off x="2928" y="3168"/>
              <a:ext cx="0" cy="28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26" name="Text Box 21"/>
            <p:cNvSpPr txBox="1">
              <a:spLocks noChangeArrowheads="1"/>
            </p:cNvSpPr>
            <p:nvPr/>
          </p:nvSpPr>
          <p:spPr bwMode="auto">
            <a:xfrm>
              <a:off x="3600" y="1407"/>
              <a:ext cx="33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US" sz="1600"/>
                <a:t>Yes</a:t>
              </a:r>
            </a:p>
          </p:txBody>
        </p:sp>
        <p:sp>
          <p:nvSpPr>
            <p:cNvPr id="27" name="Text Box 22"/>
            <p:cNvSpPr txBox="1">
              <a:spLocks noChangeArrowheads="1"/>
            </p:cNvSpPr>
            <p:nvPr/>
          </p:nvSpPr>
          <p:spPr bwMode="auto">
            <a:xfrm>
              <a:off x="2016" y="1407"/>
              <a:ext cx="27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US" sz="1600" dirty="0"/>
                <a:t>No</a:t>
              </a:r>
            </a:p>
          </p:txBody>
        </p:sp>
      </p:grpSp>
      <p:grpSp>
        <p:nvGrpSpPr>
          <p:cNvPr id="28" name="Group 27"/>
          <p:cNvGrpSpPr>
            <a:grpSpLocks/>
          </p:cNvGrpSpPr>
          <p:nvPr/>
        </p:nvGrpSpPr>
        <p:grpSpPr bwMode="auto">
          <a:xfrm>
            <a:off x="988926" y="2492060"/>
            <a:ext cx="3276600" cy="4114800"/>
            <a:chOff x="1680" y="1344"/>
            <a:chExt cx="2064" cy="2592"/>
          </a:xfrm>
        </p:grpSpPr>
        <p:sp>
          <p:nvSpPr>
            <p:cNvPr id="29" name="Rectangle 28"/>
            <p:cNvSpPr>
              <a:spLocks noChangeArrowheads="1"/>
            </p:cNvSpPr>
            <p:nvPr/>
          </p:nvSpPr>
          <p:spPr bwMode="auto">
            <a:xfrm>
              <a:off x="1680" y="1344"/>
              <a:ext cx="2064" cy="25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endParaRPr lang="en-US" sz="1600"/>
            </a:p>
          </p:txBody>
        </p:sp>
        <p:sp>
          <p:nvSpPr>
            <p:cNvPr id="30" name="Text Box 6"/>
            <p:cNvSpPr txBox="1">
              <a:spLocks noChangeArrowheads="1"/>
            </p:cNvSpPr>
            <p:nvPr/>
          </p:nvSpPr>
          <p:spPr bwMode="auto">
            <a:xfrm>
              <a:off x="2256" y="2304"/>
              <a:ext cx="1032"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600"/>
                <a:t>Statement 2</a:t>
              </a:r>
            </a:p>
          </p:txBody>
        </p:sp>
        <p:sp>
          <p:nvSpPr>
            <p:cNvPr id="31" name="Text Box 7"/>
            <p:cNvSpPr txBox="1">
              <a:spLocks noChangeArrowheads="1"/>
            </p:cNvSpPr>
            <p:nvPr/>
          </p:nvSpPr>
          <p:spPr bwMode="auto">
            <a:xfrm>
              <a:off x="2256" y="1728"/>
              <a:ext cx="99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600"/>
                <a:t>     Statement 1</a:t>
              </a:r>
            </a:p>
          </p:txBody>
        </p:sp>
        <p:sp>
          <p:nvSpPr>
            <p:cNvPr id="32" name="Text Box 8"/>
            <p:cNvSpPr txBox="1">
              <a:spLocks noChangeArrowheads="1"/>
            </p:cNvSpPr>
            <p:nvPr/>
          </p:nvSpPr>
          <p:spPr bwMode="auto">
            <a:xfrm>
              <a:off x="2256" y="2832"/>
              <a:ext cx="993"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600"/>
                <a:t>     Statement 3</a:t>
              </a:r>
            </a:p>
          </p:txBody>
        </p:sp>
        <p:sp>
          <p:nvSpPr>
            <p:cNvPr id="33" name="Line 9"/>
            <p:cNvSpPr>
              <a:spLocks noChangeShapeType="1"/>
            </p:cNvSpPr>
            <p:nvPr/>
          </p:nvSpPr>
          <p:spPr bwMode="auto">
            <a:xfrm>
              <a:off x="2784" y="1433"/>
              <a:ext cx="0" cy="27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34" name="Line 10"/>
            <p:cNvSpPr>
              <a:spLocks noChangeShapeType="1"/>
            </p:cNvSpPr>
            <p:nvPr/>
          </p:nvSpPr>
          <p:spPr bwMode="auto">
            <a:xfrm>
              <a:off x="2784" y="2544"/>
              <a:ext cx="0" cy="27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35" name="Line 11"/>
            <p:cNvSpPr>
              <a:spLocks noChangeShapeType="1"/>
            </p:cNvSpPr>
            <p:nvPr/>
          </p:nvSpPr>
          <p:spPr bwMode="auto">
            <a:xfrm>
              <a:off x="2784" y="1968"/>
              <a:ext cx="0" cy="34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36" name="Line 12"/>
            <p:cNvSpPr>
              <a:spLocks noChangeShapeType="1"/>
            </p:cNvSpPr>
            <p:nvPr/>
          </p:nvSpPr>
          <p:spPr bwMode="auto">
            <a:xfrm>
              <a:off x="2784" y="3072"/>
              <a:ext cx="0" cy="278"/>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37" name="Text Box 13"/>
            <p:cNvSpPr txBox="1">
              <a:spLocks noChangeArrowheads="1"/>
            </p:cNvSpPr>
            <p:nvPr/>
          </p:nvSpPr>
          <p:spPr bwMode="auto">
            <a:xfrm>
              <a:off x="2256" y="3360"/>
              <a:ext cx="1008" cy="21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sz="1600"/>
                <a:t>:</a:t>
              </a:r>
            </a:p>
          </p:txBody>
        </p:sp>
      </p:grpSp>
    </p:spTree>
    <p:extLst>
      <p:ext uri="{BB962C8B-B14F-4D97-AF65-F5344CB8AC3E}">
        <p14:creationId xmlns:p14="http://schemas.microsoft.com/office/powerpoint/2010/main" val="20978336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Shape 391"/>
          <p:cNvSpPr txBox="1">
            <a:spLocks noGrp="1"/>
          </p:cNvSpPr>
          <p:nvPr>
            <p:ph type="title"/>
          </p:nvPr>
        </p:nvSpPr>
        <p:spPr>
          <a:xfrm>
            <a:off x="838200" y="365126"/>
            <a:ext cx="9575042" cy="816176"/>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vert="horz" lIns="91425" tIns="91425" rIns="91425" bIns="91425" rtlCol="0" anchor="b" anchorCtr="0">
            <a:noAutofit/>
          </a:bodyPr>
          <a:lstStyle/>
          <a:p>
            <a:pPr>
              <a:spcBef>
                <a:spcPts val="0"/>
              </a:spcBef>
            </a:pPr>
            <a:r>
              <a:rPr lang="en-US" sz="4000" dirty="0"/>
              <a:t>The Flowchart Rules</a:t>
            </a:r>
          </a:p>
        </p:txBody>
      </p:sp>
      <p:sp>
        <p:nvSpPr>
          <p:cNvPr id="393" name="Shape 393"/>
          <p:cNvSpPr txBox="1">
            <a:spLocks noGrp="1"/>
          </p:cNvSpPr>
          <p:nvPr>
            <p:ph type="sldNum" idx="12"/>
          </p:nvPr>
        </p:nvSpPr>
        <p:spPr>
          <a:prstGeom prst="rect">
            <a:avLst/>
          </a:prstGeom>
        </p:spPr>
        <p:txBody>
          <a:bodyPr vert="horz" lIns="91425" tIns="91425" rIns="91425" bIns="91425" rtlCol="0" anchor="ctr" anchorCtr="0">
            <a:noAutofit/>
          </a:bodyPr>
          <a:lstStyle/>
          <a:p>
            <a:fld id="{00000000-1234-1234-1234-123412341234}" type="slidenum">
              <a:rPr lang="en-US"/>
              <a:pPr/>
              <a:t>30</a:t>
            </a:fld>
            <a:endParaRPr lang="en-US"/>
          </a:p>
        </p:txBody>
      </p:sp>
      <p:sp>
        <p:nvSpPr>
          <p:cNvPr id="7" name="Content Placeholder 1"/>
          <p:cNvSpPr>
            <a:spLocks noGrp="1"/>
          </p:cNvSpPr>
          <p:nvPr>
            <p:ph idx="1"/>
          </p:nvPr>
        </p:nvSpPr>
        <p:spPr>
          <a:xfrm>
            <a:off x="838199" y="1957588"/>
            <a:ext cx="6232301" cy="4649273"/>
          </a:xfrm>
        </p:spPr>
        <p:txBody>
          <a:bodyPr>
            <a:normAutofit/>
          </a:bodyPr>
          <a:lstStyle/>
          <a:p>
            <a:r>
              <a:rPr lang="en-US" dirty="0"/>
              <a:t>repetition control structure</a:t>
            </a:r>
          </a:p>
        </p:txBody>
      </p:sp>
      <p:grpSp>
        <p:nvGrpSpPr>
          <p:cNvPr id="38" name="Group 37"/>
          <p:cNvGrpSpPr>
            <a:grpSpLocks/>
          </p:cNvGrpSpPr>
          <p:nvPr/>
        </p:nvGrpSpPr>
        <p:grpSpPr bwMode="auto">
          <a:xfrm>
            <a:off x="3064434" y="2833665"/>
            <a:ext cx="5638800" cy="3276600"/>
            <a:chOff x="1152" y="1440"/>
            <a:chExt cx="3552" cy="2064"/>
          </a:xfrm>
        </p:grpSpPr>
        <p:grpSp>
          <p:nvGrpSpPr>
            <p:cNvPr id="39" name="Group 38"/>
            <p:cNvGrpSpPr>
              <a:grpSpLocks/>
            </p:cNvGrpSpPr>
            <p:nvPr/>
          </p:nvGrpSpPr>
          <p:grpSpPr bwMode="auto">
            <a:xfrm>
              <a:off x="1152" y="1440"/>
              <a:ext cx="3552" cy="2064"/>
              <a:chOff x="1152" y="1440"/>
              <a:chExt cx="3552" cy="2064"/>
            </a:xfrm>
          </p:grpSpPr>
          <p:sp>
            <p:nvSpPr>
              <p:cNvPr id="42" name="Rectangle 41"/>
              <p:cNvSpPr>
                <a:spLocks noChangeArrowheads="1"/>
              </p:cNvSpPr>
              <p:nvPr/>
            </p:nvSpPr>
            <p:spPr bwMode="auto">
              <a:xfrm>
                <a:off x="1152" y="1440"/>
                <a:ext cx="3552" cy="206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endParaRPr lang="en-US" sz="1600"/>
              </a:p>
            </p:txBody>
          </p:sp>
          <p:sp>
            <p:nvSpPr>
              <p:cNvPr id="43" name="Text Box 6"/>
              <p:cNvSpPr txBox="1">
                <a:spLocks noChangeArrowheads="1"/>
              </p:cNvSpPr>
              <p:nvPr/>
            </p:nvSpPr>
            <p:spPr bwMode="auto">
              <a:xfrm>
                <a:off x="1584" y="2397"/>
                <a:ext cx="7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US"/>
                  <a:t>Condition</a:t>
                </a:r>
              </a:p>
            </p:txBody>
          </p:sp>
          <p:sp>
            <p:nvSpPr>
              <p:cNvPr id="44" name="AutoShape 7"/>
              <p:cNvSpPr>
                <a:spLocks noChangeArrowheads="1"/>
              </p:cNvSpPr>
              <p:nvPr/>
            </p:nvSpPr>
            <p:spPr bwMode="auto">
              <a:xfrm>
                <a:off x="1440" y="2256"/>
                <a:ext cx="1152" cy="480"/>
              </a:xfrm>
              <a:prstGeom prst="flowChartDecis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45" name="AutoShape 8"/>
              <p:cNvSpPr>
                <a:spLocks noChangeArrowheads="1"/>
              </p:cNvSpPr>
              <p:nvPr/>
            </p:nvSpPr>
            <p:spPr bwMode="auto">
              <a:xfrm>
                <a:off x="3408" y="2256"/>
                <a:ext cx="1056" cy="528"/>
              </a:xfrm>
              <a:prstGeom prst="flowChartProcess">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endParaRPr lang="en-US"/>
              </a:p>
            </p:txBody>
          </p:sp>
          <p:sp>
            <p:nvSpPr>
              <p:cNvPr id="46" name="Text Box 9"/>
              <p:cNvSpPr txBox="1">
                <a:spLocks noChangeArrowheads="1"/>
              </p:cNvSpPr>
              <p:nvPr/>
            </p:nvSpPr>
            <p:spPr bwMode="auto">
              <a:xfrm>
                <a:off x="3408" y="2304"/>
                <a:ext cx="1085"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lgn="ctr"/>
                <a:r>
                  <a:rPr lang="en-US"/>
                  <a:t>Loop </a:t>
                </a:r>
              </a:p>
              <a:p>
                <a:pPr algn="ctr"/>
                <a:r>
                  <a:rPr lang="en-US"/>
                  <a:t>Statement(s)</a:t>
                </a:r>
              </a:p>
            </p:txBody>
          </p:sp>
          <p:sp>
            <p:nvSpPr>
              <p:cNvPr id="47" name="Line 10"/>
              <p:cNvSpPr>
                <a:spLocks noChangeShapeType="1"/>
              </p:cNvSpPr>
              <p:nvPr/>
            </p:nvSpPr>
            <p:spPr bwMode="auto">
              <a:xfrm>
                <a:off x="2016" y="1872"/>
                <a:ext cx="0" cy="384"/>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48" name="Oval 47"/>
              <p:cNvSpPr>
                <a:spLocks noChangeArrowheads="1"/>
              </p:cNvSpPr>
              <p:nvPr/>
            </p:nvSpPr>
            <p:spPr bwMode="auto">
              <a:xfrm flipV="1">
                <a:off x="1920" y="1728"/>
                <a:ext cx="192" cy="144"/>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49" name="Line 12"/>
              <p:cNvSpPr>
                <a:spLocks noChangeShapeType="1"/>
              </p:cNvSpPr>
              <p:nvPr/>
            </p:nvSpPr>
            <p:spPr bwMode="auto">
              <a:xfrm>
                <a:off x="2592" y="2496"/>
                <a:ext cx="816"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50" name="Line 13"/>
              <p:cNvSpPr>
                <a:spLocks noChangeShapeType="1"/>
              </p:cNvSpPr>
              <p:nvPr/>
            </p:nvSpPr>
            <p:spPr bwMode="auto">
              <a:xfrm flipV="1">
                <a:off x="3984" y="2064"/>
                <a:ext cx="0" cy="192"/>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51" name="Line 14"/>
              <p:cNvSpPr>
                <a:spLocks noChangeShapeType="1"/>
              </p:cNvSpPr>
              <p:nvPr/>
            </p:nvSpPr>
            <p:spPr bwMode="auto">
              <a:xfrm flipH="1">
                <a:off x="2016" y="2064"/>
                <a:ext cx="196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52" name="Line 15"/>
              <p:cNvSpPr>
                <a:spLocks noChangeShapeType="1"/>
              </p:cNvSpPr>
              <p:nvPr/>
            </p:nvSpPr>
            <p:spPr bwMode="auto">
              <a:xfrm flipH="1">
                <a:off x="2016" y="2736"/>
                <a:ext cx="0" cy="336"/>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sp>
            <p:nvSpPr>
              <p:cNvPr id="53" name="Oval 52"/>
              <p:cNvSpPr>
                <a:spLocks noChangeArrowheads="1"/>
              </p:cNvSpPr>
              <p:nvPr/>
            </p:nvSpPr>
            <p:spPr bwMode="auto">
              <a:xfrm flipV="1">
                <a:off x="1920" y="3072"/>
                <a:ext cx="192" cy="144"/>
              </a:xfrm>
              <a:prstGeom prst="ellips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endParaRPr lang="en-US"/>
              </a:p>
            </p:txBody>
          </p:sp>
        </p:grpSp>
        <p:sp>
          <p:nvSpPr>
            <p:cNvPr id="40" name="Text Box 17"/>
            <p:cNvSpPr txBox="1">
              <a:spLocks noChangeArrowheads="1"/>
            </p:cNvSpPr>
            <p:nvPr/>
          </p:nvSpPr>
          <p:spPr bwMode="auto">
            <a:xfrm>
              <a:off x="2784" y="2256"/>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50000"/>
                </a:spcBef>
              </a:pPr>
              <a:r>
                <a:rPr lang="en-US"/>
                <a:t>yes</a:t>
              </a:r>
            </a:p>
          </p:txBody>
        </p:sp>
        <p:sp>
          <p:nvSpPr>
            <p:cNvPr id="41" name="Text Box 18"/>
            <p:cNvSpPr txBox="1">
              <a:spLocks noChangeArrowheads="1"/>
            </p:cNvSpPr>
            <p:nvPr/>
          </p:nvSpPr>
          <p:spPr bwMode="auto">
            <a:xfrm>
              <a:off x="2016" y="2784"/>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spcBef>
                  <a:spcPct val="50000"/>
                </a:spcBef>
              </a:pPr>
              <a:r>
                <a:rPr lang="en-US"/>
                <a:t>no</a:t>
              </a:r>
            </a:p>
          </p:txBody>
        </p:sp>
      </p:grpSp>
    </p:spTree>
    <p:extLst>
      <p:ext uri="{BB962C8B-B14F-4D97-AF65-F5344CB8AC3E}">
        <p14:creationId xmlns:p14="http://schemas.microsoft.com/office/powerpoint/2010/main" val="12365336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718BC-944E-156B-C5E1-3B328EF6A8A6}"/>
              </a:ext>
            </a:extLst>
          </p:cNvPr>
          <p:cNvSpPr>
            <a:spLocks noGrp="1"/>
          </p:cNvSpPr>
          <p:nvPr>
            <p:ph type="title"/>
          </p:nvPr>
        </p:nvSpPr>
        <p:spPr>
          <a:xfrm>
            <a:off x="1167319" y="2446844"/>
            <a:ext cx="9387192" cy="1325563"/>
          </a:xfrm>
        </p:spPr>
        <p:txBody>
          <a:bodyPr/>
          <a:lstStyle/>
          <a:p>
            <a:pPr algn="ctr"/>
            <a:r>
              <a:rPr lang="en-IN" dirty="0"/>
              <a:t>7. Algorithms and Flowcharts – Samples</a:t>
            </a:r>
          </a:p>
        </p:txBody>
      </p:sp>
      <p:sp>
        <p:nvSpPr>
          <p:cNvPr id="3" name="Slide Number Placeholder 2">
            <a:extLst>
              <a:ext uri="{FF2B5EF4-FFF2-40B4-BE49-F238E27FC236}">
                <a16:creationId xmlns:a16="http://schemas.microsoft.com/office/drawing/2014/main" id="{A5F0C66A-D952-629E-4D70-E4D6BFA46C87}"/>
              </a:ext>
            </a:extLst>
          </p:cNvPr>
          <p:cNvSpPr>
            <a:spLocks noGrp="1"/>
          </p:cNvSpPr>
          <p:nvPr>
            <p:ph type="sldNum" sz="quarter" idx="12"/>
          </p:nvPr>
        </p:nvSpPr>
        <p:spPr/>
        <p:txBody>
          <a:bodyPr/>
          <a:lstStyle/>
          <a:p>
            <a:fld id="{0FE7F50B-1018-4C2F-B10B-1000C662F82E}" type="slidenum">
              <a:rPr lang="en-GB" smtClean="0"/>
              <a:t>31</a:t>
            </a:fld>
            <a:endParaRPr lang="en-GB"/>
          </a:p>
        </p:txBody>
      </p:sp>
    </p:spTree>
    <p:extLst>
      <p:ext uri="{BB962C8B-B14F-4D97-AF65-F5344CB8AC3E}">
        <p14:creationId xmlns:p14="http://schemas.microsoft.com/office/powerpoint/2010/main" val="259575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0336A5B-6684-ABBC-A03D-F9DBC9A6EF1A}"/>
              </a:ext>
            </a:extLst>
          </p:cNvPr>
          <p:cNvPicPr>
            <a:picLocks noChangeAspect="1"/>
          </p:cNvPicPr>
          <p:nvPr/>
        </p:nvPicPr>
        <p:blipFill>
          <a:blip r:embed="rId2"/>
          <a:stretch>
            <a:fillRect/>
          </a:stretch>
        </p:blipFill>
        <p:spPr>
          <a:xfrm>
            <a:off x="1459203" y="1975068"/>
            <a:ext cx="4351397" cy="3063505"/>
          </a:xfrm>
          <a:prstGeom prst="rect">
            <a:avLst/>
          </a:prstGeom>
        </p:spPr>
      </p:pic>
      <p:pic>
        <p:nvPicPr>
          <p:cNvPr id="7" name="Picture 6">
            <a:extLst>
              <a:ext uri="{FF2B5EF4-FFF2-40B4-BE49-F238E27FC236}">
                <a16:creationId xmlns:a16="http://schemas.microsoft.com/office/drawing/2014/main" id="{C40017C9-7763-B776-7987-AF3ED423F677}"/>
              </a:ext>
            </a:extLst>
          </p:cNvPr>
          <p:cNvPicPr>
            <a:picLocks noChangeAspect="1"/>
          </p:cNvPicPr>
          <p:nvPr/>
        </p:nvPicPr>
        <p:blipFill>
          <a:blip r:embed="rId3"/>
          <a:stretch>
            <a:fillRect/>
          </a:stretch>
        </p:blipFill>
        <p:spPr>
          <a:xfrm>
            <a:off x="7022785" y="708424"/>
            <a:ext cx="2270957" cy="5441152"/>
          </a:xfrm>
          <a:prstGeom prst="rect">
            <a:avLst/>
          </a:prstGeom>
        </p:spPr>
      </p:pic>
      <p:sp>
        <p:nvSpPr>
          <p:cNvPr id="8" name="Slide Number Placeholder 7">
            <a:extLst>
              <a:ext uri="{FF2B5EF4-FFF2-40B4-BE49-F238E27FC236}">
                <a16:creationId xmlns:a16="http://schemas.microsoft.com/office/drawing/2014/main" id="{25F378F2-2146-A399-3AD4-286B6B72DC08}"/>
              </a:ext>
            </a:extLst>
          </p:cNvPr>
          <p:cNvSpPr>
            <a:spLocks noGrp="1"/>
          </p:cNvSpPr>
          <p:nvPr>
            <p:ph type="sldNum" sz="quarter" idx="12"/>
          </p:nvPr>
        </p:nvSpPr>
        <p:spPr/>
        <p:txBody>
          <a:bodyPr/>
          <a:lstStyle/>
          <a:p>
            <a:fld id="{0FE7F50B-1018-4C2F-B10B-1000C662F82E}" type="slidenum">
              <a:rPr lang="en-GB" smtClean="0"/>
              <a:t>32</a:t>
            </a:fld>
            <a:endParaRPr lang="en-GB"/>
          </a:p>
        </p:txBody>
      </p:sp>
    </p:spTree>
    <p:extLst>
      <p:ext uri="{BB962C8B-B14F-4D97-AF65-F5344CB8AC3E}">
        <p14:creationId xmlns:p14="http://schemas.microsoft.com/office/powerpoint/2010/main" val="27122095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E7F10FF-ECDD-3075-E4D1-5B15280606A5}"/>
              </a:ext>
            </a:extLst>
          </p:cNvPr>
          <p:cNvPicPr>
            <a:picLocks noChangeAspect="1"/>
          </p:cNvPicPr>
          <p:nvPr/>
        </p:nvPicPr>
        <p:blipFill>
          <a:blip r:embed="rId2"/>
          <a:stretch>
            <a:fillRect/>
          </a:stretch>
        </p:blipFill>
        <p:spPr>
          <a:xfrm>
            <a:off x="1847719" y="1729592"/>
            <a:ext cx="3010161" cy="3398815"/>
          </a:xfrm>
          <a:prstGeom prst="rect">
            <a:avLst/>
          </a:prstGeom>
        </p:spPr>
      </p:pic>
      <p:pic>
        <p:nvPicPr>
          <p:cNvPr id="7" name="Picture 6">
            <a:extLst>
              <a:ext uri="{FF2B5EF4-FFF2-40B4-BE49-F238E27FC236}">
                <a16:creationId xmlns:a16="http://schemas.microsoft.com/office/drawing/2014/main" id="{728FA62B-D404-F0DA-1B56-9A3E5E6DB404}"/>
              </a:ext>
            </a:extLst>
          </p:cNvPr>
          <p:cNvPicPr>
            <a:picLocks noChangeAspect="1"/>
          </p:cNvPicPr>
          <p:nvPr/>
        </p:nvPicPr>
        <p:blipFill>
          <a:blip r:embed="rId3"/>
          <a:stretch>
            <a:fillRect/>
          </a:stretch>
        </p:blipFill>
        <p:spPr>
          <a:xfrm>
            <a:off x="6508794" y="350252"/>
            <a:ext cx="3337849" cy="6157494"/>
          </a:xfrm>
          <a:prstGeom prst="rect">
            <a:avLst/>
          </a:prstGeom>
        </p:spPr>
      </p:pic>
      <p:sp>
        <p:nvSpPr>
          <p:cNvPr id="8" name="Slide Number Placeholder 7">
            <a:extLst>
              <a:ext uri="{FF2B5EF4-FFF2-40B4-BE49-F238E27FC236}">
                <a16:creationId xmlns:a16="http://schemas.microsoft.com/office/drawing/2014/main" id="{C8A4939E-4E68-3293-830D-B612C0784CEA}"/>
              </a:ext>
            </a:extLst>
          </p:cNvPr>
          <p:cNvSpPr>
            <a:spLocks noGrp="1"/>
          </p:cNvSpPr>
          <p:nvPr>
            <p:ph type="sldNum" sz="quarter" idx="12"/>
          </p:nvPr>
        </p:nvSpPr>
        <p:spPr/>
        <p:txBody>
          <a:bodyPr/>
          <a:lstStyle/>
          <a:p>
            <a:fld id="{0FE7F50B-1018-4C2F-B10B-1000C662F82E}" type="slidenum">
              <a:rPr lang="en-GB" smtClean="0"/>
              <a:t>33</a:t>
            </a:fld>
            <a:endParaRPr lang="en-GB"/>
          </a:p>
        </p:txBody>
      </p:sp>
    </p:spTree>
    <p:extLst>
      <p:ext uri="{BB962C8B-B14F-4D97-AF65-F5344CB8AC3E}">
        <p14:creationId xmlns:p14="http://schemas.microsoft.com/office/powerpoint/2010/main" val="19166892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18AAF9-B0BE-929B-9030-3F6FD8C45267}"/>
              </a:ext>
            </a:extLst>
          </p:cNvPr>
          <p:cNvPicPr>
            <a:picLocks noChangeAspect="1"/>
          </p:cNvPicPr>
          <p:nvPr/>
        </p:nvPicPr>
        <p:blipFill>
          <a:blip r:embed="rId2"/>
          <a:stretch>
            <a:fillRect/>
          </a:stretch>
        </p:blipFill>
        <p:spPr>
          <a:xfrm>
            <a:off x="1801681" y="2126940"/>
            <a:ext cx="2888230" cy="2156647"/>
          </a:xfrm>
          <a:prstGeom prst="rect">
            <a:avLst/>
          </a:prstGeom>
        </p:spPr>
      </p:pic>
      <p:pic>
        <p:nvPicPr>
          <p:cNvPr id="7" name="Picture 6">
            <a:extLst>
              <a:ext uri="{FF2B5EF4-FFF2-40B4-BE49-F238E27FC236}">
                <a16:creationId xmlns:a16="http://schemas.microsoft.com/office/drawing/2014/main" id="{00209F24-4E3F-CD79-B20C-0B2A28D8032A}"/>
              </a:ext>
            </a:extLst>
          </p:cNvPr>
          <p:cNvPicPr>
            <a:picLocks noChangeAspect="1"/>
          </p:cNvPicPr>
          <p:nvPr/>
        </p:nvPicPr>
        <p:blipFill>
          <a:blip r:embed="rId3"/>
          <a:stretch>
            <a:fillRect/>
          </a:stretch>
        </p:blipFill>
        <p:spPr>
          <a:xfrm>
            <a:off x="5965757" y="1062785"/>
            <a:ext cx="4968671" cy="4732430"/>
          </a:xfrm>
          <a:prstGeom prst="rect">
            <a:avLst/>
          </a:prstGeom>
        </p:spPr>
      </p:pic>
      <p:sp>
        <p:nvSpPr>
          <p:cNvPr id="8" name="Slide Number Placeholder 7">
            <a:extLst>
              <a:ext uri="{FF2B5EF4-FFF2-40B4-BE49-F238E27FC236}">
                <a16:creationId xmlns:a16="http://schemas.microsoft.com/office/drawing/2014/main" id="{693A881F-1F39-9419-FAA5-FC4EB7EE26A2}"/>
              </a:ext>
            </a:extLst>
          </p:cNvPr>
          <p:cNvSpPr>
            <a:spLocks noGrp="1"/>
          </p:cNvSpPr>
          <p:nvPr>
            <p:ph type="sldNum" sz="quarter" idx="12"/>
          </p:nvPr>
        </p:nvSpPr>
        <p:spPr/>
        <p:txBody>
          <a:bodyPr/>
          <a:lstStyle/>
          <a:p>
            <a:fld id="{0FE7F50B-1018-4C2F-B10B-1000C662F82E}" type="slidenum">
              <a:rPr lang="en-GB" smtClean="0"/>
              <a:t>34</a:t>
            </a:fld>
            <a:endParaRPr lang="en-GB"/>
          </a:p>
        </p:txBody>
      </p:sp>
    </p:spTree>
    <p:extLst>
      <p:ext uri="{BB962C8B-B14F-4D97-AF65-F5344CB8AC3E}">
        <p14:creationId xmlns:p14="http://schemas.microsoft.com/office/powerpoint/2010/main" val="37839664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E42C5F-7565-3792-9453-A867473699A4}"/>
              </a:ext>
            </a:extLst>
          </p:cNvPr>
          <p:cNvPicPr>
            <a:picLocks noChangeAspect="1"/>
          </p:cNvPicPr>
          <p:nvPr/>
        </p:nvPicPr>
        <p:blipFill>
          <a:blip r:embed="rId2"/>
          <a:stretch>
            <a:fillRect/>
          </a:stretch>
        </p:blipFill>
        <p:spPr>
          <a:xfrm>
            <a:off x="1775323" y="2686074"/>
            <a:ext cx="3154953" cy="1310754"/>
          </a:xfrm>
          <a:prstGeom prst="rect">
            <a:avLst/>
          </a:prstGeom>
        </p:spPr>
      </p:pic>
      <p:pic>
        <p:nvPicPr>
          <p:cNvPr id="7" name="Picture 6">
            <a:extLst>
              <a:ext uri="{FF2B5EF4-FFF2-40B4-BE49-F238E27FC236}">
                <a16:creationId xmlns:a16="http://schemas.microsoft.com/office/drawing/2014/main" id="{D44A93B2-B412-0C2D-B630-43A07E7E0E57}"/>
              </a:ext>
            </a:extLst>
          </p:cNvPr>
          <p:cNvPicPr>
            <a:picLocks noChangeAspect="1"/>
          </p:cNvPicPr>
          <p:nvPr/>
        </p:nvPicPr>
        <p:blipFill>
          <a:blip r:embed="rId3"/>
          <a:stretch>
            <a:fillRect/>
          </a:stretch>
        </p:blipFill>
        <p:spPr>
          <a:xfrm>
            <a:off x="6096000" y="1584800"/>
            <a:ext cx="2895851" cy="3688400"/>
          </a:xfrm>
          <a:prstGeom prst="rect">
            <a:avLst/>
          </a:prstGeom>
        </p:spPr>
      </p:pic>
      <p:sp>
        <p:nvSpPr>
          <p:cNvPr id="8" name="Slide Number Placeholder 7">
            <a:extLst>
              <a:ext uri="{FF2B5EF4-FFF2-40B4-BE49-F238E27FC236}">
                <a16:creationId xmlns:a16="http://schemas.microsoft.com/office/drawing/2014/main" id="{3ED97F8A-914A-15F9-32E3-2B8780A42653}"/>
              </a:ext>
            </a:extLst>
          </p:cNvPr>
          <p:cNvSpPr>
            <a:spLocks noGrp="1"/>
          </p:cNvSpPr>
          <p:nvPr>
            <p:ph type="sldNum" sz="quarter" idx="12"/>
          </p:nvPr>
        </p:nvSpPr>
        <p:spPr/>
        <p:txBody>
          <a:bodyPr/>
          <a:lstStyle/>
          <a:p>
            <a:fld id="{0FE7F50B-1018-4C2F-B10B-1000C662F82E}" type="slidenum">
              <a:rPr lang="en-GB" smtClean="0"/>
              <a:t>35</a:t>
            </a:fld>
            <a:endParaRPr lang="en-GB"/>
          </a:p>
        </p:txBody>
      </p:sp>
    </p:spTree>
    <p:extLst>
      <p:ext uri="{BB962C8B-B14F-4D97-AF65-F5344CB8AC3E}">
        <p14:creationId xmlns:p14="http://schemas.microsoft.com/office/powerpoint/2010/main" val="21314832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D9EFAF-0C33-F414-BBE9-99C8565B7E16}"/>
              </a:ext>
            </a:extLst>
          </p:cNvPr>
          <p:cNvPicPr>
            <a:picLocks noChangeAspect="1"/>
          </p:cNvPicPr>
          <p:nvPr/>
        </p:nvPicPr>
        <p:blipFill>
          <a:blip r:embed="rId2"/>
          <a:stretch>
            <a:fillRect/>
          </a:stretch>
        </p:blipFill>
        <p:spPr>
          <a:xfrm>
            <a:off x="1563737" y="2032085"/>
            <a:ext cx="3383573" cy="2385267"/>
          </a:xfrm>
          <a:prstGeom prst="rect">
            <a:avLst/>
          </a:prstGeom>
        </p:spPr>
      </p:pic>
      <p:pic>
        <p:nvPicPr>
          <p:cNvPr id="7" name="Picture 6">
            <a:extLst>
              <a:ext uri="{FF2B5EF4-FFF2-40B4-BE49-F238E27FC236}">
                <a16:creationId xmlns:a16="http://schemas.microsoft.com/office/drawing/2014/main" id="{F68A5ED5-92A8-A5A5-8F5D-8C9B044571F4}"/>
              </a:ext>
            </a:extLst>
          </p:cNvPr>
          <p:cNvPicPr>
            <a:picLocks noChangeAspect="1"/>
          </p:cNvPicPr>
          <p:nvPr/>
        </p:nvPicPr>
        <p:blipFill>
          <a:blip r:embed="rId3"/>
          <a:stretch>
            <a:fillRect/>
          </a:stretch>
        </p:blipFill>
        <p:spPr>
          <a:xfrm>
            <a:off x="6022615" y="1188526"/>
            <a:ext cx="4572396" cy="4480948"/>
          </a:xfrm>
          <a:prstGeom prst="rect">
            <a:avLst/>
          </a:prstGeom>
        </p:spPr>
      </p:pic>
      <p:sp>
        <p:nvSpPr>
          <p:cNvPr id="8" name="Slide Number Placeholder 7">
            <a:extLst>
              <a:ext uri="{FF2B5EF4-FFF2-40B4-BE49-F238E27FC236}">
                <a16:creationId xmlns:a16="http://schemas.microsoft.com/office/drawing/2014/main" id="{9AA847A9-A9F4-9A6C-5DF0-68DF37372E83}"/>
              </a:ext>
            </a:extLst>
          </p:cNvPr>
          <p:cNvSpPr>
            <a:spLocks noGrp="1"/>
          </p:cNvSpPr>
          <p:nvPr>
            <p:ph type="sldNum" sz="quarter" idx="12"/>
          </p:nvPr>
        </p:nvSpPr>
        <p:spPr/>
        <p:txBody>
          <a:bodyPr/>
          <a:lstStyle/>
          <a:p>
            <a:fld id="{0FE7F50B-1018-4C2F-B10B-1000C662F82E}" type="slidenum">
              <a:rPr lang="en-GB" smtClean="0"/>
              <a:t>36</a:t>
            </a:fld>
            <a:endParaRPr lang="en-GB"/>
          </a:p>
        </p:txBody>
      </p:sp>
    </p:spTree>
    <p:extLst>
      <p:ext uri="{BB962C8B-B14F-4D97-AF65-F5344CB8AC3E}">
        <p14:creationId xmlns:p14="http://schemas.microsoft.com/office/powerpoint/2010/main" val="1834287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1546</Words>
  <Application>Microsoft Office PowerPoint</Application>
  <PresentationFormat>Widescreen</PresentationFormat>
  <Paragraphs>211</Paragraphs>
  <Slides>36</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Calibri Light</vt:lpstr>
      <vt:lpstr>Symbol</vt:lpstr>
      <vt:lpstr>Times New Roman</vt:lpstr>
      <vt:lpstr>Office Theme</vt:lpstr>
      <vt:lpstr>3. Programs and Algorithms </vt:lpstr>
      <vt:lpstr>Programs and Algorithms</vt:lpstr>
      <vt:lpstr>PowerPoint Presentation</vt:lpstr>
      <vt:lpstr>Problem 1</vt:lpstr>
      <vt:lpstr>Solution – 1 </vt:lpstr>
      <vt:lpstr>PowerPoint Presentation</vt:lpstr>
      <vt:lpstr>Problem - 2</vt:lpstr>
      <vt:lpstr>Solution - 2</vt:lpstr>
      <vt:lpstr>PowerPoint Presentation</vt:lpstr>
      <vt:lpstr>5. Algorithms </vt:lpstr>
      <vt:lpstr>Algorithm – Introduction </vt:lpstr>
      <vt:lpstr>Properties of an Algorithm </vt:lpstr>
      <vt:lpstr>Complexity of Algorithm </vt:lpstr>
      <vt:lpstr>Components and Flow of an Algorithm </vt:lpstr>
      <vt:lpstr>Activity: Search, Find &amp; Present</vt:lpstr>
      <vt:lpstr>Algorithm Vs. Pseudo Code Vs. Flowchart Vs. Program </vt:lpstr>
      <vt:lpstr>Example : Algorithm – Linear Search </vt:lpstr>
      <vt:lpstr>Example : Pseudo Code – Linear Search </vt:lpstr>
      <vt:lpstr>Example : Flowchart– Linear Search </vt:lpstr>
      <vt:lpstr>Flowchart Symbols </vt:lpstr>
      <vt:lpstr>PowerPoint Presentation</vt:lpstr>
      <vt:lpstr>Complexity Analysis of Linear Search </vt:lpstr>
      <vt:lpstr>6. Flowcharts</vt:lpstr>
      <vt:lpstr>The Flowchart</vt:lpstr>
      <vt:lpstr>The Flowchart</vt:lpstr>
      <vt:lpstr>The Flowchart: Example</vt:lpstr>
      <vt:lpstr>The Flowchart: Example</vt:lpstr>
      <vt:lpstr>The Flowchart</vt:lpstr>
      <vt:lpstr>The Flowchart Rules</vt:lpstr>
      <vt:lpstr>The Flowchart Rules</vt:lpstr>
      <vt:lpstr>7. Algorithms and Flowcharts – Samples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PRABU KANNA GOVINDARAJAN</dc:creator>
  <cp:lastModifiedBy>PRABU KANNA GOVINDARAJAN</cp:lastModifiedBy>
  <cp:revision>2</cp:revision>
  <dcterms:created xsi:type="dcterms:W3CDTF">2025-09-08T05:14:07Z</dcterms:created>
  <dcterms:modified xsi:type="dcterms:W3CDTF">2025-09-08T05:20:17Z</dcterms:modified>
</cp:coreProperties>
</file>